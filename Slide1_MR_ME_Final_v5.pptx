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4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5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  <p:sldMasterId id="2147483866" r:id="rId5"/>
    <p:sldMasterId id="2147483914" r:id="rId6"/>
    <p:sldMasterId id="2147483963" r:id="rId7"/>
    <p:sldMasterId id="2147484155" r:id="rId8"/>
    <p:sldMasterId id="2147484161" r:id="rId9"/>
  </p:sldMasterIdLst>
  <p:notesMasterIdLst>
    <p:notesMasterId r:id="rId11"/>
  </p:notesMasterIdLst>
  <p:sldIdLst>
    <p:sldId id="2147483371" r:id="rId10"/>
  </p:sldIdLst>
  <p:sldSz cx="12192000" cy="6858000"/>
  <p:notesSz cx="6858000" cy="9144000"/>
  <p:embeddedFontLst>
    <p:embeddedFont>
      <p:font typeface="Johnson Display" panose="020B0604020202020204" charset="0"/>
      <p:regular r:id="rId12"/>
      <p:bold r:id="rId13"/>
      <p:italic r:id="rId14"/>
      <p:boldItalic r:id="rId15"/>
    </p:embeddedFont>
    <p:embeddedFont>
      <p:font typeface="Johnson Text" panose="020B060402020202020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725724-36B1-4E9C-9F38-C17ABFDEC5BD}">
          <p14:sldIdLst>
            <p14:sldId id="2147483371"/>
          </p14:sldIdLst>
        </p14:section>
      </p14:sectionLst>
    </p:ext>
    <p:ext uri="{EFAFB233-063F-42B5-8137-9DF3F51BA10A}">
      <p15:sldGuideLst xmlns:p15="http://schemas.microsoft.com/office/powerpoint/2012/main">
        <p15:guide id="1" pos="52" userDrawn="1">
          <p15:clr>
            <a:srgbClr val="A4A3A4"/>
          </p15:clr>
        </p15:guide>
        <p15:guide id="2" orient="horz" pos="27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3B5C03-E79A-9304-5639-331CC367027E}" name="Titikshya Pradhan" initials="TP" userId="S::titikshya.pradhan@zoomrx.com::0d10fcd5-3495-425b-a75a-ebd111268fb6" providerId="AD"/>
  <p188:author id="{C7E0A812-E777-D68B-00AF-0AB677866650}" name="Anna Chubaeva" initials="AC" userId="S::anna.chubaeva@zoomrx.com::cfe6bdd3-10fb-4586-98fb-cbc5e4385873" providerId="AD"/>
  <p188:author id="{71F35619-AFF2-F111-95A3-3A53662A91F7}" name="Pranay Jain" initials="PJ" userId="S::pranay.jain@zoomrx.com::350835f8-4e32-4094-aad0-b6c0017d4c4c" providerId="AD"/>
  <p188:author id="{7D590234-DFA0-F970-0F77-198FB15C2116}" name="Vinoth Rajapandian" initials="VR" userId="S::vinoth.rajapandian@zoomrx.com::cb59a650-4bc7-4838-937d-61c581d343b6" providerId="AD"/>
  <p188:author id="{C7EBEF4F-5466-7AB1-2DCC-131D4E933E65}" name="Anshu Shukla" initials="AS" userId="S::anshu.shukla@zoomrx.com::576d5df6-cb63-4970-9471-c16ad7229918" providerId="AD"/>
  <p188:author id="{E1CD1C70-F760-7DF7-541A-6D28627EF9BA}" name="Yash Rajoria" initials="YR" userId="S::yash.rajoria@zoomrx.com::29fe6244-d977-4c5b-89cf-d638f14b4a06" providerId="AD"/>
  <p188:author id="{0707AC8B-A4D3-9828-1491-0875382BDA53}" name="Akash Singh" initials="AS" userId="S::akash.singh@zoomrx.com::b05a12e5-0c4c-4fb1-b021-ecd2c560f106" providerId="AD"/>
  <p188:author id="{7C039F97-DF7D-E20F-23F0-AFF4FD78983A}" name="Aryan Rathore" initials="AR" userId="S::aryan.rathore@zoomrx.com::b56118d5-e441-493a-89d0-9ef452424683" providerId="AD"/>
  <p188:author id="{2D4FEFB9-0BB6-9026-0122-D9245A587286}" name="Mayank Gupta" initials="MG" userId="S::mayank.gupta@zoomrx.com::51394dd1-6024-4f0e-958c-528df4833663" providerId="AD"/>
  <p188:author id="{636BF2BA-DF7A-66A8-D25A-A7666F3C3630}" name="Sara Bell" initials="SB" userId="S::sara.bell@zoomrx.com::20225463-dda4-4cd8-94f8-2c0b9568c7eb" providerId="AD"/>
  <p188:author id="{240355BE-2AA2-584A-A9FD-9BD3ABEC1DBA}" name="Maloney, Christina [MCCUS]" initials="CM" userId="S::CMalon12@its.jnj.com::bbe373c4-1471-4d63-bc27-f81b8442a2e9" providerId="AD"/>
  <p188:author id="{4966F1C2-C0E5-7A4A-22DA-DBB55DBE2DDA}" name="Austino Paul" initials="AP" userId="S::austino.paul@zoomrx.com::dbbd3ec9-d4e0-45fa-8dd2-b74e50cd5dbb" providerId="AD"/>
  <p188:author id="{50F356C4-F7B8-9965-F873-06C2D740D41A}" name="Vidhya Hariharan" initials="VH" userId="S::vidhya.hariharan@zoomrx.com::6a8a1e33-2a97-4da9-b395-27b48fbbb666" providerId="AD"/>
  <p188:author id="{67C6E5D8-27F5-5A42-2B10-A86105AE1A7E}" name="Vinoth Rajapandian" initials="VR" userId="S::vinoth.rajapandian@zoomrxinc.onmicrosoft.com::cb59a650-4bc7-4838-937d-61c581d343b6" providerId="AD"/>
  <p188:author id="{76B3F5E5-DA6B-5B75-C78E-1FD83AF07C31}" name="Scott, James [JANUS]" initials="JS" userId="S::JScott46@its.jnj.com::5407a674-8920-4133-86f0-4fdbacdda6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C282"/>
    <a:srgbClr val="D86344"/>
    <a:srgbClr val="76A797"/>
    <a:srgbClr val="F75824"/>
    <a:srgbClr val="FF6A5A"/>
    <a:srgbClr val="D2F1FF"/>
    <a:srgbClr val="BFF9D9"/>
    <a:srgbClr val="7030A0"/>
    <a:srgbClr val="F3F2F0"/>
    <a:srgbClr val="DCF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8FC4E-C916-6A1C-F54B-F5B91F5EBBC0}" v="42" dt="2026-02-20T16:59:00.4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38319" autoAdjust="0"/>
  </p:normalViewPr>
  <p:slideViewPr>
    <p:cSldViewPr snapToGrid="0">
      <p:cViewPr varScale="1">
        <p:scale>
          <a:sx n="82" d="100"/>
          <a:sy n="82" d="100"/>
        </p:scale>
        <p:origin x="768" y="72"/>
      </p:cViewPr>
      <p:guideLst>
        <p:guide pos="52"/>
        <p:guide orient="horz"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Master" Target="slideMasters/slideMaster4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24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font" Target="fonts/font8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oth Rajapandian" userId="S::vinoth.rajapandian@zoomrx.com::cb59a650-4bc7-4838-937d-61c581d343b6" providerId="AD" clId="Web-{23D8FC4E-C916-6A1C-F54B-F5B91F5EBBC0}"/>
    <pc:docChg chg="modSld">
      <pc:chgData name="Vinoth Rajapandian" userId="S::vinoth.rajapandian@zoomrx.com::cb59a650-4bc7-4838-937d-61c581d343b6" providerId="AD" clId="Web-{23D8FC4E-C916-6A1C-F54B-F5B91F5EBBC0}" dt="2026-02-20T16:59:00.411" v="41"/>
      <pc:docMkLst>
        <pc:docMk/>
      </pc:docMkLst>
      <pc:sldChg chg="modSp">
        <pc:chgData name="Vinoth Rajapandian" userId="S::vinoth.rajapandian@zoomrx.com::cb59a650-4bc7-4838-937d-61c581d343b6" providerId="AD" clId="Web-{23D8FC4E-C916-6A1C-F54B-F5B91F5EBBC0}" dt="2026-02-20T16:58:12.427" v="5"/>
        <pc:sldMkLst>
          <pc:docMk/>
          <pc:sldMk cId="2814846628" sldId="2147472186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12.427" v="5"/>
          <ac:graphicFrameMkLst>
            <pc:docMk/>
            <pc:sldMk cId="2814846628" sldId="2147472186"/>
            <ac:graphicFrameMk id="4" creationId="{1A84D595-8483-FAE4-3182-88293838D3A4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44.521" v="9"/>
        <pc:sldMkLst>
          <pc:docMk/>
          <pc:sldMk cId="458286755" sldId="2147483299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42.177" v="7"/>
          <ac:graphicFrameMkLst>
            <pc:docMk/>
            <pc:sldMk cId="458286755" sldId="2147483299"/>
            <ac:graphicFrameMk id="2" creationId="{FFF7B567-5B52-2CA7-C75A-968040000706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4.521" v="9"/>
          <ac:graphicFrameMkLst>
            <pc:docMk/>
            <pc:sldMk cId="458286755" sldId="2147483299"/>
            <ac:graphicFrameMk id="77" creationId="{9906AF3D-C03C-5F3B-91D9-AB4E45B3722E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01.474" v="3"/>
        <pc:sldMkLst>
          <pc:docMk/>
          <pc:sldMk cId="3272488039" sldId="2147483304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01.474" v="3"/>
          <ac:graphicFrameMkLst>
            <pc:docMk/>
            <pc:sldMk cId="3272488039" sldId="2147483304"/>
            <ac:graphicFrameMk id="4" creationId="{D36B65E9-0291-D682-332E-2EC719B5CB85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9:00.411" v="41"/>
        <pc:sldMkLst>
          <pc:docMk/>
          <pc:sldMk cId="181875716" sldId="2147483314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56.989" v="33"/>
          <ac:graphicFrameMkLst>
            <pc:docMk/>
            <pc:sldMk cId="181875716" sldId="2147483314"/>
            <ac:graphicFrameMk id="8" creationId="{132BB4AE-5375-2E8F-78FE-9C1018A1DC8E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7.489" v="35"/>
          <ac:graphicFrameMkLst>
            <pc:docMk/>
            <pc:sldMk cId="181875716" sldId="2147483314"/>
            <ac:graphicFrameMk id="9" creationId="{739CA09F-B349-EBAA-BD8E-7A22FE2564F7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9.255" v="37"/>
          <ac:graphicFrameMkLst>
            <pc:docMk/>
            <pc:sldMk cId="181875716" sldId="2147483314"/>
            <ac:graphicFrameMk id="10" creationId="{F8E8A0E8-001F-D7B1-C0D8-5D6BA1478579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9.849" v="39"/>
          <ac:graphicFrameMkLst>
            <pc:docMk/>
            <pc:sldMk cId="181875716" sldId="2147483314"/>
            <ac:graphicFrameMk id="12" creationId="{DF40CE53-5793-E1BB-52BB-61C63B859AC9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9:00.411" v="41"/>
          <ac:graphicFrameMkLst>
            <pc:docMk/>
            <pc:sldMk cId="181875716" sldId="2147483314"/>
            <ac:graphicFrameMk id="17" creationId="{474C442F-E70B-28B9-392A-2DC554455EF4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56.489" v="31"/>
        <pc:sldMkLst>
          <pc:docMk/>
          <pc:sldMk cId="3296733540" sldId="2147483318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52.802" v="21"/>
          <ac:graphicFrameMkLst>
            <pc:docMk/>
            <pc:sldMk cId="3296733540" sldId="2147483318"/>
            <ac:graphicFrameMk id="4" creationId="{A141E383-6080-34B5-689F-64FF531ECE5A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2.411" v="19"/>
          <ac:graphicFrameMkLst>
            <pc:docMk/>
            <pc:sldMk cId="3296733540" sldId="2147483318"/>
            <ac:graphicFrameMk id="5" creationId="{098D2E3F-0E64-ACDF-7452-7C3D82E2A463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6.193" v="29"/>
          <ac:graphicFrameMkLst>
            <pc:docMk/>
            <pc:sldMk cId="3296733540" sldId="2147483318"/>
            <ac:graphicFrameMk id="12" creationId="{5F9B21D4-EEF5-1316-4CF5-6972F2F024E7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6.489" v="31"/>
          <ac:graphicFrameMkLst>
            <pc:docMk/>
            <pc:sldMk cId="3296733540" sldId="2147483318"/>
            <ac:graphicFrameMk id="13" creationId="{5DF55041-5E7D-A820-C52A-852342EB6243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3.224" v="23"/>
          <ac:graphicFrameMkLst>
            <pc:docMk/>
            <pc:sldMk cId="3296733540" sldId="2147483318"/>
            <ac:graphicFrameMk id="16" creationId="{1E924840-81C9-400B-7970-70E876364ADF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5.318" v="25"/>
          <ac:graphicFrameMkLst>
            <pc:docMk/>
            <pc:sldMk cId="3296733540" sldId="2147483318"/>
            <ac:graphicFrameMk id="21" creationId="{E1B08638-338D-836A-81FE-33133BA86990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5.646" v="27"/>
          <ac:graphicFrameMkLst>
            <pc:docMk/>
            <pc:sldMk cId="3296733540" sldId="2147483318"/>
            <ac:graphicFrameMk id="33" creationId="{CE990F57-ABF0-98B2-DA07-9B22214C5BE3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7:42.552" v="1"/>
        <pc:sldMkLst>
          <pc:docMk/>
          <pc:sldMk cId="4191505788" sldId="2147483349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7:42.552" v="1"/>
          <ac:graphicFrameMkLst>
            <pc:docMk/>
            <pc:sldMk cId="4191505788" sldId="2147483349"/>
            <ac:graphicFrameMk id="16" creationId="{689FC9F5-2DBD-3B32-FABA-FF7D87B35070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48.552" v="17"/>
        <pc:sldMkLst>
          <pc:docMk/>
          <pc:sldMk cId="1738277211" sldId="2147483351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47.833" v="13"/>
          <ac:graphicFrameMkLst>
            <pc:docMk/>
            <pc:sldMk cId="1738277211" sldId="2147483351"/>
            <ac:graphicFrameMk id="4" creationId="{79F5701D-D439-1D21-4BDD-29CEF93AE58B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7.646" v="11"/>
          <ac:graphicFrameMkLst>
            <pc:docMk/>
            <pc:sldMk cId="1738277211" sldId="2147483351"/>
            <ac:graphicFrameMk id="5" creationId="{05F76C20-CB59-2AE4-CEDC-B79D6BA0F90B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8.318" v="15"/>
          <ac:graphicFrameMkLst>
            <pc:docMk/>
            <pc:sldMk cId="1738277211" sldId="2147483351"/>
            <ac:graphicFrameMk id="26" creationId="{FBE58843-8078-6F19-75EA-3C5DE63F3550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8.552" v="17"/>
          <ac:graphicFrameMkLst>
            <pc:docMk/>
            <pc:sldMk cId="1738277211" sldId="2147483351"/>
            <ac:graphicFrameMk id="33" creationId="{5B36F4CF-E812-1139-9A41-532F08E7F45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Q3'25</c:v>
                </c:pt>
              </c:strCache>
            </c:strRef>
          </c:tx>
          <c:spPr>
            <a:solidFill>
              <a:srgbClr val="FFC199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F7F7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ARs peaked in the first 4 months and declined over
the next 4 months</c:v>
                </c:pt>
                <c:pt idx="1">
                  <c:v>NCCN preferred: only RYBREVANT®-based regimen for
brain mets in EGFR+ mNSCLC</c:v>
                </c:pt>
                <c:pt idx="2">
                  <c:v>2x Intracranial PFS at 36 months: 36% with RYB+LAZ
vs 18% with osimertinib</c:v>
                </c:pt>
                <c:pt idx="3">
                  <c:v>Reduces MET amplification &amp; secondary EGFR
alterations (chemo-free, multi-targeted)</c:v>
                </c:pt>
                <c:pt idx="4">
                  <c:v>Unmatched survival: superior OS vs osimertinib
with proven durability</c:v>
                </c:pt>
                <c:pt idx="5">
                  <c:v>Median overall survival not reached; projected to
exceed 4 years</c:v>
                </c:pt>
                <c:pt idx="6">
                  <c:v>Proactive therapy management (SKIPPirr &amp; COCOON)
reduces IRRs and dermatologic ARs</c:v>
                </c:pt>
                <c:pt idx="7">
                  <c:v>Indicated for 1L treatment of adults with locally
advanced or metastatic EGFR+ NSCLC</c:v>
                </c:pt>
                <c:pt idx="8">
                  <c:v>7.1-month mPFS improvement vs osimertinib (23.7 mo
vs 16.6 mo)</c:v>
                </c:pt>
                <c:pt idx="9">
                  <c:v>RYBREVANT® + LAZCLUZE® is NCCN Category 1
recommended 1L treatment for EGFR+ mNSCLC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27.2</c:v>
                </c:pt>
                <c:pt idx="2">
                  <c:v>37.9</c:v>
                </c:pt>
                <c:pt idx="3">
                  <c:v>37.9</c:v>
                </c:pt>
                <c:pt idx="4">
                  <c:v>58.2</c:v>
                </c:pt>
                <c:pt idx="5">
                  <c:v>45.6</c:v>
                </c:pt>
                <c:pt idx="6">
                  <c:v>48.5</c:v>
                </c:pt>
                <c:pt idx="7">
                  <c:v>49.5</c:v>
                </c:pt>
                <c:pt idx="8">
                  <c:v>46.6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452-4A63-A327-FC95689B0F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Q4'25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50505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ARs peaked in the first 4 months and declined over
the next 4 months</c:v>
                </c:pt>
                <c:pt idx="1">
                  <c:v>NCCN preferred: only RYBREVANT®-based regimen for
brain mets in EGFR+ mNSCLC</c:v>
                </c:pt>
                <c:pt idx="2">
                  <c:v>2x Intracranial PFS at 36 months: 36% with RYB+LAZ
vs 18% with osimertinib</c:v>
                </c:pt>
                <c:pt idx="3">
                  <c:v>Reduces MET amplification &amp; secondary EGFR
alterations (chemo-free, multi-targeted)</c:v>
                </c:pt>
                <c:pt idx="4">
                  <c:v>Unmatched survival: superior OS vs osimertinib
with proven durability</c:v>
                </c:pt>
                <c:pt idx="5">
                  <c:v>Median overall survival not reached; projected to
exceed 4 years</c:v>
                </c:pt>
                <c:pt idx="6">
                  <c:v>Proactive therapy management (SKIPPirr &amp; COCOON)
reduces IRRs and dermatologic ARs</c:v>
                </c:pt>
                <c:pt idx="7">
                  <c:v>Indicated for 1L treatment of adults with locally
advanced or metastatic EGFR+ NSCLC</c:v>
                </c:pt>
                <c:pt idx="8">
                  <c:v>7.1-month mPFS improvement vs osimertinib (23.7 mo
vs 16.6 mo)</c:v>
                </c:pt>
                <c:pt idx="9">
                  <c:v>RYBREVANT® + LAZCLUZE® is NCCN Category 1
recommended 1L treatment for EGFR+ mNSCLC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</c:v>
                </c:pt>
                <c:pt idx="1">
                  <c:v>31</c:v>
                </c:pt>
                <c:pt idx="2">
                  <c:v>35</c:v>
                </c:pt>
                <c:pt idx="3">
                  <c:v>36</c:v>
                </c:pt>
                <c:pt idx="4">
                  <c:v>36</c:v>
                </c:pt>
                <c:pt idx="5">
                  <c:v>37</c:v>
                </c:pt>
                <c:pt idx="6">
                  <c:v>39</c:v>
                </c:pt>
                <c:pt idx="7">
                  <c:v>40</c:v>
                </c:pt>
                <c:pt idx="8">
                  <c:v>44</c:v>
                </c:pt>
                <c:pt idx="9">
                  <c:v>49.3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452-4A63-A327-FC95689B0F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>
                <a:solidFill>
                  <a:srgbClr val="505050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Q3'25</c:v>
                </c:pt>
              </c:strCache>
            </c:strRef>
          </c:tx>
          <c:spPr>
            <a:solidFill>
              <a:srgbClr val="FFC199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7F7F7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ARs peaked in the first 4 months and declined over
the next 4 months</c:v>
                </c:pt>
                <c:pt idx="1">
                  <c:v>NCCN preferred: only RYBREVANT®-based regimen for
brain mets in EGFR+ mNSCLC</c:v>
                </c:pt>
                <c:pt idx="2">
                  <c:v>2x Intracranial PFS at 36 months: 36% with RYB+LAZ
vs 18% with osimertinib</c:v>
                </c:pt>
                <c:pt idx="3">
                  <c:v>Reduces MET amplification &amp; secondary EGFR
alterations (chemo-free, multi-targeted)</c:v>
                </c:pt>
                <c:pt idx="4">
                  <c:v>Unmatched survival: superior OS vs osimertinib
with proven durability</c:v>
                </c:pt>
                <c:pt idx="5">
                  <c:v>Median overall survival not reached; projected to
exceed 4 years</c:v>
                </c:pt>
                <c:pt idx="6">
                  <c:v>Proactive therapy management (SKIPPirr &amp; COCOON)
reduces IRRs and dermatologic ARs</c:v>
                </c:pt>
                <c:pt idx="7">
                  <c:v>Indicated for 1L treatment of adults with locally
advanced or metastatic EGFR+ NSCLC</c:v>
                </c:pt>
                <c:pt idx="8">
                  <c:v>7.1-month mPFS improvement vs osimertinib (23.7 mo
vs 16.6 mo)</c:v>
                </c:pt>
                <c:pt idx="9">
                  <c:v>RYBREVANT® + LAZCLUZE® is NCCN Category 1
recommended 1L treatment for EGFR+ mNSCLC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62.7</c:v>
                </c:pt>
                <c:pt idx="2">
                  <c:v>74.7</c:v>
                </c:pt>
                <c:pt idx="3">
                  <c:v>67.900000000000006</c:v>
                </c:pt>
                <c:pt idx="4">
                  <c:v>76.5</c:v>
                </c:pt>
                <c:pt idx="5">
                  <c:v>75.900000000000006</c:v>
                </c:pt>
                <c:pt idx="6">
                  <c:v>62.8</c:v>
                </c:pt>
                <c:pt idx="7">
                  <c:v>66.3</c:v>
                </c:pt>
                <c:pt idx="8">
                  <c:v>72.2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2EE-4562-BA28-048464F90C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Q4'25</c:v>
                </c:pt>
              </c:strCache>
            </c:strRef>
          </c:tx>
          <c:spPr>
            <a:solidFill>
              <a:srgbClr val="F75824"/>
            </a:solidFill>
            <a:ln>
              <a:noFill/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50505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ARs peaked in the first 4 months and declined over
the next 4 months</c:v>
                </c:pt>
                <c:pt idx="1">
                  <c:v>NCCN preferred: only RYBREVANT®-based regimen for
brain mets in EGFR+ mNSCLC</c:v>
                </c:pt>
                <c:pt idx="2">
                  <c:v>2x Intracranial PFS at 36 months: 36% with RYB+LAZ
vs 18% with osimertinib</c:v>
                </c:pt>
                <c:pt idx="3">
                  <c:v>Reduces MET amplification &amp; secondary EGFR
alterations (chemo-free, multi-targeted)</c:v>
                </c:pt>
                <c:pt idx="4">
                  <c:v>Unmatched survival: superior OS vs osimertinib
with proven durability</c:v>
                </c:pt>
                <c:pt idx="5">
                  <c:v>Median overall survival not reached; projected to
exceed 4 years</c:v>
                </c:pt>
                <c:pt idx="6">
                  <c:v>Proactive therapy management (SKIPPirr &amp; COCOON)
reduces IRRs and dermatologic ARs</c:v>
                </c:pt>
                <c:pt idx="7">
                  <c:v>Indicated for 1L treatment of adults with locally
advanced or metastatic EGFR+ NSCLC</c:v>
                </c:pt>
                <c:pt idx="8">
                  <c:v>7.1-month mPFS improvement vs osimertinib (23.7 mo
vs 16.6 mo)</c:v>
                </c:pt>
                <c:pt idx="9">
                  <c:v>RYBREVANT® + LAZCLUZE® is NCCN Category 1
recommended 1L treatment for EGFR+ mNSCLC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55.5</c:v>
                </c:pt>
                <c:pt idx="1">
                  <c:v>72.400000000000006</c:v>
                </c:pt>
                <c:pt idx="2">
                  <c:v>73.3</c:v>
                </c:pt>
                <c:pt idx="3">
                  <c:v>68.599999999999994</c:v>
                </c:pt>
                <c:pt idx="4">
                  <c:v>73</c:v>
                </c:pt>
                <c:pt idx="5">
                  <c:v>71.400000000000006</c:v>
                </c:pt>
                <c:pt idx="6">
                  <c:v>53.9</c:v>
                </c:pt>
                <c:pt idx="7">
                  <c:v>61.6</c:v>
                </c:pt>
                <c:pt idx="8">
                  <c:v>66.5</c:v>
                </c:pt>
                <c:pt idx="9">
                  <c:v>71.5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2EE-4562-BA28-048464F90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one"/>
        <c:txPr>
          <a:bodyPr/>
          <a:lstStyle/>
          <a:p>
            <a:pPr>
              <a:defRPr sz="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0E39F-1C6B-465E-974F-41044076EF59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6ED95-4B9D-45DE-9661-B09CAEEA8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1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.emf"/><Relationship Id="rId4" Type="http://schemas.openxmlformats.org/officeDocument/2006/relationships/tags" Target="../tags/tag5.xml"/><Relationship Id="rId9" Type="http://schemas.openxmlformats.org/officeDocument/2006/relationships/oleObject" Target="../embeddings/oleObject1.bin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emf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32.xml"/></Relationships>
</file>

<file path=ppt/slideLayouts/_rels/slideLayout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5.xml"/><Relationship Id="rId7" Type="http://schemas.openxmlformats.org/officeDocument/2006/relationships/oleObject" Target="../embeddings/oleObject4.bin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7.xml"/><Relationship Id="rId10" Type="http://schemas.openxmlformats.org/officeDocument/2006/relationships/image" Target="../media/image4.svg"/><Relationship Id="rId4" Type="http://schemas.openxmlformats.org/officeDocument/2006/relationships/tags" Target="../tags/tag36.xml"/><Relationship Id="rId9" Type="http://schemas.openxmlformats.org/officeDocument/2006/relationships/image" Target="../media/image3.png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8.xml"/><Relationship Id="rId4" Type="http://schemas.openxmlformats.org/officeDocument/2006/relationships/image" Target="../media/image5.emf"/></Relationships>
</file>

<file path=ppt/slideLayouts/_rels/slideLayout18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1.emf"/><Relationship Id="rId4" Type="http://schemas.openxmlformats.org/officeDocument/2006/relationships/tags" Target="../tags/tag42.xml"/><Relationship Id="rId9" Type="http://schemas.openxmlformats.org/officeDocument/2006/relationships/oleObject" Target="../embeddings/oleObject3.bin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008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71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87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49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50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53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09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44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92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70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497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63019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81080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01344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59441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46361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283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54749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03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03408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2754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14097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078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842954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583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374472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5943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9510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8450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23881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44281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7832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53028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690887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655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3959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3658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5162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6301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338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940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648018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041841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631630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0125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5658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19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258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3845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840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3670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5037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7071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705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7934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9470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555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9901880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911094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214835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842159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623369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971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1004929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6789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80628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07939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412127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723145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725385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83493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226136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9526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32767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195704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7126261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750623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3833428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148759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5020393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65289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6407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24724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3871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4158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9338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0845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779833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099552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8532713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9286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4559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2390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94803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06832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14330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2568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07614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20180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82823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8473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9692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00595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4284520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515610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7845009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1623905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5340955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00585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9169154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24282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2445097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1869189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263823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293473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5246594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1882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5488921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39489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6199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22502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900185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2126644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7957503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7661152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888967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78598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33982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0992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15532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0462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2348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30737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39850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7751503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5979965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856785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126968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7780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8C102A5-AB13-44B0-9420-5F12F2C87FE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499" b="1" i="0" baseline="0">
              <a:solidFill>
                <a:schemeClr val="bg1"/>
              </a:solidFill>
              <a:latin typeface="Johnson Text" panose="020B060402020202020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4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571096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799" b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43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43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9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CB70C099-E1CF-467B-80FE-DF6BA9D2718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3278318" y="6417023"/>
            <a:ext cx="5653077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1202315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467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03175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87197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5258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49018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19545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20791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80218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87940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438111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21896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71750303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535636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9281891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42036944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0337350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4726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07646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188321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118736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3067192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614673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5294076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20890712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35883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4508999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50451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92167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707722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924375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9346580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5496599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9412065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1754913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31593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77552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76239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59457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48916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97000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52031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0317373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4862949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201777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427193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79615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13" imgH="416" progId="TCLayout.ActiveDocument.1">
                  <p:embed/>
                </p:oleObj>
              </mc:Choice>
              <mc:Fallback>
                <p:oleObj name="think-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764536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667596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90DC07-B155-92C5-F4DF-233EB52B3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7148" b="22096"/>
          <a:stretch/>
        </p:blipFill>
        <p:spPr bwMode="ltGray">
          <a:xfrm>
            <a:off x="4177747" y="0"/>
            <a:ext cx="7924802" cy="6858000"/>
          </a:xfrm>
          <a:prstGeom prst="rect">
            <a:avLst/>
          </a:pr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1943" y="5421345"/>
            <a:ext cx="3625806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3" y="2363220"/>
            <a:ext cx="63949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 bwMode="ltGray">
          <a:xfrm>
            <a:off x="551942" y="262671"/>
            <a:ext cx="63949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D0AD214D-870F-455B-A940-5D60DFFB90E4}"/>
              </a:ext>
            </a:extLst>
          </p:cNvPr>
          <p:cNvSpPr/>
          <p:nvPr userDrawn="1"/>
        </p:nvSpPr>
        <p:spPr bwMode="ltGray">
          <a:xfrm>
            <a:off x="551942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07217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26EAE0F-63CA-A355-5634-A618BBD55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6EAE0F-63CA-A355-5634-A618BBD55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5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1" y="2847975"/>
            <a:ext cx="11610975" cy="246222"/>
          </a:xfrm>
        </p:spPr>
        <p:txBody>
          <a:bodyPr/>
          <a:lstStyle/>
          <a:p>
            <a:r>
              <a:rPr lang="en-GB"/>
              <a:t>Click icon to add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384721"/>
          </a:xfrm>
        </p:spPr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7010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1"/>
            <a:ext cx="6713538" cy="24622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495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764536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526045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38472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1822449"/>
            <a:ext cx="2793541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4" y="1822450"/>
            <a:ext cx="2795586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1"/>
            <a:ext cx="3778870" cy="7010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1"/>
            <a:ext cx="6713538" cy="24622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2185495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554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22954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1798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48286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84904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434060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44727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92427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2693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793938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0088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92459776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05133501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7085557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19559760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2618863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568778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81282663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0498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0292273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8378467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2891144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77437913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3686684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390541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0900601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86156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068341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58133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79107029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3426364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45230394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20282011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6425798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8239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44273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62592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18206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31008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07649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77599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64573096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91617202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52631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03707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16125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AC7D-F0E7-EAF3-A2FA-D1BBE998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3FB6-A12E-933F-8817-E76E400A8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CE08-5C50-76BD-D4DD-16099D6D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0144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5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91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slideLayout" Target="../slideLayouts/slideLayout90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Relationship Id="rId4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8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26" Type="http://schemas.openxmlformats.org/officeDocument/2006/relationships/slideLayout" Target="../slideLayouts/slideLayout118.xml"/><Relationship Id="rId39" Type="http://schemas.openxmlformats.org/officeDocument/2006/relationships/slideLayout" Target="../slideLayouts/slideLayout131.xml"/><Relationship Id="rId21" Type="http://schemas.openxmlformats.org/officeDocument/2006/relationships/slideLayout" Target="../slideLayouts/slideLayout113.xml"/><Relationship Id="rId34" Type="http://schemas.openxmlformats.org/officeDocument/2006/relationships/slideLayout" Target="../slideLayouts/slideLayout126.xml"/><Relationship Id="rId42" Type="http://schemas.openxmlformats.org/officeDocument/2006/relationships/slideLayout" Target="../slideLayouts/slideLayout134.xml"/><Relationship Id="rId47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24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24.xml"/><Relationship Id="rId37" Type="http://schemas.openxmlformats.org/officeDocument/2006/relationships/slideLayout" Target="../slideLayouts/slideLayout129.xml"/><Relationship Id="rId40" Type="http://schemas.openxmlformats.org/officeDocument/2006/relationships/slideLayout" Target="../slideLayouts/slideLayout132.xml"/><Relationship Id="rId45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7.xml"/><Relationship Id="rId23" Type="http://schemas.openxmlformats.org/officeDocument/2006/relationships/slideLayout" Target="../slideLayouts/slideLayout115.xml"/><Relationship Id="rId28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02.xml"/><Relationship Id="rId19" Type="http://schemas.openxmlformats.org/officeDocument/2006/relationships/slideLayout" Target="../slideLayouts/slideLayout111.xml"/><Relationship Id="rId31" Type="http://schemas.openxmlformats.org/officeDocument/2006/relationships/slideLayout" Target="../slideLayouts/slideLayout123.xml"/><Relationship Id="rId44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14.xml"/><Relationship Id="rId27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22.xml"/><Relationship Id="rId35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35.xml"/><Relationship Id="rId48" Type="http://schemas.openxmlformats.org/officeDocument/2006/relationships/theme" Target="../theme/theme3.xml"/><Relationship Id="rId8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5" Type="http://schemas.openxmlformats.org/officeDocument/2006/relationships/slideLayout" Target="../slideLayouts/slideLayout117.xml"/><Relationship Id="rId33" Type="http://schemas.openxmlformats.org/officeDocument/2006/relationships/slideLayout" Target="../slideLayouts/slideLayout125.xml"/><Relationship Id="rId38" Type="http://schemas.openxmlformats.org/officeDocument/2006/relationships/slideLayout" Target="../slideLayouts/slideLayout130.xml"/><Relationship Id="rId46" Type="http://schemas.openxmlformats.org/officeDocument/2006/relationships/slideLayout" Target="../slideLayouts/slideLayout138.xml"/><Relationship Id="rId20" Type="http://schemas.openxmlformats.org/officeDocument/2006/relationships/slideLayout" Target="../slideLayouts/slideLayout112.xml"/><Relationship Id="rId41" Type="http://schemas.openxmlformats.org/officeDocument/2006/relationships/slideLayout" Target="../slideLayouts/slideLayout13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2.xml"/><Relationship Id="rId18" Type="http://schemas.openxmlformats.org/officeDocument/2006/relationships/slideLayout" Target="../slideLayouts/slideLayout157.xml"/><Relationship Id="rId26" Type="http://schemas.openxmlformats.org/officeDocument/2006/relationships/slideLayout" Target="../slideLayouts/slideLayout165.xml"/><Relationship Id="rId39" Type="http://schemas.openxmlformats.org/officeDocument/2006/relationships/slideLayout" Target="../slideLayouts/slideLayout178.xml"/><Relationship Id="rId21" Type="http://schemas.openxmlformats.org/officeDocument/2006/relationships/slideLayout" Target="../slideLayouts/slideLayout160.xml"/><Relationship Id="rId34" Type="http://schemas.openxmlformats.org/officeDocument/2006/relationships/slideLayout" Target="../slideLayouts/slideLayout173.xml"/><Relationship Id="rId42" Type="http://schemas.openxmlformats.org/officeDocument/2006/relationships/slideLayout" Target="../slideLayouts/slideLayout181.xml"/><Relationship Id="rId47" Type="http://schemas.openxmlformats.org/officeDocument/2006/relationships/theme" Target="../theme/theme4.xml"/><Relationship Id="rId7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55.xml"/><Relationship Id="rId29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50.xml"/><Relationship Id="rId24" Type="http://schemas.openxmlformats.org/officeDocument/2006/relationships/slideLayout" Target="../slideLayouts/slideLayout163.xml"/><Relationship Id="rId32" Type="http://schemas.openxmlformats.org/officeDocument/2006/relationships/slideLayout" Target="../slideLayouts/slideLayout171.xml"/><Relationship Id="rId37" Type="http://schemas.openxmlformats.org/officeDocument/2006/relationships/slideLayout" Target="../slideLayouts/slideLayout176.xml"/><Relationship Id="rId40" Type="http://schemas.openxmlformats.org/officeDocument/2006/relationships/slideLayout" Target="../slideLayouts/slideLayout179.xml"/><Relationship Id="rId45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44.xml"/><Relationship Id="rId15" Type="http://schemas.openxmlformats.org/officeDocument/2006/relationships/slideLayout" Target="../slideLayouts/slideLayout154.xml"/><Relationship Id="rId23" Type="http://schemas.openxmlformats.org/officeDocument/2006/relationships/slideLayout" Target="../slideLayouts/slideLayout162.xml"/><Relationship Id="rId28" Type="http://schemas.openxmlformats.org/officeDocument/2006/relationships/slideLayout" Target="../slideLayouts/slideLayout167.xml"/><Relationship Id="rId36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58.xml"/><Relationship Id="rId31" Type="http://schemas.openxmlformats.org/officeDocument/2006/relationships/slideLayout" Target="../slideLayouts/slideLayout170.xml"/><Relationship Id="rId44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8.xml"/><Relationship Id="rId14" Type="http://schemas.openxmlformats.org/officeDocument/2006/relationships/slideLayout" Target="../slideLayouts/slideLayout153.xml"/><Relationship Id="rId22" Type="http://schemas.openxmlformats.org/officeDocument/2006/relationships/slideLayout" Target="../slideLayouts/slideLayout161.xml"/><Relationship Id="rId27" Type="http://schemas.openxmlformats.org/officeDocument/2006/relationships/slideLayout" Target="../slideLayouts/slideLayout166.xml"/><Relationship Id="rId30" Type="http://schemas.openxmlformats.org/officeDocument/2006/relationships/slideLayout" Target="../slideLayouts/slideLayout169.xml"/><Relationship Id="rId35" Type="http://schemas.openxmlformats.org/officeDocument/2006/relationships/slideLayout" Target="../slideLayouts/slideLayout174.xml"/><Relationship Id="rId43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51.xml"/><Relationship Id="rId17" Type="http://schemas.openxmlformats.org/officeDocument/2006/relationships/slideLayout" Target="../slideLayouts/slideLayout156.xml"/><Relationship Id="rId25" Type="http://schemas.openxmlformats.org/officeDocument/2006/relationships/slideLayout" Target="../slideLayouts/slideLayout164.xml"/><Relationship Id="rId33" Type="http://schemas.openxmlformats.org/officeDocument/2006/relationships/slideLayout" Target="../slideLayouts/slideLayout172.xml"/><Relationship Id="rId38" Type="http://schemas.openxmlformats.org/officeDocument/2006/relationships/slideLayout" Target="../slideLayouts/slideLayout177.xml"/><Relationship Id="rId46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59.xml"/><Relationship Id="rId41" Type="http://schemas.openxmlformats.org/officeDocument/2006/relationships/slideLayout" Target="../slideLayouts/slideLayout18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" Type="http://schemas.openxmlformats.org/officeDocument/2006/relationships/slideLayout" Target="../slideLayouts/slideLayout188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2" Type="http://schemas.openxmlformats.org/officeDocument/2006/relationships/slideLayout" Target="../slideLayouts/slideLayout187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slideLayout" Target="../slideLayouts/slideLayout186.xml"/><Relationship Id="rId6" Type="http://schemas.openxmlformats.org/officeDocument/2006/relationships/theme" Target="../theme/theme5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5" Type="http://schemas.openxmlformats.org/officeDocument/2006/relationships/slideLayout" Target="../slideLayouts/slideLayout190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image" Target="../media/image1.emf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slideLayout" Target="../slideLayouts/slideLayout189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oleObject" Target="../embeddings/oleObject2.bin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3.xml"/><Relationship Id="rId18" Type="http://schemas.openxmlformats.org/officeDocument/2006/relationships/slideLayout" Target="../slideLayouts/slideLayout208.xml"/><Relationship Id="rId26" Type="http://schemas.openxmlformats.org/officeDocument/2006/relationships/slideLayout" Target="../slideLayouts/slideLayout216.xml"/><Relationship Id="rId39" Type="http://schemas.openxmlformats.org/officeDocument/2006/relationships/slideLayout" Target="../slideLayouts/slideLayout229.xml"/><Relationship Id="rId21" Type="http://schemas.openxmlformats.org/officeDocument/2006/relationships/slideLayout" Target="../slideLayouts/slideLayout211.xml"/><Relationship Id="rId34" Type="http://schemas.openxmlformats.org/officeDocument/2006/relationships/slideLayout" Target="../slideLayouts/slideLayout224.xml"/><Relationship Id="rId42" Type="http://schemas.openxmlformats.org/officeDocument/2006/relationships/slideLayout" Target="../slideLayouts/slideLayout232.xml"/><Relationship Id="rId47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2.xml"/><Relationship Id="rId16" Type="http://schemas.openxmlformats.org/officeDocument/2006/relationships/slideLayout" Target="../slideLayouts/slideLayout206.xml"/><Relationship Id="rId29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24" Type="http://schemas.openxmlformats.org/officeDocument/2006/relationships/slideLayout" Target="../slideLayouts/slideLayout214.xml"/><Relationship Id="rId32" Type="http://schemas.openxmlformats.org/officeDocument/2006/relationships/slideLayout" Target="../slideLayouts/slideLayout222.xml"/><Relationship Id="rId37" Type="http://schemas.openxmlformats.org/officeDocument/2006/relationships/slideLayout" Target="../slideLayouts/slideLayout227.xml"/><Relationship Id="rId40" Type="http://schemas.openxmlformats.org/officeDocument/2006/relationships/slideLayout" Target="../slideLayouts/slideLayout230.xml"/><Relationship Id="rId45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205.xml"/><Relationship Id="rId23" Type="http://schemas.openxmlformats.org/officeDocument/2006/relationships/slideLayout" Target="../slideLayouts/slideLayout213.xml"/><Relationship Id="rId28" Type="http://schemas.openxmlformats.org/officeDocument/2006/relationships/slideLayout" Target="../slideLayouts/slideLayout218.xml"/><Relationship Id="rId36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00.xml"/><Relationship Id="rId19" Type="http://schemas.openxmlformats.org/officeDocument/2006/relationships/slideLayout" Target="../slideLayouts/slideLayout209.xml"/><Relationship Id="rId31" Type="http://schemas.openxmlformats.org/officeDocument/2006/relationships/slideLayout" Target="../slideLayouts/slideLayout221.xml"/><Relationship Id="rId44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slideLayout" Target="../slideLayouts/slideLayout204.xml"/><Relationship Id="rId22" Type="http://schemas.openxmlformats.org/officeDocument/2006/relationships/slideLayout" Target="../slideLayouts/slideLayout212.xml"/><Relationship Id="rId27" Type="http://schemas.openxmlformats.org/officeDocument/2006/relationships/slideLayout" Target="../slideLayouts/slideLayout217.xml"/><Relationship Id="rId30" Type="http://schemas.openxmlformats.org/officeDocument/2006/relationships/slideLayout" Target="../slideLayouts/slideLayout220.xml"/><Relationship Id="rId35" Type="http://schemas.openxmlformats.org/officeDocument/2006/relationships/slideLayout" Target="../slideLayouts/slideLayout225.xml"/><Relationship Id="rId43" Type="http://schemas.openxmlformats.org/officeDocument/2006/relationships/slideLayout" Target="../slideLayouts/slideLayout233.xml"/><Relationship Id="rId48" Type="http://schemas.openxmlformats.org/officeDocument/2006/relationships/theme" Target="../theme/theme6.xml"/><Relationship Id="rId8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3.xml"/><Relationship Id="rId12" Type="http://schemas.openxmlformats.org/officeDocument/2006/relationships/slideLayout" Target="../slideLayouts/slideLayout202.xml"/><Relationship Id="rId17" Type="http://schemas.openxmlformats.org/officeDocument/2006/relationships/slideLayout" Target="../slideLayouts/slideLayout207.xml"/><Relationship Id="rId25" Type="http://schemas.openxmlformats.org/officeDocument/2006/relationships/slideLayout" Target="../slideLayouts/slideLayout215.xml"/><Relationship Id="rId33" Type="http://schemas.openxmlformats.org/officeDocument/2006/relationships/slideLayout" Target="../slideLayouts/slideLayout223.xml"/><Relationship Id="rId38" Type="http://schemas.openxmlformats.org/officeDocument/2006/relationships/slideLayout" Target="../slideLayouts/slideLayout228.xml"/><Relationship Id="rId46" Type="http://schemas.openxmlformats.org/officeDocument/2006/relationships/slideLayout" Target="../slideLayouts/slideLayout236.xml"/><Relationship Id="rId20" Type="http://schemas.openxmlformats.org/officeDocument/2006/relationships/slideLayout" Target="../slideLayouts/slideLayout210.xml"/><Relationship Id="rId41" Type="http://schemas.openxmlformats.org/officeDocument/2006/relationships/slideLayout" Target="../slideLayouts/slideLayout2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39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38" r:id="rId20"/>
    <p:sldLayoutId id="2147483839" r:id="rId21"/>
    <p:sldLayoutId id="2147483840" r:id="rId22"/>
    <p:sldLayoutId id="2147483841" r:id="rId23"/>
    <p:sldLayoutId id="2147483842" r:id="rId24"/>
    <p:sldLayoutId id="2147483843" r:id="rId25"/>
    <p:sldLayoutId id="2147483844" r:id="rId26"/>
    <p:sldLayoutId id="2147483845" r:id="rId27"/>
    <p:sldLayoutId id="2147483846" r:id="rId28"/>
    <p:sldLayoutId id="2147483847" r:id="rId29"/>
    <p:sldLayoutId id="2147483848" r:id="rId30"/>
    <p:sldLayoutId id="2147483849" r:id="rId31"/>
    <p:sldLayoutId id="2147483850" r:id="rId32"/>
    <p:sldLayoutId id="2147483851" r:id="rId33"/>
    <p:sldLayoutId id="2147483852" r:id="rId34"/>
    <p:sldLayoutId id="2147483853" r:id="rId35"/>
    <p:sldLayoutId id="2147483854" r:id="rId36"/>
    <p:sldLayoutId id="2147483855" r:id="rId37"/>
    <p:sldLayoutId id="2147483856" r:id="rId38"/>
    <p:sldLayoutId id="2147483857" r:id="rId39"/>
    <p:sldLayoutId id="2147483858" r:id="rId40"/>
    <p:sldLayoutId id="2147483859" r:id="rId41"/>
    <p:sldLayoutId id="2147483860" r:id="rId42"/>
    <p:sldLayoutId id="2147483861" r:id="rId43"/>
    <p:sldLayoutId id="2147483862" r:id="rId44"/>
    <p:sldLayoutId id="2147483863" r:id="rId45"/>
    <p:sldLayoutId id="2147483864" r:id="rId4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16990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5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7" r:id="rId21"/>
    <p:sldLayoutId id="2147483888" r:id="rId22"/>
    <p:sldLayoutId id="2147483889" r:id="rId23"/>
    <p:sldLayoutId id="2147483890" r:id="rId24"/>
    <p:sldLayoutId id="2147483891" r:id="rId25"/>
    <p:sldLayoutId id="2147483892" r:id="rId26"/>
    <p:sldLayoutId id="2147483893" r:id="rId27"/>
    <p:sldLayoutId id="2147483894" r:id="rId28"/>
    <p:sldLayoutId id="2147483895" r:id="rId29"/>
    <p:sldLayoutId id="2147483896" r:id="rId30"/>
    <p:sldLayoutId id="2147483897" r:id="rId31"/>
    <p:sldLayoutId id="2147483898" r:id="rId32"/>
    <p:sldLayoutId id="2147483899" r:id="rId33"/>
    <p:sldLayoutId id="2147483900" r:id="rId34"/>
    <p:sldLayoutId id="2147483901" r:id="rId35"/>
    <p:sldLayoutId id="2147483902" r:id="rId36"/>
    <p:sldLayoutId id="2147483903" r:id="rId37"/>
    <p:sldLayoutId id="2147483904" r:id="rId38"/>
    <p:sldLayoutId id="2147483905" r:id="rId39"/>
    <p:sldLayoutId id="2147483906" r:id="rId40"/>
    <p:sldLayoutId id="2147483907" r:id="rId41"/>
    <p:sldLayoutId id="2147483908" r:id="rId42"/>
    <p:sldLayoutId id="2147483909" r:id="rId43"/>
    <p:sldLayoutId id="2147483910" r:id="rId44"/>
    <p:sldLayoutId id="2147483911" r:id="rId45"/>
    <p:sldLayoutId id="2147483912" r:id="rId4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60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  <p:sldLayoutId id="2147483933" r:id="rId19"/>
    <p:sldLayoutId id="2147483934" r:id="rId20"/>
    <p:sldLayoutId id="2147483935" r:id="rId21"/>
    <p:sldLayoutId id="2147483936" r:id="rId22"/>
    <p:sldLayoutId id="2147483937" r:id="rId23"/>
    <p:sldLayoutId id="2147483938" r:id="rId24"/>
    <p:sldLayoutId id="2147483939" r:id="rId25"/>
    <p:sldLayoutId id="2147483940" r:id="rId26"/>
    <p:sldLayoutId id="2147483941" r:id="rId27"/>
    <p:sldLayoutId id="2147483942" r:id="rId28"/>
    <p:sldLayoutId id="2147483943" r:id="rId29"/>
    <p:sldLayoutId id="2147483944" r:id="rId30"/>
    <p:sldLayoutId id="2147483945" r:id="rId31"/>
    <p:sldLayoutId id="2147483946" r:id="rId32"/>
    <p:sldLayoutId id="2147483947" r:id="rId33"/>
    <p:sldLayoutId id="2147483948" r:id="rId34"/>
    <p:sldLayoutId id="2147483949" r:id="rId35"/>
    <p:sldLayoutId id="2147483950" r:id="rId36"/>
    <p:sldLayoutId id="2147483951" r:id="rId37"/>
    <p:sldLayoutId id="2147483952" r:id="rId38"/>
    <p:sldLayoutId id="2147483953" r:id="rId39"/>
    <p:sldLayoutId id="2147483954" r:id="rId40"/>
    <p:sldLayoutId id="2147483955" r:id="rId41"/>
    <p:sldLayoutId id="2147483956" r:id="rId42"/>
    <p:sldLayoutId id="2147483957" r:id="rId43"/>
    <p:sldLayoutId id="2147483958" r:id="rId44"/>
    <p:sldLayoutId id="2147483959" r:id="rId45"/>
    <p:sldLayoutId id="2147483960" r:id="rId46"/>
    <p:sldLayoutId id="2147483961" r:id="rId4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63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  <p:sldLayoutId id="2147483981" r:id="rId18"/>
    <p:sldLayoutId id="2147483982" r:id="rId19"/>
    <p:sldLayoutId id="2147483983" r:id="rId20"/>
    <p:sldLayoutId id="2147483984" r:id="rId21"/>
    <p:sldLayoutId id="2147483985" r:id="rId22"/>
    <p:sldLayoutId id="2147483986" r:id="rId23"/>
    <p:sldLayoutId id="2147483987" r:id="rId24"/>
    <p:sldLayoutId id="2147483988" r:id="rId25"/>
    <p:sldLayoutId id="2147483989" r:id="rId26"/>
    <p:sldLayoutId id="2147483990" r:id="rId27"/>
    <p:sldLayoutId id="2147483991" r:id="rId28"/>
    <p:sldLayoutId id="2147483992" r:id="rId29"/>
    <p:sldLayoutId id="2147483993" r:id="rId30"/>
    <p:sldLayoutId id="2147483994" r:id="rId31"/>
    <p:sldLayoutId id="2147483995" r:id="rId32"/>
    <p:sldLayoutId id="2147483996" r:id="rId33"/>
    <p:sldLayoutId id="2147483997" r:id="rId34"/>
    <p:sldLayoutId id="2147483998" r:id="rId35"/>
    <p:sldLayoutId id="2147483999" r:id="rId36"/>
    <p:sldLayoutId id="2147484000" r:id="rId37"/>
    <p:sldLayoutId id="2147484001" r:id="rId38"/>
    <p:sldLayoutId id="2147484002" r:id="rId39"/>
    <p:sldLayoutId id="2147484003" r:id="rId40"/>
    <p:sldLayoutId id="2147484004" r:id="rId41"/>
    <p:sldLayoutId id="2147484005" r:id="rId42"/>
    <p:sldLayoutId id="2147484006" r:id="rId43"/>
    <p:sldLayoutId id="2147484007" r:id="rId44"/>
    <p:sldLayoutId id="2147484008" r:id="rId45"/>
    <p:sldLayoutId id="2147484009" r:id="rId46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554736" y="1405610"/>
              <a:ext cx="11082528" cy="481231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/>
            <p:nvPr userDrawn="1"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/>
            <p:nvPr userDrawn="1"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3972" y="6278401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987739" y="2170801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600">
                <a:latin typeface="+mn-lt"/>
                <a:ea typeface="+mn-ea"/>
                <a:cs typeface="+mn-cs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sz="1600" b="0">
                <a:latin typeface="+mn-lt"/>
                <a:ea typeface="+mn-ea"/>
                <a:cs typeface="+mn-cs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1"/>
            <a:ext cx="3310202" cy="1402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964729"/>
            <a:ext cx="4344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46" name="Graphic 6">
            <a:extLst>
              <a:ext uri="{FF2B5EF4-FFF2-40B4-BE49-F238E27FC236}">
                <a16:creationId xmlns:a16="http://schemas.microsoft.com/office/drawing/2014/main" id="{AF98DDB4-2675-8EAF-4CA7-DB2961799826}"/>
              </a:ext>
            </a:extLst>
          </p:cNvPr>
          <p:cNvSpPr>
            <a:spLocks noChangeAspect="1"/>
          </p:cNvSpPr>
          <p:nvPr userDrawn="1"/>
        </p:nvSpPr>
        <p:spPr bwMode="ltGray">
          <a:xfrm>
            <a:off x="554736" y="6456407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accent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4" name="LegendLines" hidden="1">
            <a:extLst>
              <a:ext uri="{FF2B5EF4-FFF2-40B4-BE49-F238E27FC236}">
                <a16:creationId xmlns:a16="http://schemas.microsoft.com/office/drawing/2014/main" id="{63CA41C0-2498-B571-5ED1-798720B4A7B8}"/>
              </a:ext>
            </a:extLst>
          </p:cNvPr>
          <p:cNvGrpSpPr/>
          <p:nvPr userDrawn="1"/>
        </p:nvGrpSpPr>
        <p:grpSpPr>
          <a:xfrm>
            <a:off x="10317309" y="3355020"/>
            <a:ext cx="1311947" cy="958286"/>
            <a:chOff x="10162879" y="3243772"/>
            <a:chExt cx="1311946" cy="958287"/>
          </a:xfrm>
        </p:grpSpPr>
        <p:sp>
          <p:nvSpPr>
            <p:cNvPr id="47" name="Legend1" hidden="1">
              <a:extLst>
                <a:ext uri="{FF2B5EF4-FFF2-40B4-BE49-F238E27FC236}">
                  <a16:creationId xmlns:a16="http://schemas.microsoft.com/office/drawing/2014/main" id="{8211A1E1-12B6-4209-C76C-4A18FA5B1EF7}"/>
                </a:ext>
              </a:extLst>
            </p:cNvPr>
            <p:cNvSpPr txBox="1"/>
            <p:nvPr/>
          </p:nvSpPr>
          <p:spPr>
            <a:xfrm>
              <a:off x="10886522" y="324377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8" name="Legend2" hidden="1">
              <a:extLst>
                <a:ext uri="{FF2B5EF4-FFF2-40B4-BE49-F238E27FC236}">
                  <a16:creationId xmlns:a16="http://schemas.microsoft.com/office/drawing/2014/main" id="{5700D51C-DD3D-DCA1-6108-EBE531A5FD69}"/>
                </a:ext>
              </a:extLst>
            </p:cNvPr>
            <p:cNvSpPr txBox="1"/>
            <p:nvPr/>
          </p:nvSpPr>
          <p:spPr>
            <a:xfrm>
              <a:off x="10886522" y="361519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9" name="Legend3" hidden="1">
              <a:extLst>
                <a:ext uri="{FF2B5EF4-FFF2-40B4-BE49-F238E27FC236}">
                  <a16:creationId xmlns:a16="http://schemas.microsoft.com/office/drawing/2014/main" id="{B3C4292D-02EA-50AD-9C99-16A35B5EF22E}"/>
                </a:ext>
              </a:extLst>
            </p:cNvPr>
            <p:cNvSpPr txBox="1"/>
            <p:nvPr/>
          </p:nvSpPr>
          <p:spPr>
            <a:xfrm>
              <a:off x="10886522" y="3986615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0" name="LineLegend3" hidden="1">
              <a:extLst>
                <a:ext uri="{FF2B5EF4-FFF2-40B4-BE49-F238E27FC236}">
                  <a16:creationId xmlns:a16="http://schemas.microsoft.com/office/drawing/2014/main" id="{786AB51D-E26D-4431-AA41-B5F1DE2D500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1" name="LineLegend2" hidden="1">
              <a:extLst>
                <a:ext uri="{FF2B5EF4-FFF2-40B4-BE49-F238E27FC236}">
                  <a16:creationId xmlns:a16="http://schemas.microsoft.com/office/drawing/2014/main" id="{438FC66D-7C27-AD78-49E2-F80BCBE7F23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2" name="LineLegend1" hidden="1">
              <a:extLst>
                <a:ext uri="{FF2B5EF4-FFF2-40B4-BE49-F238E27FC236}">
                  <a16:creationId xmlns:a16="http://schemas.microsoft.com/office/drawing/2014/main" id="{33A85393-65DC-42BC-63FC-B1865DF4A4D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53" name="LegendMoons" hidden="1">
            <a:extLst>
              <a:ext uri="{FF2B5EF4-FFF2-40B4-BE49-F238E27FC236}">
                <a16:creationId xmlns:a16="http://schemas.microsoft.com/office/drawing/2014/main" id="{7839E89D-1CFE-701D-5556-68293E1B0BA6}"/>
              </a:ext>
            </a:extLst>
          </p:cNvPr>
          <p:cNvGrpSpPr/>
          <p:nvPr userDrawn="1"/>
        </p:nvGrpSpPr>
        <p:grpSpPr>
          <a:xfrm>
            <a:off x="10688318" y="1415984"/>
            <a:ext cx="940935" cy="1731859"/>
            <a:chOff x="7723680" y="1702457"/>
            <a:chExt cx="940935" cy="1731859"/>
          </a:xfrm>
        </p:grpSpPr>
        <p:sp>
          <p:nvSpPr>
            <p:cNvPr id="54" name="Legend1" hidden="1">
              <a:extLst>
                <a:ext uri="{FF2B5EF4-FFF2-40B4-BE49-F238E27FC236}">
                  <a16:creationId xmlns:a16="http://schemas.microsoft.com/office/drawing/2014/main" id="{2858A778-6F43-012B-31AC-41392C6404DE}"/>
                </a:ext>
              </a:extLst>
            </p:cNvPr>
            <p:cNvSpPr txBox="1"/>
            <p:nvPr/>
          </p:nvSpPr>
          <p:spPr>
            <a:xfrm>
              <a:off x="8076312" y="170981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5" name="Legend2" hidden="1">
              <a:extLst>
                <a:ext uri="{FF2B5EF4-FFF2-40B4-BE49-F238E27FC236}">
                  <a16:creationId xmlns:a16="http://schemas.microsoft.com/office/drawing/2014/main" id="{9C65AADA-646D-9413-2B8C-AEB229959FE6}"/>
                </a:ext>
              </a:extLst>
            </p:cNvPr>
            <p:cNvSpPr txBox="1"/>
            <p:nvPr/>
          </p:nvSpPr>
          <p:spPr>
            <a:xfrm>
              <a:off x="8076312" y="208527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6" name="Legend3" hidden="1">
              <a:extLst>
                <a:ext uri="{FF2B5EF4-FFF2-40B4-BE49-F238E27FC236}">
                  <a16:creationId xmlns:a16="http://schemas.microsoft.com/office/drawing/2014/main" id="{716C5385-0E31-0A8E-6801-0B8571DAE026}"/>
                </a:ext>
              </a:extLst>
            </p:cNvPr>
            <p:cNvSpPr txBox="1"/>
            <p:nvPr/>
          </p:nvSpPr>
          <p:spPr>
            <a:xfrm>
              <a:off x="8076312" y="246073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8" name="Legend4" hidden="1">
              <a:extLst>
                <a:ext uri="{FF2B5EF4-FFF2-40B4-BE49-F238E27FC236}">
                  <a16:creationId xmlns:a16="http://schemas.microsoft.com/office/drawing/2014/main" id="{0971ED1D-1162-9961-EC19-1A7FA815A2AF}"/>
                </a:ext>
              </a:extLst>
            </p:cNvPr>
            <p:cNvSpPr txBox="1"/>
            <p:nvPr/>
          </p:nvSpPr>
          <p:spPr>
            <a:xfrm>
              <a:off x="8076312" y="2836193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9" name="Legend5" hidden="1">
              <a:extLst>
                <a:ext uri="{FF2B5EF4-FFF2-40B4-BE49-F238E27FC236}">
                  <a16:creationId xmlns:a16="http://schemas.microsoft.com/office/drawing/2014/main" id="{F352890F-702B-7BFF-65F8-7C221FE4BAAB}"/>
                </a:ext>
              </a:extLst>
            </p:cNvPr>
            <p:cNvSpPr txBox="1"/>
            <p:nvPr/>
          </p:nvSpPr>
          <p:spPr>
            <a:xfrm>
              <a:off x="8076312" y="321165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grpSp>
          <p:nvGrpSpPr>
            <p:cNvPr id="60" name="MoonLegend1" hidden="1">
              <a:extLst>
                <a:ext uri="{FF2B5EF4-FFF2-40B4-BE49-F238E27FC236}">
                  <a16:creationId xmlns:a16="http://schemas.microsoft.com/office/drawing/2014/main" id="{82E250EB-42ED-18E7-559B-E507AF80B751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7" name="Oval 136" hidden="1">
                <a:extLst>
                  <a:ext uri="{FF2B5EF4-FFF2-40B4-BE49-F238E27FC236}">
                    <a16:creationId xmlns:a16="http://schemas.microsoft.com/office/drawing/2014/main" id="{E4D9C8ED-7F5B-4D82-0735-6FF633BB0D5C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8" name="Arc 137" hidden="1">
                <a:extLst>
                  <a:ext uri="{FF2B5EF4-FFF2-40B4-BE49-F238E27FC236}">
                    <a16:creationId xmlns:a16="http://schemas.microsoft.com/office/drawing/2014/main" id="{4816EE76-D7F8-72EA-7675-3EDCF2F495B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1" name="MoonLegend2" hidden="1">
              <a:extLst>
                <a:ext uri="{FF2B5EF4-FFF2-40B4-BE49-F238E27FC236}">
                  <a16:creationId xmlns:a16="http://schemas.microsoft.com/office/drawing/2014/main" id="{49182E3F-BFB6-BB49-7451-B1FE22ABC133}"/>
                </a:ext>
              </a:extLst>
            </p:cNvPr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35" name="Oval 134" hidden="1">
                <a:extLst>
                  <a:ext uri="{FF2B5EF4-FFF2-40B4-BE49-F238E27FC236}">
                    <a16:creationId xmlns:a16="http://schemas.microsoft.com/office/drawing/2014/main" id="{3361F8AD-9871-398E-2878-B638EC60F580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6" name="Arc 135" hidden="1">
                <a:extLst>
                  <a:ext uri="{FF2B5EF4-FFF2-40B4-BE49-F238E27FC236}">
                    <a16:creationId xmlns:a16="http://schemas.microsoft.com/office/drawing/2014/main" id="{6A48B4CE-FF96-7C9B-5B3B-6A62E5008CED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2" name="MoonLegend3" hidden="1">
              <a:extLst>
                <a:ext uri="{FF2B5EF4-FFF2-40B4-BE49-F238E27FC236}">
                  <a16:creationId xmlns:a16="http://schemas.microsoft.com/office/drawing/2014/main" id="{389C2AFD-FA5D-3CB6-7EC8-7EC6FCED17D1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33" name="Oval 132" hidden="1">
                <a:extLst>
                  <a:ext uri="{FF2B5EF4-FFF2-40B4-BE49-F238E27FC236}">
                    <a16:creationId xmlns:a16="http://schemas.microsoft.com/office/drawing/2014/main" id="{613D7478-0486-9D2B-619C-771946F613A5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4" name="Arc 133" hidden="1">
                <a:extLst>
                  <a:ext uri="{FF2B5EF4-FFF2-40B4-BE49-F238E27FC236}">
                    <a16:creationId xmlns:a16="http://schemas.microsoft.com/office/drawing/2014/main" id="{17206685-1929-DF5A-B4A8-815F1A6A503B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3" name="MoonLegend4" hidden="1">
              <a:extLst>
                <a:ext uri="{FF2B5EF4-FFF2-40B4-BE49-F238E27FC236}">
                  <a16:creationId xmlns:a16="http://schemas.microsoft.com/office/drawing/2014/main" id="{F41138FA-8FF2-C95B-9324-8DE8DB940DBB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31" name="Oval 130" hidden="1">
                <a:extLst>
                  <a:ext uri="{FF2B5EF4-FFF2-40B4-BE49-F238E27FC236}">
                    <a16:creationId xmlns:a16="http://schemas.microsoft.com/office/drawing/2014/main" id="{AFE4BDAB-EC0D-6F8A-7AB5-5EEB1569BB76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2" name="Arc 131" hidden="1">
                <a:extLst>
                  <a:ext uri="{FF2B5EF4-FFF2-40B4-BE49-F238E27FC236}">
                    <a16:creationId xmlns:a16="http://schemas.microsoft.com/office/drawing/2014/main" id="{E4418AC0-3DD1-5988-2D61-5B5B4BC0A859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8" name="MoonLegend5" hidden="1">
              <a:extLst>
                <a:ext uri="{FF2B5EF4-FFF2-40B4-BE49-F238E27FC236}">
                  <a16:creationId xmlns:a16="http://schemas.microsoft.com/office/drawing/2014/main" id="{BAF3E7D4-C7C5-EB6B-46AE-0574CE6F7810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9" name="Oval 128" hidden="1">
                <a:extLst>
                  <a:ext uri="{FF2B5EF4-FFF2-40B4-BE49-F238E27FC236}">
                    <a16:creationId xmlns:a16="http://schemas.microsoft.com/office/drawing/2014/main" id="{0DF6734C-6DD0-192D-7C1C-607FA17E194D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0" name="Arc 129" hidden="1">
                <a:extLst>
                  <a:ext uri="{FF2B5EF4-FFF2-40B4-BE49-F238E27FC236}">
                    <a16:creationId xmlns:a16="http://schemas.microsoft.com/office/drawing/2014/main" id="{7374B356-78D3-D4A9-E18F-3F320B0F4E03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39" name="LegendBoxes" hidden="1">
            <a:extLst>
              <a:ext uri="{FF2B5EF4-FFF2-40B4-BE49-F238E27FC236}">
                <a16:creationId xmlns:a16="http://schemas.microsoft.com/office/drawing/2014/main" id="{7F2D78C1-A096-ACF2-297A-3374C19D638A}"/>
              </a:ext>
            </a:extLst>
          </p:cNvPr>
          <p:cNvGrpSpPr/>
          <p:nvPr userDrawn="1"/>
        </p:nvGrpSpPr>
        <p:grpSpPr>
          <a:xfrm>
            <a:off x="10714806" y="4520488"/>
            <a:ext cx="914449" cy="1717281"/>
            <a:chOff x="10652400" y="4322824"/>
            <a:chExt cx="914449" cy="1717282"/>
          </a:xfrm>
        </p:grpSpPr>
        <p:sp>
          <p:nvSpPr>
            <p:cNvPr id="140" name="RectangleLegend1" hidden="1">
              <a:extLst>
                <a:ext uri="{FF2B5EF4-FFF2-40B4-BE49-F238E27FC236}">
                  <a16:creationId xmlns:a16="http://schemas.microsoft.com/office/drawing/2014/main" id="{AC6E0428-0654-00DA-C3CA-D5112D2BB876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1" name="RectangleLegend2" hidden="1">
              <a:extLst>
                <a:ext uri="{FF2B5EF4-FFF2-40B4-BE49-F238E27FC236}">
                  <a16:creationId xmlns:a16="http://schemas.microsoft.com/office/drawing/2014/main" id="{4A8EAB1C-3886-25C8-5CDB-7593C4A79BC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2" name="RectangleLegend3" hidden="1">
              <a:extLst>
                <a:ext uri="{FF2B5EF4-FFF2-40B4-BE49-F238E27FC236}">
                  <a16:creationId xmlns:a16="http://schemas.microsoft.com/office/drawing/2014/main" id="{673F16A8-02BD-E486-1789-E96CFB3D3830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3" name="RectangleLegend4" hidden="1">
              <a:extLst>
                <a:ext uri="{FF2B5EF4-FFF2-40B4-BE49-F238E27FC236}">
                  <a16:creationId xmlns:a16="http://schemas.microsoft.com/office/drawing/2014/main" id="{B4B5F173-0CE5-D683-B6F5-57CE1112E125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4" name="RectangleLegend5" hidden="1">
              <a:extLst>
                <a:ext uri="{FF2B5EF4-FFF2-40B4-BE49-F238E27FC236}">
                  <a16:creationId xmlns:a16="http://schemas.microsoft.com/office/drawing/2014/main" id="{015C570C-B3A8-19E1-732E-AA14C8FEC593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5" name="Legend1" hidden="1">
              <a:extLst>
                <a:ext uri="{FF2B5EF4-FFF2-40B4-BE49-F238E27FC236}">
                  <a16:creationId xmlns:a16="http://schemas.microsoft.com/office/drawing/2014/main" id="{CFFFF425-E256-56B8-7362-B7B6E3076B03}"/>
                </a:ext>
              </a:extLst>
            </p:cNvPr>
            <p:cNvSpPr txBox="1"/>
            <p:nvPr/>
          </p:nvSpPr>
          <p:spPr>
            <a:xfrm>
              <a:off x="10978546" y="4322824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6" name="Legend2" hidden="1">
              <a:extLst>
                <a:ext uri="{FF2B5EF4-FFF2-40B4-BE49-F238E27FC236}">
                  <a16:creationId xmlns:a16="http://schemas.microsoft.com/office/drawing/2014/main" id="{D0E725D3-35B7-4107-C900-E258891288E2}"/>
                </a:ext>
              </a:extLst>
            </p:cNvPr>
            <p:cNvSpPr txBox="1"/>
            <p:nvPr/>
          </p:nvSpPr>
          <p:spPr>
            <a:xfrm>
              <a:off x="10978546" y="470232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7" name="Legend3" hidden="1">
              <a:extLst>
                <a:ext uri="{FF2B5EF4-FFF2-40B4-BE49-F238E27FC236}">
                  <a16:creationId xmlns:a16="http://schemas.microsoft.com/office/drawing/2014/main" id="{05C0D6C4-56D3-952E-D290-C74F0347A211}"/>
                </a:ext>
              </a:extLst>
            </p:cNvPr>
            <p:cNvSpPr txBox="1"/>
            <p:nvPr/>
          </p:nvSpPr>
          <p:spPr>
            <a:xfrm>
              <a:off x="10978546" y="5081820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8" name="Legend4" hidden="1">
              <a:extLst>
                <a:ext uri="{FF2B5EF4-FFF2-40B4-BE49-F238E27FC236}">
                  <a16:creationId xmlns:a16="http://schemas.microsoft.com/office/drawing/2014/main" id="{2E97B226-1B82-7230-A19E-6FFCBBF47D51}"/>
                </a:ext>
              </a:extLst>
            </p:cNvPr>
            <p:cNvSpPr txBox="1"/>
            <p:nvPr/>
          </p:nvSpPr>
          <p:spPr>
            <a:xfrm>
              <a:off x="10978546" y="5453241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9" name="Legend5" hidden="1">
              <a:extLst>
                <a:ext uri="{FF2B5EF4-FFF2-40B4-BE49-F238E27FC236}">
                  <a16:creationId xmlns:a16="http://schemas.microsoft.com/office/drawing/2014/main" id="{08161116-89F0-BDF9-0587-B408C4950F86}"/>
                </a:ext>
              </a:extLst>
            </p:cNvPr>
            <p:cNvSpPr txBox="1"/>
            <p:nvPr/>
          </p:nvSpPr>
          <p:spPr>
            <a:xfrm>
              <a:off x="10978545" y="582466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8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</p:sldLayoutIdLst>
  <p:hf hdr="0" ftr="0" dt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  <a:sym typeface="Arial" panose="020B0604020202020204" pitchFamily="34" charset="0"/>
        </a:defRPr>
      </a:lvl1pPr>
    </p:titleStyle>
    <p:bodyStyle>
      <a:lvl1pPr marL="0" indent="0" algn="l" defTabSz="914363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230387" indent="-230387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439176" indent="-208788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593966" indent="-15479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813554" indent="-14759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90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8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2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  <p:sldLayoutId id="2147484173" r:id="rId12"/>
    <p:sldLayoutId id="2147484174" r:id="rId13"/>
    <p:sldLayoutId id="2147484175" r:id="rId14"/>
    <p:sldLayoutId id="2147484176" r:id="rId15"/>
    <p:sldLayoutId id="2147484177" r:id="rId16"/>
    <p:sldLayoutId id="2147484178" r:id="rId17"/>
    <p:sldLayoutId id="2147484179" r:id="rId18"/>
    <p:sldLayoutId id="2147484180" r:id="rId19"/>
    <p:sldLayoutId id="2147484181" r:id="rId20"/>
    <p:sldLayoutId id="2147484182" r:id="rId21"/>
    <p:sldLayoutId id="2147484183" r:id="rId22"/>
    <p:sldLayoutId id="2147484184" r:id="rId23"/>
    <p:sldLayoutId id="2147484185" r:id="rId24"/>
    <p:sldLayoutId id="2147484186" r:id="rId25"/>
    <p:sldLayoutId id="2147484187" r:id="rId26"/>
    <p:sldLayoutId id="2147484188" r:id="rId27"/>
    <p:sldLayoutId id="2147484189" r:id="rId28"/>
    <p:sldLayoutId id="2147484190" r:id="rId29"/>
    <p:sldLayoutId id="2147484191" r:id="rId30"/>
    <p:sldLayoutId id="2147484192" r:id="rId31"/>
    <p:sldLayoutId id="2147484193" r:id="rId32"/>
    <p:sldLayoutId id="2147484194" r:id="rId33"/>
    <p:sldLayoutId id="2147484195" r:id="rId34"/>
    <p:sldLayoutId id="2147484196" r:id="rId35"/>
    <p:sldLayoutId id="2147484197" r:id="rId36"/>
    <p:sldLayoutId id="2147484198" r:id="rId37"/>
    <p:sldLayoutId id="2147484199" r:id="rId38"/>
    <p:sldLayoutId id="2147484200" r:id="rId39"/>
    <p:sldLayoutId id="2147484201" r:id="rId40"/>
    <p:sldLayoutId id="2147484202" r:id="rId41"/>
    <p:sldLayoutId id="2147484203" r:id="rId42"/>
    <p:sldLayoutId id="2147484204" r:id="rId43"/>
    <p:sldLayoutId id="2147484205" r:id="rId44"/>
    <p:sldLayoutId id="2147484206" r:id="rId45"/>
    <p:sldLayoutId id="2147484207" r:id="rId46"/>
    <p:sldLayoutId id="2147484208" r:id="rId4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"/>
            <a:ext cx="12191695" cy="182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0" y="9144"/>
            <a:ext cx="7040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F7F7F"/>
                </a:solidFill>
              </a:rPr>
              <a:t>Personal Promotion Module  |  Message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9646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00"/>
                </a:solidFill>
              </a:rPr>
              <a:t>Across all RYB+LAZ messages, recall declined Q3→Q4; NCCN Category 1 leads Q4 recall while OS and CNS efficacy messages sustain the highest effectiveness ratings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182880"/>
            <a:ext cx="2057400" cy="8686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66960" y="18288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PERSONAL
PROMOTION
MODULE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1207008"/>
            <a:ext cx="1219169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" y="1161288"/>
            <a:ext cx="7278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05050"/>
                </a:solidFill>
              </a:rPr>
              <a:t>Message Recall (% Recalled)  |  sorted by Q4'25 descending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2944" y="1161288"/>
            <a:ext cx="4626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505050"/>
                </a:solidFill>
              </a:rPr>
              <a:t>Message Effectiveness (% Effective, Top-2 Box†)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82880" y="1344168"/>
          <a:ext cx="667512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552944" y="1344168"/>
          <a:ext cx="402336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94576" y="1344168"/>
          <a:ext cx="566928" cy="4507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0479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MR Δ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7F7F7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-9.5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-8.6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-22.2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-1.9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7F7F7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1612880" y="1344168"/>
          <a:ext cx="566928" cy="4507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0479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ME Δ</a:t>
                      </a:r>
                    </a:p>
                  </a:txBody>
                  <a:tcP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7F7F7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-4.7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-4.5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B050"/>
                          </a:solidFill>
                        </a:rPr>
                        <a:t>+0.7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7F7F7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51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0000"/>
                          </a:solidFill>
                        </a:rPr>
                        <a:t>-7.2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169663" y="6053327"/>
            <a:ext cx="182880" cy="128016"/>
          </a:xfrm>
          <a:prstGeom prst="rect">
            <a:avLst/>
          </a:prstGeom>
          <a:solidFill>
            <a:srgbClr val="F75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98263" y="6044183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050"/>
                </a:solidFill>
              </a:rPr>
              <a:t>Q4'25  (n=100)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78423" y="6053327"/>
            <a:ext cx="182880" cy="128016"/>
          </a:xfrm>
          <a:prstGeom prst="rect">
            <a:avLst/>
          </a:prstGeom>
          <a:solidFill>
            <a:srgbClr val="FFC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07023" y="6044183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050"/>
                </a:solidFill>
              </a:rPr>
              <a:t>Q3'25  (n=103)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32903" y="6053327"/>
            <a:ext cx="182880" cy="12801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3" y="6044183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050"/>
                </a:solidFill>
              </a:rPr>
              <a:t>Δ increase (vs Q3)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8824" y="6053327"/>
            <a:ext cx="182880" cy="1280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07424" y="6044183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05050"/>
                </a:solidFill>
              </a:rPr>
              <a:t>Δ decrease (vs Q3)   N/A = new message (no Q3)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" y="6583680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7F7F7F"/>
                </a:solidFill>
              </a:rPr>
              <a:t>† ME = geometric mean composite effectiveness (Top-2 Box).  * NCCN messages new Nov 2025 — no Q3 baseline (N/A).  Source: RYB IM Survey (738902) | Q3 n=103 | Q4 n=100.  Delta = Q4'25 minus Q3'25 (pp). Sorted by Message Recall Q4 descending.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ANALYSISID" val="579"/>
  <p:tag name="OLDDARWIN_PROJECT" val="623"/>
  <p:tag name="OLDDARWIN_SURVEY" val="73890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42skXLN5LV_OZEoDdPo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1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2.xml><?xml version="1.0" encoding="utf-8"?>
<a:theme xmlns:a="http://schemas.openxmlformats.org/drawingml/2006/main" name="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3.xml><?xml version="1.0" encoding="utf-8"?>
<a:theme xmlns:a="http://schemas.openxmlformats.org/drawingml/2006/main" name="2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J_PPT_InnovativeMedicine_Template_F.potx  -  Read-Only" id="{4848CCE4-4BF9-405D-9132-E330E2AE5796}" vid="{231837AC-97DA-4038-9167-93ADE5889A1C}"/>
    </a:ext>
  </a:extLst>
</a:theme>
</file>

<file path=ppt/theme/theme4.xml><?xml version="1.0" encoding="utf-8"?>
<a:theme xmlns:a="http://schemas.openxmlformats.org/drawingml/2006/main" name="3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5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EB1700"/>
      </a:accent1>
      <a:accent2>
        <a:srgbClr val="000000"/>
      </a:accent2>
      <a:accent3>
        <a:srgbClr val="004686"/>
      </a:accent3>
      <a:accent4>
        <a:srgbClr val="68D2FF"/>
      </a:accent4>
      <a:accent5>
        <a:srgbClr val="541981"/>
      </a:accent5>
      <a:accent6>
        <a:srgbClr val="C4BDB6"/>
      </a:accent6>
      <a:hlink>
        <a:srgbClr val="0000FF"/>
      </a:hlink>
      <a:folHlink>
        <a:srgbClr val="800080"/>
      </a:folHlink>
    </a:clrScheme>
    <a:fontScheme name="Custom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EB1700"/>
        </a:accent1>
        <a:accent2>
          <a:srgbClr val="000000"/>
        </a:accent2>
        <a:accent3>
          <a:srgbClr val="004686"/>
        </a:accent3>
        <a:accent4>
          <a:srgbClr val="68D2FF"/>
        </a:accent4>
        <a:accent5>
          <a:srgbClr val="541981"/>
        </a:accent5>
        <a:accent6>
          <a:srgbClr val="C4BDB6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20240814_JJIM Launch Cockpit_Data Request Open Questions_v1" id="{805BD970-7DBF-44B0-986E-BD41591CAD98}" vid="{C111677A-E4FA-4660-8104-08F5B9DB419A}"/>
    </a:ext>
  </a:extLst>
</a:theme>
</file>

<file path=ppt/theme/theme6.xml><?xml version="1.0" encoding="utf-8"?>
<a:theme xmlns:a="http://schemas.openxmlformats.org/drawingml/2006/main" name="5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D39138238E3428482F9AC847CC3B1" ma:contentTypeVersion="26" ma:contentTypeDescription="Create a new document." ma:contentTypeScope="" ma:versionID="dd5192036d17513511aa768119511b92">
  <xsd:schema xmlns:xsd="http://www.w3.org/2001/XMLSchema" xmlns:xs="http://www.w3.org/2001/XMLSchema" xmlns:p="http://schemas.microsoft.com/office/2006/metadata/properties" xmlns:ns1="http://schemas.microsoft.com/sharepoint/v3" xmlns:ns2="457c7519-65f4-4311-98ff-710488d5099d" xmlns:ns3="4c31d0a7-7d65-4455-b0b7-66f65b242358" targetNamespace="http://schemas.microsoft.com/office/2006/metadata/properties" ma:root="true" ma:fieldsID="7f3f13722d454f803d093c8998983f6c" ns1:_="" ns2:_="" ns3:_="">
    <xsd:import namespace="http://schemas.microsoft.com/sharepoint/v3"/>
    <xsd:import namespace="457c7519-65f4-4311-98ff-710488d5099d"/>
    <xsd:import namespace="4c31d0a7-7d65-4455-b0b7-66f65b242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CR" minOccurs="0"/>
                <xsd:element ref="ns2:Link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5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6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7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8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9" nillable="true" ma:displayName="Number of Likes" ma:internalName="LikesCount">
      <xsd:simpleType>
        <xsd:restriction base="dms:Unknown"/>
      </xsd:simpleType>
    </xsd:element>
    <xsd:element name="LikedBy" ma:index="30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c7519-65f4-4311-98ff-710488d50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fdb820a-fbe5-49ec-8492-f23f1cc1e7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ink" ma:index="21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d0a7-7d65-4455-b0b7-66f65b242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4b33b4c-756c-484c-a535-e67165055b61}" ma:internalName="TaxCatchAll" ma:showField="CatchAllData" ma:web="4c31d0a7-7d65-4455-b0b7-66f65b242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d0a7-7d65-4455-b0b7-66f65b242358" xsi:nil="true"/>
    <lcf76f155ced4ddcb4097134ff3c332f xmlns="457c7519-65f4-4311-98ff-710488d5099d">
      <Terms xmlns="http://schemas.microsoft.com/office/infopath/2007/PartnerControls"/>
    </lcf76f155ced4ddcb4097134ff3c332f>
    <SharedWithUsers xmlns="4c31d0a7-7d65-4455-b0b7-66f65b242358">
      <UserInfo>
        <DisplayName/>
        <AccountId xsi:nil="true"/>
        <AccountType/>
      </UserInfo>
    </SharedWithUsers>
    <MediaLengthInSeconds xmlns="457c7519-65f4-4311-98ff-710488d5099d" xsi:nil="true"/>
    <Link xmlns="457c7519-65f4-4311-98ff-710488d5099d">
      <Url xsi:nil="true"/>
      <Description xsi:nil="true"/>
    </Link>
    <LikesCount xmlns="http://schemas.microsoft.com/sharepoint/v3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EC23C5DE-BB74-43CE-AD6C-9F45E108266A}">
  <ds:schemaRefs>
    <ds:schemaRef ds:uri="457c7519-65f4-4311-98ff-710488d5099d"/>
    <ds:schemaRef ds:uri="4c31d0a7-7d65-4455-b0b7-66f65b2423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6926832-D345-496D-83B2-CBEDB7538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B0F3A4-7550-4FA8-A86E-371D8467D940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sharepoint/v3"/>
    <ds:schemaRef ds:uri="http://schemas.microsoft.com/office/2006/documentManagement/types"/>
    <ds:schemaRef ds:uri="http://purl.org/dc/elements/1.1/"/>
    <ds:schemaRef ds:uri="http://purl.org/dc/terms/"/>
    <ds:schemaRef ds:uri="4c31d0a7-7d65-4455-b0b7-66f65b242358"/>
    <ds:schemaRef ds:uri="457c7519-65f4-4311-98ff-710488d5099d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Johnson Text</vt:lpstr>
      <vt:lpstr>Calibri</vt:lpstr>
      <vt:lpstr>Segoe UI</vt:lpstr>
      <vt:lpstr>Arial</vt:lpstr>
      <vt:lpstr>Johnson Display</vt:lpstr>
      <vt:lpstr>Wingdings</vt:lpstr>
      <vt:lpstr>1_Johnson and Johnson</vt:lpstr>
      <vt:lpstr>Johnson and Johnson</vt:lpstr>
      <vt:lpstr>2_Johnson and Johnson</vt:lpstr>
      <vt:lpstr>3_Johnson and Johnson</vt:lpstr>
      <vt:lpstr>1_White</vt:lpstr>
      <vt:lpstr>5_Johnson and Johnson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Austino Paul</dc:creator>
  <cp:lastModifiedBy>Vinoth Rajapandian</cp:lastModifiedBy>
  <cp:revision>9</cp:revision>
  <dcterms:created xsi:type="dcterms:W3CDTF">2023-12-26T05:16:55Z</dcterms:created>
  <dcterms:modified xsi:type="dcterms:W3CDTF">2026-02-24T10:46:35Z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0x0101000C5D39138238E3428482F9AC847CC3B1</vt:lpwstr>
  </property>
  <property fmtid="{D5CDD505-2E9C-101B-9397-08002B2CF9AE}" pid="3" name="MediaServiceImageTags">
    <vt:lpwstr/>
  </property>
  <property fmtid="{D5CDD505-2E9C-101B-9397-08002B2CF9AE}" pid="4" name="Order">
    <vt:r8>66100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