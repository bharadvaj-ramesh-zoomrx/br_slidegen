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4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  <p:sldMasterId id="2147483866" r:id="rId5"/>
    <p:sldMasterId id="2147483914" r:id="rId6"/>
    <p:sldMasterId id="2147483963" r:id="rId7"/>
    <p:sldMasterId id="2147484155" r:id="rId8"/>
    <p:sldMasterId id="2147484161" r:id="rId9"/>
  </p:sldMasterIdLst>
  <p:notesMasterIdLst>
    <p:notesMasterId r:id="rId11"/>
  </p:notesMasterIdLst>
  <p:sldIdLst>
    <p:sldId id="256" r:id="rId10"/>
  </p:sldIdLst>
  <p:sldSz cx="12192000" cy="6858000"/>
  <p:notesSz cx="6858000" cy="9144000"/>
  <p:embeddedFontLst>
    <p:embeddedFont>
      <p:font typeface="Johnson Display" panose="020B0604020202020204" charset="0"/>
      <p:regular r:id="rId12"/>
      <p:bold r:id="rId13"/>
      <p:italic r:id="rId14"/>
      <p:boldItalic r:id="rId15"/>
    </p:embeddedFont>
    <p:embeddedFont>
      <p:font typeface="Johnson Text" panose="020B060402020202020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725724-36B1-4E9C-9F38-C17ABFDEC5B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pos="52" userDrawn="1">
          <p15:clr>
            <a:srgbClr val="A4A3A4"/>
          </p15:clr>
        </p15:guide>
        <p15:guide id="2" orient="horz" pos="27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3B5C03-E79A-9304-5639-331CC367027E}" name="Titikshya Pradhan" initials="TP" userId="S::titikshya.pradhan@zoomrx.com::0d10fcd5-3495-425b-a75a-ebd111268fb6" providerId="AD"/>
  <p188:author id="{C7E0A812-E777-D68B-00AF-0AB677866650}" name="Anna Chubaeva" initials="AC" userId="S::anna.chubaeva@zoomrx.com::cfe6bdd3-10fb-4586-98fb-cbc5e4385873" providerId="AD"/>
  <p188:author id="{71F35619-AFF2-F111-95A3-3A53662A91F7}" name="Pranay Jain" initials="PJ" userId="S::pranay.jain@zoomrx.com::350835f8-4e32-4094-aad0-b6c0017d4c4c" providerId="AD"/>
  <p188:author id="{7D590234-DFA0-F970-0F77-198FB15C2116}" name="Vinoth Rajapandian" initials="VR" userId="S::vinoth.rajapandian@zoomrx.com::cb59a650-4bc7-4838-937d-61c581d343b6" providerId="AD"/>
  <p188:author id="{C7EBEF4F-5466-7AB1-2DCC-131D4E933E65}" name="Anshu Shukla" initials="AS" userId="S::anshu.shukla@zoomrx.com::576d5df6-cb63-4970-9471-c16ad7229918" providerId="AD"/>
  <p188:author id="{E1CD1C70-F760-7DF7-541A-6D28627EF9BA}" name="Yash Rajoria" initials="YR" userId="S::yash.rajoria@zoomrx.com::29fe6244-d977-4c5b-89cf-d638f14b4a06" providerId="AD"/>
  <p188:author id="{0707AC8B-A4D3-9828-1491-0875382BDA53}" name="Akash Singh" initials="AS" userId="S::akash.singh@zoomrx.com::b05a12e5-0c4c-4fb1-b021-ecd2c560f106" providerId="AD"/>
  <p188:author id="{7C039F97-DF7D-E20F-23F0-AFF4FD78983A}" name="Aryan Rathore" initials="AR" userId="S::aryan.rathore@zoomrx.com::b56118d5-e441-493a-89d0-9ef452424683" providerId="AD"/>
  <p188:author id="{2D4FEFB9-0BB6-9026-0122-D9245A587286}" name="Mayank Gupta" initials="MG" userId="S::mayank.gupta@zoomrx.com::51394dd1-6024-4f0e-958c-528df4833663" providerId="AD"/>
  <p188:author id="{636BF2BA-DF7A-66A8-D25A-A7666F3C3630}" name="Sara Bell" initials="SB" userId="S::sara.bell@zoomrx.com::20225463-dda4-4cd8-94f8-2c0b9568c7eb" providerId="AD"/>
  <p188:author id="{240355BE-2AA2-584A-A9FD-9BD3ABEC1DBA}" name="Maloney, Christina [MCCUS]" initials="CM" userId="S::CMalon12@its.jnj.com::bbe373c4-1471-4d63-bc27-f81b8442a2e9" providerId="AD"/>
  <p188:author id="{4966F1C2-C0E5-7A4A-22DA-DBB55DBE2DDA}" name="Austino Paul" initials="AP" userId="S::austino.paul@zoomrx.com::dbbd3ec9-d4e0-45fa-8dd2-b74e50cd5dbb" providerId="AD"/>
  <p188:author id="{50F356C4-F7B8-9965-F873-06C2D740D41A}" name="Vidhya Hariharan" initials="VH" userId="S::vidhya.hariharan@zoomrx.com::6a8a1e33-2a97-4da9-b395-27b48fbbb666" providerId="AD"/>
  <p188:author id="{67C6E5D8-27F5-5A42-2B10-A86105AE1A7E}" name="Vinoth Rajapandian" initials="VR" userId="S::vinoth.rajapandian@zoomrxinc.onmicrosoft.com::cb59a650-4bc7-4838-937d-61c581d343b6" providerId="AD"/>
  <p188:author id="{76B3F5E5-DA6B-5B75-C78E-1FD83AF07C31}" name="Scott, James [JANUS]" initials="JS" userId="S::JScott46@its.jnj.com::5407a674-8920-4133-86f0-4fdbacdda6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C282"/>
    <a:srgbClr val="D86344"/>
    <a:srgbClr val="76A797"/>
    <a:srgbClr val="F75824"/>
    <a:srgbClr val="FF6A5A"/>
    <a:srgbClr val="D2F1FF"/>
    <a:srgbClr val="BFF9D9"/>
    <a:srgbClr val="7030A0"/>
    <a:srgbClr val="F3F2F0"/>
    <a:srgbClr val="DCF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8FC4E-C916-6A1C-F54B-F5B91F5EBBC0}" v="42" dt="2026-02-20T16:59:00.4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7670" autoAdjust="0"/>
  </p:normalViewPr>
  <p:slideViewPr>
    <p:cSldViewPr snapToGrid="0">
      <p:cViewPr varScale="1">
        <p:scale>
          <a:sx n="64" d="100"/>
          <a:sy n="64" d="100"/>
        </p:scale>
        <p:origin x="1474" y="58"/>
      </p:cViewPr>
      <p:guideLst>
        <p:guide pos="52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Master" Target="slideMasters/slideMaster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font" Target="fonts/font8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th Rajapandian" userId="S::vinoth.rajapandian@zoomrx.com::cb59a650-4bc7-4838-937d-61c581d343b6" providerId="AD" clId="Web-{23D8FC4E-C916-6A1C-F54B-F5B91F5EBBC0}"/>
    <pc:docChg chg="modSld">
      <pc:chgData name="Vinoth Rajapandian" userId="S::vinoth.rajapandian@zoomrx.com::cb59a650-4bc7-4838-937d-61c581d343b6" providerId="AD" clId="Web-{23D8FC4E-C916-6A1C-F54B-F5B91F5EBBC0}" dt="2026-02-20T16:59:00.411" v="41"/>
      <pc:docMkLst>
        <pc:docMk/>
      </pc:docMkLst>
      <pc:sldChg chg="modSp">
        <pc:chgData name="Vinoth Rajapandian" userId="S::vinoth.rajapandian@zoomrx.com::cb59a650-4bc7-4838-937d-61c581d343b6" providerId="AD" clId="Web-{23D8FC4E-C916-6A1C-F54B-F5B91F5EBBC0}" dt="2026-02-20T16:58:12.427" v="5"/>
        <pc:sldMkLst>
          <pc:docMk/>
          <pc:sldMk cId="2814846628" sldId="2147472186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12.427" v="5"/>
          <ac:graphicFrameMkLst>
            <pc:docMk/>
            <pc:sldMk cId="2814846628" sldId="2147472186"/>
            <ac:graphicFrameMk id="4" creationId="{1A84D595-8483-FAE4-3182-88293838D3A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4.521" v="9"/>
        <pc:sldMkLst>
          <pc:docMk/>
          <pc:sldMk cId="458286755" sldId="214748329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2.177" v="7"/>
          <ac:graphicFrameMkLst>
            <pc:docMk/>
            <pc:sldMk cId="458286755" sldId="2147483299"/>
            <ac:graphicFrameMk id="2" creationId="{FFF7B567-5B52-2CA7-C75A-968040000706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4.521" v="9"/>
          <ac:graphicFrameMkLst>
            <pc:docMk/>
            <pc:sldMk cId="458286755" sldId="2147483299"/>
            <ac:graphicFrameMk id="77" creationId="{9906AF3D-C03C-5F3B-91D9-AB4E45B3722E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01.474" v="3"/>
        <pc:sldMkLst>
          <pc:docMk/>
          <pc:sldMk cId="3272488039" sldId="214748330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01.474" v="3"/>
          <ac:graphicFrameMkLst>
            <pc:docMk/>
            <pc:sldMk cId="3272488039" sldId="2147483304"/>
            <ac:graphicFrameMk id="4" creationId="{D36B65E9-0291-D682-332E-2EC719B5CB85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9:00.411" v="41"/>
        <pc:sldMkLst>
          <pc:docMk/>
          <pc:sldMk cId="181875716" sldId="214748331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6.989" v="33"/>
          <ac:graphicFrameMkLst>
            <pc:docMk/>
            <pc:sldMk cId="181875716" sldId="2147483314"/>
            <ac:graphicFrameMk id="8" creationId="{132BB4AE-5375-2E8F-78FE-9C1018A1DC8E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7.489" v="35"/>
          <ac:graphicFrameMkLst>
            <pc:docMk/>
            <pc:sldMk cId="181875716" sldId="2147483314"/>
            <ac:graphicFrameMk id="9" creationId="{739CA09F-B349-EBAA-BD8E-7A22FE2564F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255" v="37"/>
          <ac:graphicFrameMkLst>
            <pc:docMk/>
            <pc:sldMk cId="181875716" sldId="2147483314"/>
            <ac:graphicFrameMk id="10" creationId="{F8E8A0E8-001F-D7B1-C0D8-5D6BA147857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849" v="39"/>
          <ac:graphicFrameMkLst>
            <pc:docMk/>
            <pc:sldMk cId="181875716" sldId="2147483314"/>
            <ac:graphicFrameMk id="12" creationId="{DF40CE53-5793-E1BB-52BB-61C63B859AC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9:00.411" v="41"/>
          <ac:graphicFrameMkLst>
            <pc:docMk/>
            <pc:sldMk cId="181875716" sldId="2147483314"/>
            <ac:graphicFrameMk id="17" creationId="{474C442F-E70B-28B9-392A-2DC554455EF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56.489" v="31"/>
        <pc:sldMkLst>
          <pc:docMk/>
          <pc:sldMk cId="3296733540" sldId="2147483318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2.802" v="21"/>
          <ac:graphicFrameMkLst>
            <pc:docMk/>
            <pc:sldMk cId="3296733540" sldId="2147483318"/>
            <ac:graphicFrameMk id="4" creationId="{A141E383-6080-34B5-689F-64FF531ECE5A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2.411" v="19"/>
          <ac:graphicFrameMkLst>
            <pc:docMk/>
            <pc:sldMk cId="3296733540" sldId="2147483318"/>
            <ac:graphicFrameMk id="5" creationId="{098D2E3F-0E64-ACDF-7452-7C3D82E2A46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193" v="29"/>
          <ac:graphicFrameMkLst>
            <pc:docMk/>
            <pc:sldMk cId="3296733540" sldId="2147483318"/>
            <ac:graphicFrameMk id="12" creationId="{5F9B21D4-EEF5-1316-4CF5-6972F2F024E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489" v="31"/>
          <ac:graphicFrameMkLst>
            <pc:docMk/>
            <pc:sldMk cId="3296733540" sldId="2147483318"/>
            <ac:graphicFrameMk id="13" creationId="{5DF55041-5E7D-A820-C52A-852342EB624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3.224" v="23"/>
          <ac:graphicFrameMkLst>
            <pc:docMk/>
            <pc:sldMk cId="3296733540" sldId="2147483318"/>
            <ac:graphicFrameMk id="16" creationId="{1E924840-81C9-400B-7970-70E876364ADF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318" v="25"/>
          <ac:graphicFrameMkLst>
            <pc:docMk/>
            <pc:sldMk cId="3296733540" sldId="2147483318"/>
            <ac:graphicFrameMk id="21" creationId="{E1B08638-338D-836A-81FE-33133BA8699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646" v="27"/>
          <ac:graphicFrameMkLst>
            <pc:docMk/>
            <pc:sldMk cId="3296733540" sldId="2147483318"/>
            <ac:graphicFrameMk id="33" creationId="{CE990F57-ABF0-98B2-DA07-9B22214C5BE3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7:42.552" v="1"/>
        <pc:sldMkLst>
          <pc:docMk/>
          <pc:sldMk cId="4191505788" sldId="214748334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7:42.552" v="1"/>
          <ac:graphicFrameMkLst>
            <pc:docMk/>
            <pc:sldMk cId="4191505788" sldId="2147483349"/>
            <ac:graphicFrameMk id="16" creationId="{689FC9F5-2DBD-3B32-FABA-FF7D87B35070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8.552" v="17"/>
        <pc:sldMkLst>
          <pc:docMk/>
          <pc:sldMk cId="1738277211" sldId="2147483351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7.833" v="13"/>
          <ac:graphicFrameMkLst>
            <pc:docMk/>
            <pc:sldMk cId="1738277211" sldId="2147483351"/>
            <ac:graphicFrameMk id="4" creationId="{79F5701D-D439-1D21-4BDD-29CEF93AE58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7.646" v="11"/>
          <ac:graphicFrameMkLst>
            <pc:docMk/>
            <pc:sldMk cId="1738277211" sldId="2147483351"/>
            <ac:graphicFrameMk id="5" creationId="{05F76C20-CB59-2AE4-CEDC-B79D6BA0F90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318" v="15"/>
          <ac:graphicFrameMkLst>
            <pc:docMk/>
            <pc:sldMk cId="1738277211" sldId="2147483351"/>
            <ac:graphicFrameMk id="26" creationId="{FBE58843-8078-6F19-75EA-3C5DE63F355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552" v="17"/>
          <ac:graphicFrameMkLst>
            <pc:docMk/>
            <pc:sldMk cId="1738277211" sldId="2147483351"/>
            <ac:graphicFrameMk id="33" creationId="{5B36F4CF-E812-1139-9A41-532F08E7F4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0E39F-1C6B-465E-974F-41044076EF5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ED95-4B9D-45DE-9661-B09CAEEA8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1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emf"/><Relationship Id="rId4" Type="http://schemas.openxmlformats.org/officeDocument/2006/relationships/tags" Target="../tags/tag5.xml"/><Relationship Id="rId9" Type="http://schemas.openxmlformats.org/officeDocument/2006/relationships/oleObject" Target="../embeddings/oleObject1.bin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2.xml"/></Relationships>
</file>

<file path=ppt/slideLayouts/_rels/slideLayout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7.xml"/><Relationship Id="rId10" Type="http://schemas.openxmlformats.org/officeDocument/2006/relationships/image" Target="../media/image4.svg"/><Relationship Id="rId4" Type="http://schemas.openxmlformats.org/officeDocument/2006/relationships/tags" Target="../tags/tag36.xml"/><Relationship Id="rId9" Type="http://schemas.openxmlformats.org/officeDocument/2006/relationships/image" Target="../media/image3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18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.emf"/><Relationship Id="rId4" Type="http://schemas.openxmlformats.org/officeDocument/2006/relationships/tags" Target="../tags/tag42.xml"/><Relationship Id="rId9" Type="http://schemas.openxmlformats.org/officeDocument/2006/relationships/oleObject" Target="../embeddings/oleObject3.bin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0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71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8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4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50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53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4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92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70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49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63019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1080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0134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5944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46361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28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4749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03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03408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2754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140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078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4295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58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37447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94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9510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450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3881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44281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783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53028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6908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655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3959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3658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516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6301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338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940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648018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041841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631630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012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5658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19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58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845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40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670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5037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7071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705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7934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947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55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901880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911094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21483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842159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623369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971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00492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6789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80628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07939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412127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23145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725385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8349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226136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9526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2767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19570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712626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50623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383342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148759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502039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65289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407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2472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387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4158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338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0845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77983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099552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853271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28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4559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39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480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683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433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256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0761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20180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282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47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69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059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284520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51561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84500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62390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534095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058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9169154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4282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244509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86918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263823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293473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5246594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8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5488921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9489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619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2502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90018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212664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7957503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661152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88896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8598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3982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992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553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46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348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737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39850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775150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597996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856785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12696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7780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8C102A5-AB13-44B0-9420-5F12F2C87FE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499" b="1" i="0" baseline="0">
              <a:solidFill>
                <a:schemeClr val="bg1"/>
              </a:solidFill>
              <a:latin typeface="Johnson Text" panose="020B060402020202020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4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571096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799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43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43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9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3278318" y="6417023"/>
            <a:ext cx="5653077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120231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67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03175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7197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5258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901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9545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20791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80218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8794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3811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189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1750303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535636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928189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4203694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033735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4726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07646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8832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118736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067192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614673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294076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2089071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5883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4508999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0451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92167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07722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924375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934658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549659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941206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754913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1593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77552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6239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59457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8916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97000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52031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0317373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4862949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201777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42719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9615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667596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0DC07-B155-92C5-F4DF-233EB52B3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7148" b="22096"/>
          <a:stretch/>
        </p:blipFill>
        <p:spPr bwMode="ltGray">
          <a:xfrm>
            <a:off x="4177747" y="0"/>
            <a:ext cx="7924802" cy="6858000"/>
          </a:xfrm>
          <a:prstGeom prst="rect">
            <a:avLst/>
          </a:pr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1943" y="5421345"/>
            <a:ext cx="3625806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3" y="2363220"/>
            <a:ext cx="63949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551942" y="262671"/>
            <a:ext cx="63949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D0AD214D-870F-455B-A940-5D60DFFB90E4}"/>
              </a:ext>
            </a:extLst>
          </p:cNvPr>
          <p:cNvSpPr/>
          <p:nvPr userDrawn="1"/>
        </p:nvSpPr>
        <p:spPr bwMode="ltGray">
          <a:xfrm>
            <a:off x="551942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0721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6EAE0F-63CA-A355-5634-A618BBD55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EAE0F-63CA-A355-5634-A618BBD55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5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1" y="2847975"/>
            <a:ext cx="11610975" cy="246222"/>
          </a:xfrm>
        </p:spPr>
        <p:txBody>
          <a:bodyPr/>
          <a:lstStyle/>
          <a:p>
            <a:r>
              <a:rPr lang="en-GB"/>
              <a:t>Click icon to add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384721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49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526045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38472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1822449"/>
            <a:ext cx="2793541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4" y="1822450"/>
            <a:ext cx="2795586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1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2185495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554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2295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1798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48286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84904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43406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44727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92427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2693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79393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0088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2459776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0513350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7085557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1955976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618863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6877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8128266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049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0292273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8378467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2891144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77437913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686684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39054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0900601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86156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6834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5813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7910702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3426364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45230394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028201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642579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8239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27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2592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820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100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7649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77599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6457309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9161720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52631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03707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16125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AC7D-F0E7-EAF3-A2FA-D1BBE998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3FB6-A12E-933F-8817-E76E400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CE08-5C50-76BD-D4DD-16099D6D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144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9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60.xml"/><Relationship Id="rId34" Type="http://schemas.openxmlformats.org/officeDocument/2006/relationships/slideLayout" Target="../slideLayouts/slideLayout173.xml"/><Relationship Id="rId42" Type="http://schemas.openxmlformats.org/officeDocument/2006/relationships/slideLayout" Target="../slideLayouts/slideLayout181.xml"/><Relationship Id="rId47" Type="http://schemas.openxmlformats.org/officeDocument/2006/relationships/theme" Target="../theme/theme4.xml"/><Relationship Id="rId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37" Type="http://schemas.openxmlformats.org/officeDocument/2006/relationships/slideLayout" Target="../slideLayouts/slideLayout176.xml"/><Relationship Id="rId40" Type="http://schemas.openxmlformats.org/officeDocument/2006/relationships/slideLayout" Target="../slideLayouts/slideLayout179.xml"/><Relationship Id="rId45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36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4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35" Type="http://schemas.openxmlformats.org/officeDocument/2006/relationships/slideLayout" Target="../slideLayouts/slideLayout174.xml"/><Relationship Id="rId43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slideLayout" Target="../slideLayouts/slideLayout172.xml"/><Relationship Id="rId38" Type="http://schemas.openxmlformats.org/officeDocument/2006/relationships/slideLayout" Target="../slideLayouts/slideLayout177.xml"/><Relationship Id="rId46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8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" Type="http://schemas.openxmlformats.org/officeDocument/2006/relationships/slideLayout" Target="../slideLayouts/slideLayout188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2" Type="http://schemas.openxmlformats.org/officeDocument/2006/relationships/slideLayout" Target="../slideLayouts/slideLayout187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slideLayout" Target="../slideLayouts/slideLayout186.xml"/><Relationship Id="rId6" Type="http://schemas.openxmlformats.org/officeDocument/2006/relationships/theme" Target="../theme/theme5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5" Type="http://schemas.openxmlformats.org/officeDocument/2006/relationships/slideLayout" Target="../slideLayouts/slideLayout190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image" Target="../media/image1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slideLayout" Target="../slideLayouts/slideLayout189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oleObject" Target="../embeddings/oleObject2.bin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8.xml"/><Relationship Id="rId2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29.xml"/><Relationship Id="rId21" Type="http://schemas.openxmlformats.org/officeDocument/2006/relationships/slideLayout" Target="../slideLayouts/slideLayout211.xml"/><Relationship Id="rId34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2.xml"/><Relationship Id="rId16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24" Type="http://schemas.openxmlformats.org/officeDocument/2006/relationships/slideLayout" Target="../slideLayouts/slideLayout214.xml"/><Relationship Id="rId32" Type="http://schemas.openxmlformats.org/officeDocument/2006/relationships/slideLayout" Target="../slideLayouts/slideLayout222.xml"/><Relationship Id="rId37" Type="http://schemas.openxmlformats.org/officeDocument/2006/relationships/slideLayout" Target="../slideLayouts/slideLayout227.xml"/><Relationship Id="rId40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205.xml"/><Relationship Id="rId23" Type="http://schemas.openxmlformats.org/officeDocument/2006/relationships/slideLayout" Target="../slideLayouts/slideLayout213.xml"/><Relationship Id="rId28" Type="http://schemas.openxmlformats.org/officeDocument/2006/relationships/slideLayout" Target="../slideLayouts/slideLayout218.xml"/><Relationship Id="rId36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9.xml"/><Relationship Id="rId3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slideLayout" Target="../slideLayouts/slideLayout204.xml"/><Relationship Id="rId22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7.xml"/><Relationship Id="rId30" Type="http://schemas.openxmlformats.org/officeDocument/2006/relationships/slideLayout" Target="../slideLayouts/slideLayout220.xml"/><Relationship Id="rId35" Type="http://schemas.openxmlformats.org/officeDocument/2006/relationships/slideLayout" Target="../slideLayouts/slideLayout225.xml"/><Relationship Id="rId43" Type="http://schemas.openxmlformats.org/officeDocument/2006/relationships/slideLayout" Target="../slideLayouts/slideLayout233.xml"/><Relationship Id="rId48" Type="http://schemas.openxmlformats.org/officeDocument/2006/relationships/theme" Target="../theme/theme6.xml"/><Relationship Id="rId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15.xml"/><Relationship Id="rId33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8.xml"/><Relationship Id="rId46" Type="http://schemas.openxmlformats.org/officeDocument/2006/relationships/slideLayout" Target="../slideLayouts/slideLayout236.xml"/><Relationship Id="rId20" Type="http://schemas.openxmlformats.org/officeDocument/2006/relationships/slideLayout" Target="../slideLayouts/slideLayout210.xml"/><Relationship Id="rId41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9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3" r:id="rId35"/>
    <p:sldLayoutId id="2147483854" r:id="rId36"/>
    <p:sldLayoutId id="2147483855" r:id="rId37"/>
    <p:sldLayoutId id="2147483856" r:id="rId38"/>
    <p:sldLayoutId id="2147483857" r:id="rId39"/>
    <p:sldLayoutId id="2147483858" r:id="rId40"/>
    <p:sldLayoutId id="2147483859" r:id="rId41"/>
    <p:sldLayoutId id="2147483860" r:id="rId42"/>
    <p:sldLayoutId id="2147483861" r:id="rId43"/>
    <p:sldLayoutId id="2147483862" r:id="rId44"/>
    <p:sldLayoutId id="2147483863" r:id="rId45"/>
    <p:sldLayoutId id="2147483864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16990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5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7" r:id="rId33"/>
    <p:sldLayoutId id="2147483948" r:id="rId34"/>
    <p:sldLayoutId id="2147483949" r:id="rId35"/>
    <p:sldLayoutId id="2147483950" r:id="rId36"/>
    <p:sldLayoutId id="2147483951" r:id="rId37"/>
    <p:sldLayoutId id="2147483952" r:id="rId38"/>
    <p:sldLayoutId id="2147483953" r:id="rId39"/>
    <p:sldLayoutId id="2147483954" r:id="rId40"/>
    <p:sldLayoutId id="2147483955" r:id="rId41"/>
    <p:sldLayoutId id="2147483956" r:id="rId42"/>
    <p:sldLayoutId id="2147483957" r:id="rId43"/>
    <p:sldLayoutId id="2147483958" r:id="rId44"/>
    <p:sldLayoutId id="2147483959" r:id="rId45"/>
    <p:sldLayoutId id="2147483960" r:id="rId46"/>
    <p:sldLayoutId id="2147483961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63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  <p:sldLayoutId id="2147484004" r:id="rId41"/>
    <p:sldLayoutId id="2147484005" r:id="rId42"/>
    <p:sldLayoutId id="2147484006" r:id="rId43"/>
    <p:sldLayoutId id="2147484007" r:id="rId44"/>
    <p:sldLayoutId id="2147484008" r:id="rId45"/>
    <p:sldLayoutId id="2147484009" r:id="rId4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3972" y="62784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987739" y="2170801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>
                <a:latin typeface="+mn-lt"/>
                <a:ea typeface="+mn-ea"/>
                <a:cs typeface="+mn-cs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600" b="0">
                <a:latin typeface="+mn-lt"/>
                <a:ea typeface="+mn-ea"/>
                <a:cs typeface="+mn-cs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1"/>
            <a:ext cx="3310202" cy="1402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344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46" name="Graphic 6">
            <a:extLst>
              <a:ext uri="{FF2B5EF4-FFF2-40B4-BE49-F238E27FC236}">
                <a16:creationId xmlns:a16="http://schemas.microsoft.com/office/drawing/2014/main" id="{AF98DDB4-2675-8EAF-4CA7-DB2961799826}"/>
              </a:ext>
            </a:extLst>
          </p:cNvPr>
          <p:cNvSpPr>
            <a:spLocks noChangeAspect="1"/>
          </p:cNvSpPr>
          <p:nvPr userDrawn="1"/>
        </p:nvSpPr>
        <p:spPr bwMode="ltGray">
          <a:xfrm>
            <a:off x="554736" y="6456407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" name="LegendLines" hidden="1">
            <a:extLst>
              <a:ext uri="{FF2B5EF4-FFF2-40B4-BE49-F238E27FC236}">
                <a16:creationId xmlns:a16="http://schemas.microsoft.com/office/drawing/2014/main" id="{63CA41C0-2498-B571-5ED1-798720B4A7B8}"/>
              </a:ext>
            </a:extLst>
          </p:cNvPr>
          <p:cNvGrpSpPr/>
          <p:nvPr userDrawn="1"/>
        </p:nvGrpSpPr>
        <p:grpSpPr>
          <a:xfrm>
            <a:off x="10317309" y="3355020"/>
            <a:ext cx="1311947" cy="958286"/>
            <a:chOff x="10162879" y="3243772"/>
            <a:chExt cx="1311946" cy="958287"/>
          </a:xfrm>
        </p:grpSpPr>
        <p:sp>
          <p:nvSpPr>
            <p:cNvPr id="47" name="Legend1" hidden="1">
              <a:extLst>
                <a:ext uri="{FF2B5EF4-FFF2-40B4-BE49-F238E27FC236}">
                  <a16:creationId xmlns:a16="http://schemas.microsoft.com/office/drawing/2014/main" id="{8211A1E1-12B6-4209-C76C-4A18FA5B1EF7}"/>
                </a:ext>
              </a:extLst>
            </p:cNvPr>
            <p:cNvSpPr txBox="1"/>
            <p:nvPr/>
          </p:nvSpPr>
          <p:spPr>
            <a:xfrm>
              <a:off x="10886522" y="324377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8" name="Legend2" hidden="1">
              <a:extLst>
                <a:ext uri="{FF2B5EF4-FFF2-40B4-BE49-F238E27FC236}">
                  <a16:creationId xmlns:a16="http://schemas.microsoft.com/office/drawing/2014/main" id="{5700D51C-DD3D-DCA1-6108-EBE531A5FD69}"/>
                </a:ext>
              </a:extLst>
            </p:cNvPr>
            <p:cNvSpPr txBox="1"/>
            <p:nvPr/>
          </p:nvSpPr>
          <p:spPr>
            <a:xfrm>
              <a:off x="10886522" y="361519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9" name="Legend3" hidden="1">
              <a:extLst>
                <a:ext uri="{FF2B5EF4-FFF2-40B4-BE49-F238E27FC236}">
                  <a16:creationId xmlns:a16="http://schemas.microsoft.com/office/drawing/2014/main" id="{B3C4292D-02EA-50AD-9C99-16A35B5EF22E}"/>
                </a:ext>
              </a:extLst>
            </p:cNvPr>
            <p:cNvSpPr txBox="1"/>
            <p:nvPr/>
          </p:nvSpPr>
          <p:spPr>
            <a:xfrm>
              <a:off x="10886522" y="3986615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0" name="LineLegend3" hidden="1">
              <a:extLst>
                <a:ext uri="{FF2B5EF4-FFF2-40B4-BE49-F238E27FC236}">
                  <a16:creationId xmlns:a16="http://schemas.microsoft.com/office/drawing/2014/main" id="{786AB51D-E26D-4431-AA41-B5F1DE2D50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LineLegend2" hidden="1">
              <a:extLst>
                <a:ext uri="{FF2B5EF4-FFF2-40B4-BE49-F238E27FC236}">
                  <a16:creationId xmlns:a16="http://schemas.microsoft.com/office/drawing/2014/main" id="{438FC66D-7C27-AD78-49E2-F80BCBE7F2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2" name="LineLegend1" hidden="1">
              <a:extLst>
                <a:ext uri="{FF2B5EF4-FFF2-40B4-BE49-F238E27FC236}">
                  <a16:creationId xmlns:a16="http://schemas.microsoft.com/office/drawing/2014/main" id="{33A85393-65DC-42BC-63FC-B1865DF4A4D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3" name="LegendMoons" hidden="1">
            <a:extLst>
              <a:ext uri="{FF2B5EF4-FFF2-40B4-BE49-F238E27FC236}">
                <a16:creationId xmlns:a16="http://schemas.microsoft.com/office/drawing/2014/main" id="{7839E89D-1CFE-701D-5556-68293E1B0BA6}"/>
              </a:ext>
            </a:extLst>
          </p:cNvPr>
          <p:cNvGrpSpPr/>
          <p:nvPr userDrawn="1"/>
        </p:nvGrpSpPr>
        <p:grpSpPr>
          <a:xfrm>
            <a:off x="10688318" y="1415984"/>
            <a:ext cx="940935" cy="1731859"/>
            <a:chOff x="7723680" y="1702457"/>
            <a:chExt cx="940935" cy="1731859"/>
          </a:xfrm>
        </p:grpSpPr>
        <p:sp>
          <p:nvSpPr>
            <p:cNvPr id="54" name="Legend1" hidden="1">
              <a:extLst>
                <a:ext uri="{FF2B5EF4-FFF2-40B4-BE49-F238E27FC236}">
                  <a16:creationId xmlns:a16="http://schemas.microsoft.com/office/drawing/2014/main" id="{2858A778-6F43-012B-31AC-41392C6404DE}"/>
                </a:ext>
              </a:extLst>
            </p:cNvPr>
            <p:cNvSpPr txBox="1"/>
            <p:nvPr/>
          </p:nvSpPr>
          <p:spPr>
            <a:xfrm>
              <a:off x="8076312" y="170981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5" name="Legend2" hidden="1">
              <a:extLst>
                <a:ext uri="{FF2B5EF4-FFF2-40B4-BE49-F238E27FC236}">
                  <a16:creationId xmlns:a16="http://schemas.microsoft.com/office/drawing/2014/main" id="{9C65AADA-646D-9413-2B8C-AEB229959FE6}"/>
                </a:ext>
              </a:extLst>
            </p:cNvPr>
            <p:cNvSpPr txBox="1"/>
            <p:nvPr/>
          </p:nvSpPr>
          <p:spPr>
            <a:xfrm>
              <a:off x="8076312" y="208527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6" name="Legend3" hidden="1">
              <a:extLst>
                <a:ext uri="{FF2B5EF4-FFF2-40B4-BE49-F238E27FC236}">
                  <a16:creationId xmlns:a16="http://schemas.microsoft.com/office/drawing/2014/main" id="{716C5385-0E31-0A8E-6801-0B8571DAE026}"/>
                </a:ext>
              </a:extLst>
            </p:cNvPr>
            <p:cNvSpPr txBox="1"/>
            <p:nvPr/>
          </p:nvSpPr>
          <p:spPr>
            <a:xfrm>
              <a:off x="8076312" y="246073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8" name="Legend4" hidden="1">
              <a:extLst>
                <a:ext uri="{FF2B5EF4-FFF2-40B4-BE49-F238E27FC236}">
                  <a16:creationId xmlns:a16="http://schemas.microsoft.com/office/drawing/2014/main" id="{0971ED1D-1162-9961-EC19-1A7FA815A2AF}"/>
                </a:ext>
              </a:extLst>
            </p:cNvPr>
            <p:cNvSpPr txBox="1"/>
            <p:nvPr/>
          </p:nvSpPr>
          <p:spPr>
            <a:xfrm>
              <a:off x="8076312" y="2836193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9" name="Legend5" hidden="1">
              <a:extLst>
                <a:ext uri="{FF2B5EF4-FFF2-40B4-BE49-F238E27FC236}">
                  <a16:creationId xmlns:a16="http://schemas.microsoft.com/office/drawing/2014/main" id="{F352890F-702B-7BFF-65F8-7C221FE4BAAB}"/>
                </a:ext>
              </a:extLst>
            </p:cNvPr>
            <p:cNvSpPr txBox="1"/>
            <p:nvPr/>
          </p:nvSpPr>
          <p:spPr>
            <a:xfrm>
              <a:off x="8076312" y="321165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60" name="MoonLegend1" hidden="1">
              <a:extLst>
                <a:ext uri="{FF2B5EF4-FFF2-40B4-BE49-F238E27FC236}">
                  <a16:creationId xmlns:a16="http://schemas.microsoft.com/office/drawing/2014/main" id="{82E250EB-42ED-18E7-559B-E507AF80B751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7" name="Oval 136" hidden="1">
                <a:extLst>
                  <a:ext uri="{FF2B5EF4-FFF2-40B4-BE49-F238E27FC236}">
                    <a16:creationId xmlns:a16="http://schemas.microsoft.com/office/drawing/2014/main" id="{E4D9C8ED-7F5B-4D82-0735-6FF633BB0D5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8" name="Arc 137" hidden="1">
                <a:extLst>
                  <a:ext uri="{FF2B5EF4-FFF2-40B4-BE49-F238E27FC236}">
                    <a16:creationId xmlns:a16="http://schemas.microsoft.com/office/drawing/2014/main" id="{4816EE76-D7F8-72EA-7675-3EDCF2F495B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1" name="MoonLegend2" hidden="1">
              <a:extLst>
                <a:ext uri="{FF2B5EF4-FFF2-40B4-BE49-F238E27FC236}">
                  <a16:creationId xmlns:a16="http://schemas.microsoft.com/office/drawing/2014/main" id="{49182E3F-BFB6-BB49-7451-B1FE22ABC133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35" name="Oval 134" hidden="1">
                <a:extLst>
                  <a:ext uri="{FF2B5EF4-FFF2-40B4-BE49-F238E27FC236}">
                    <a16:creationId xmlns:a16="http://schemas.microsoft.com/office/drawing/2014/main" id="{3361F8AD-9871-398E-2878-B638EC60F580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6" name="Arc 135" hidden="1">
                <a:extLst>
                  <a:ext uri="{FF2B5EF4-FFF2-40B4-BE49-F238E27FC236}">
                    <a16:creationId xmlns:a16="http://schemas.microsoft.com/office/drawing/2014/main" id="{6A48B4CE-FF96-7C9B-5B3B-6A62E5008CED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2" name="MoonLegend3" hidden="1">
              <a:extLst>
                <a:ext uri="{FF2B5EF4-FFF2-40B4-BE49-F238E27FC236}">
                  <a16:creationId xmlns:a16="http://schemas.microsoft.com/office/drawing/2014/main" id="{389C2AFD-FA5D-3CB6-7EC8-7EC6FCED17D1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33" name="Oval 132" hidden="1">
                <a:extLst>
                  <a:ext uri="{FF2B5EF4-FFF2-40B4-BE49-F238E27FC236}">
                    <a16:creationId xmlns:a16="http://schemas.microsoft.com/office/drawing/2014/main" id="{613D7478-0486-9D2B-619C-771946F613A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4" name="Arc 133" hidden="1">
                <a:extLst>
                  <a:ext uri="{FF2B5EF4-FFF2-40B4-BE49-F238E27FC236}">
                    <a16:creationId xmlns:a16="http://schemas.microsoft.com/office/drawing/2014/main" id="{17206685-1929-DF5A-B4A8-815F1A6A503B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3" name="MoonLegend4" hidden="1">
              <a:extLst>
                <a:ext uri="{FF2B5EF4-FFF2-40B4-BE49-F238E27FC236}">
                  <a16:creationId xmlns:a16="http://schemas.microsoft.com/office/drawing/2014/main" id="{F41138FA-8FF2-C95B-9324-8DE8DB940DBB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31" name="Oval 130" hidden="1">
                <a:extLst>
                  <a:ext uri="{FF2B5EF4-FFF2-40B4-BE49-F238E27FC236}">
                    <a16:creationId xmlns:a16="http://schemas.microsoft.com/office/drawing/2014/main" id="{AFE4BDAB-EC0D-6F8A-7AB5-5EEB1569BB76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2" name="Arc 131" hidden="1">
                <a:extLst>
                  <a:ext uri="{FF2B5EF4-FFF2-40B4-BE49-F238E27FC236}">
                    <a16:creationId xmlns:a16="http://schemas.microsoft.com/office/drawing/2014/main" id="{E4418AC0-3DD1-5988-2D61-5B5B4BC0A859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8" name="MoonLegend5" hidden="1">
              <a:extLst>
                <a:ext uri="{FF2B5EF4-FFF2-40B4-BE49-F238E27FC236}">
                  <a16:creationId xmlns:a16="http://schemas.microsoft.com/office/drawing/2014/main" id="{BAF3E7D4-C7C5-EB6B-46AE-0574CE6F7810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9" name="Oval 128" hidden="1">
                <a:extLst>
                  <a:ext uri="{FF2B5EF4-FFF2-40B4-BE49-F238E27FC236}">
                    <a16:creationId xmlns:a16="http://schemas.microsoft.com/office/drawing/2014/main" id="{0DF6734C-6DD0-192D-7C1C-607FA17E194D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0" name="Arc 129" hidden="1">
                <a:extLst>
                  <a:ext uri="{FF2B5EF4-FFF2-40B4-BE49-F238E27FC236}">
                    <a16:creationId xmlns:a16="http://schemas.microsoft.com/office/drawing/2014/main" id="{7374B356-78D3-D4A9-E18F-3F320B0F4E0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39" name="LegendBoxes" hidden="1">
            <a:extLst>
              <a:ext uri="{FF2B5EF4-FFF2-40B4-BE49-F238E27FC236}">
                <a16:creationId xmlns:a16="http://schemas.microsoft.com/office/drawing/2014/main" id="{7F2D78C1-A096-ACF2-297A-3374C19D638A}"/>
              </a:ext>
            </a:extLst>
          </p:cNvPr>
          <p:cNvGrpSpPr/>
          <p:nvPr userDrawn="1"/>
        </p:nvGrpSpPr>
        <p:grpSpPr>
          <a:xfrm>
            <a:off x="10714806" y="4520488"/>
            <a:ext cx="914449" cy="1717281"/>
            <a:chOff x="10652400" y="4322824"/>
            <a:chExt cx="914449" cy="1717282"/>
          </a:xfrm>
        </p:grpSpPr>
        <p:sp>
          <p:nvSpPr>
            <p:cNvPr id="140" name="RectangleLegend1" hidden="1">
              <a:extLst>
                <a:ext uri="{FF2B5EF4-FFF2-40B4-BE49-F238E27FC236}">
                  <a16:creationId xmlns:a16="http://schemas.microsoft.com/office/drawing/2014/main" id="{AC6E0428-0654-00DA-C3CA-D5112D2BB876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1" name="RectangleLegend2" hidden="1">
              <a:extLst>
                <a:ext uri="{FF2B5EF4-FFF2-40B4-BE49-F238E27FC236}">
                  <a16:creationId xmlns:a16="http://schemas.microsoft.com/office/drawing/2014/main" id="{4A8EAB1C-3886-25C8-5CDB-7593C4A79BC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2" name="RectangleLegend3" hidden="1">
              <a:extLst>
                <a:ext uri="{FF2B5EF4-FFF2-40B4-BE49-F238E27FC236}">
                  <a16:creationId xmlns:a16="http://schemas.microsoft.com/office/drawing/2014/main" id="{673F16A8-02BD-E486-1789-E96CFB3D3830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3" name="RectangleLegend4" hidden="1">
              <a:extLst>
                <a:ext uri="{FF2B5EF4-FFF2-40B4-BE49-F238E27FC236}">
                  <a16:creationId xmlns:a16="http://schemas.microsoft.com/office/drawing/2014/main" id="{B4B5F173-0CE5-D683-B6F5-57CE1112E125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4" name="RectangleLegend5" hidden="1">
              <a:extLst>
                <a:ext uri="{FF2B5EF4-FFF2-40B4-BE49-F238E27FC236}">
                  <a16:creationId xmlns:a16="http://schemas.microsoft.com/office/drawing/2014/main" id="{015C570C-B3A8-19E1-732E-AA14C8FEC59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5" name="Legend1" hidden="1">
              <a:extLst>
                <a:ext uri="{FF2B5EF4-FFF2-40B4-BE49-F238E27FC236}">
                  <a16:creationId xmlns:a16="http://schemas.microsoft.com/office/drawing/2014/main" id="{CFFFF425-E256-56B8-7362-B7B6E3076B03}"/>
                </a:ext>
              </a:extLst>
            </p:cNvPr>
            <p:cNvSpPr txBox="1"/>
            <p:nvPr/>
          </p:nvSpPr>
          <p:spPr>
            <a:xfrm>
              <a:off x="10978546" y="4322824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6" name="Legend2" hidden="1">
              <a:extLst>
                <a:ext uri="{FF2B5EF4-FFF2-40B4-BE49-F238E27FC236}">
                  <a16:creationId xmlns:a16="http://schemas.microsoft.com/office/drawing/2014/main" id="{D0E725D3-35B7-4107-C900-E258891288E2}"/>
                </a:ext>
              </a:extLst>
            </p:cNvPr>
            <p:cNvSpPr txBox="1"/>
            <p:nvPr/>
          </p:nvSpPr>
          <p:spPr>
            <a:xfrm>
              <a:off x="10978546" y="470232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7" name="Legend3" hidden="1">
              <a:extLst>
                <a:ext uri="{FF2B5EF4-FFF2-40B4-BE49-F238E27FC236}">
                  <a16:creationId xmlns:a16="http://schemas.microsoft.com/office/drawing/2014/main" id="{05C0D6C4-56D3-952E-D290-C74F0347A211}"/>
                </a:ext>
              </a:extLst>
            </p:cNvPr>
            <p:cNvSpPr txBox="1"/>
            <p:nvPr/>
          </p:nvSpPr>
          <p:spPr>
            <a:xfrm>
              <a:off x="10978546" y="5081820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8" name="Legend4" hidden="1">
              <a:extLst>
                <a:ext uri="{FF2B5EF4-FFF2-40B4-BE49-F238E27FC236}">
                  <a16:creationId xmlns:a16="http://schemas.microsoft.com/office/drawing/2014/main" id="{2E97B226-1B82-7230-A19E-6FFCBBF47D51}"/>
                </a:ext>
              </a:extLst>
            </p:cNvPr>
            <p:cNvSpPr txBox="1"/>
            <p:nvPr/>
          </p:nvSpPr>
          <p:spPr>
            <a:xfrm>
              <a:off x="10978546" y="5453241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9" name="Legend5" hidden="1">
              <a:extLst>
                <a:ext uri="{FF2B5EF4-FFF2-40B4-BE49-F238E27FC236}">
                  <a16:creationId xmlns:a16="http://schemas.microsoft.com/office/drawing/2014/main" id="{08161116-89F0-BDF9-0587-B408C4950F86}"/>
                </a:ext>
              </a:extLst>
            </p:cNvPr>
            <p:cNvSpPr txBox="1"/>
            <p:nvPr/>
          </p:nvSpPr>
          <p:spPr>
            <a:xfrm>
              <a:off x="10978545" y="582466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8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</p:sldLayoutIdLst>
  <p:hf hdr="0" ft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30387" indent="-230387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439176" indent="-208788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593966" indent="-1547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813554" indent="-1475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8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  <p:sldLayoutId id="2147484173" r:id="rId12"/>
    <p:sldLayoutId id="2147484174" r:id="rId13"/>
    <p:sldLayoutId id="2147484175" r:id="rId14"/>
    <p:sldLayoutId id="2147484176" r:id="rId15"/>
    <p:sldLayoutId id="2147484177" r:id="rId16"/>
    <p:sldLayoutId id="2147484178" r:id="rId17"/>
    <p:sldLayoutId id="2147484179" r:id="rId18"/>
    <p:sldLayoutId id="2147484180" r:id="rId19"/>
    <p:sldLayoutId id="2147484181" r:id="rId20"/>
    <p:sldLayoutId id="2147484182" r:id="rId21"/>
    <p:sldLayoutId id="2147484183" r:id="rId22"/>
    <p:sldLayoutId id="2147484184" r:id="rId23"/>
    <p:sldLayoutId id="2147484185" r:id="rId24"/>
    <p:sldLayoutId id="2147484186" r:id="rId25"/>
    <p:sldLayoutId id="2147484187" r:id="rId26"/>
    <p:sldLayoutId id="2147484188" r:id="rId27"/>
    <p:sldLayoutId id="2147484189" r:id="rId28"/>
    <p:sldLayoutId id="2147484190" r:id="rId29"/>
    <p:sldLayoutId id="2147484191" r:id="rId30"/>
    <p:sldLayoutId id="2147484192" r:id="rId31"/>
    <p:sldLayoutId id="2147484193" r:id="rId32"/>
    <p:sldLayoutId id="2147484194" r:id="rId33"/>
    <p:sldLayoutId id="2147484195" r:id="rId34"/>
    <p:sldLayoutId id="2147484196" r:id="rId35"/>
    <p:sldLayoutId id="2147484197" r:id="rId36"/>
    <p:sldLayoutId id="2147484198" r:id="rId37"/>
    <p:sldLayoutId id="2147484199" r:id="rId38"/>
    <p:sldLayoutId id="2147484200" r:id="rId39"/>
    <p:sldLayoutId id="2147484201" r:id="rId40"/>
    <p:sldLayoutId id="2147484202" r:id="rId41"/>
    <p:sldLayoutId id="2147484203" r:id="rId42"/>
    <p:sldLayoutId id="2147484204" r:id="rId43"/>
    <p:sldLayoutId id="2147484205" r:id="rId44"/>
    <p:sldLayoutId id="2147484206" r:id="rId45"/>
    <p:sldLayoutId id="2147484207" r:id="rId46"/>
    <p:sldLayoutId id="2147484208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 lIns="137160" tIns="73152" rIns="18288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ohnson Display"/>
              </a:rPr>
              <a:t>SlideGen Pipeline  —  End-to-End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155448"/>
            <a:ext cx="676656" cy="210312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64040" y="155448"/>
            <a:ext cx="676656" cy="210312"/>
          </a:xfrm>
          <a:prstGeom prst="rect">
            <a:avLst/>
          </a:prstGeom>
          <a:noFill/>
        </p:spPr>
        <p:txBody>
          <a:bodyPr wrap="square" lIns="0" tIns="36576" rIns="18288" bIns="0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Johnson Text"/>
              </a:rPr>
              <a:t>⚙  AUTO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155448"/>
            <a:ext cx="1005840" cy="210312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155448"/>
            <a:ext cx="1005840" cy="210312"/>
          </a:xfrm>
          <a:prstGeom prst="rect">
            <a:avLst/>
          </a:prstGeom>
          <a:noFill/>
        </p:spPr>
        <p:txBody>
          <a:bodyPr wrap="square" lIns="0" tIns="36576" rIns="18288" bIns="0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Johnson Text"/>
              </a:rPr>
              <a:t>✋ USER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" y="548640"/>
            <a:ext cx="3520440" cy="2578608"/>
          </a:xfrm>
          <a:prstGeom prst="rect">
            <a:avLst/>
          </a:prstGeom>
          <a:solidFill>
            <a:srgbClr val="E9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" y="548640"/>
            <a:ext cx="91440" cy="2578608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6947" y="548640"/>
            <a:ext cx="3429000" cy="365760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0956" y="60167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" y="60167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1F6FAD"/>
                </a:solidFill>
                <a:latin typeface="Johnson Display"/>
              </a:rPr>
              <a:t>S0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" y="612647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Index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99" y="97840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99" y="1097280"/>
            <a:ext cx="3319272" cy="164592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source_data.xlsx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99" y="1316736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099" y="1362456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" y="1481328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1F6FAD"/>
                </a:solidFill>
                <a:latin typeface="Johnson Display"/>
              </a:rPr>
              <a:t>index_excel()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99" y="1691640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099" y="1737360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" y="1856232"/>
            <a:ext cx="3319272" cy="1783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1F6FAD"/>
                </a:solidFill>
                <a:latin typeface="Johnson Display"/>
              </a:rPr>
              <a:t>→  source_data.json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" y="2926079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Hash-cached; auto-invalidates on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2715" y="2926079"/>
            <a:ext cx="676656" cy="173736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42715" y="2926079"/>
            <a:ext cx="676656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⚙  AUTO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2544" y="548640"/>
            <a:ext cx="3520440" cy="257860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2544" y="548640"/>
            <a:ext cx="91440" cy="2578608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3984" y="548640"/>
            <a:ext cx="3429000" cy="365760"/>
          </a:xfrm>
          <a:prstGeom prst="rect">
            <a:avLst/>
          </a:prstGeom>
          <a:solidFill>
            <a:srgbClr val="BF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07992" y="60167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7992" y="60167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BF1B1B"/>
                </a:solidFill>
                <a:latin typeface="Johnson Display"/>
              </a:rPr>
              <a:t>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612647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Build Project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97840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1097280"/>
            <a:ext cx="3319272" cy="548640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Call notes (.docx)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KBQs doc (.odt)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Market Context (.md)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Prior Wave ES (.md)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7136" y="1700784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1746504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SKILL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1865376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F75824"/>
                </a:solidFill>
                <a:latin typeface="Johnson Display"/>
              </a:rPr>
              <a:t>/build-project-context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7136" y="2075688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17136" y="212140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2240280"/>
            <a:ext cx="3319272" cy="1783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BF1B1B"/>
                </a:solidFill>
                <a:latin typeface="Johnson Display"/>
              </a:rPr>
              <a:t>→  project_context.md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2926079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Shows summary — pause &amp; confirm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67144" y="2926079"/>
            <a:ext cx="969264" cy="173736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67144" y="2926079"/>
            <a:ext cx="969264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✋ USER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9580" y="548640"/>
            <a:ext cx="3520440" cy="257860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69580" y="548640"/>
            <a:ext cx="91440" cy="2578608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61020" y="548640"/>
            <a:ext cx="3429000" cy="365760"/>
          </a:xfrm>
          <a:prstGeom prst="rect">
            <a:avLst/>
          </a:prstGeom>
          <a:solidFill>
            <a:srgbClr val="BF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5028" y="60167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5028" y="60167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BF1B1B"/>
                </a:solidFill>
                <a:latin typeface="Johnson Display"/>
              </a:rPr>
              <a:t>S2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9076" y="612647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Generate Hypotheses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4172" y="97840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4172" y="1097280"/>
            <a:ext cx="3319272" cy="420624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project_context.md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KBQs.md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Survey_Context.md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34172" y="1572768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34172" y="161848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SKILL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4172" y="1737360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F75824"/>
                </a:solidFill>
                <a:latin typeface="Johnson Display"/>
              </a:rPr>
              <a:t>/hypotheses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34172" y="1947672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34172" y="1993392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4172" y="2112264"/>
            <a:ext cx="3319272" cy="1783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BF1B1B"/>
                </a:solidFill>
                <a:latin typeface="Johnson Display"/>
              </a:rPr>
              <a:t>→  hypothesis_bank.md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4172" y="2926079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Shows count + domain breakdown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84180" y="2926079"/>
            <a:ext cx="969264" cy="173736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84180" y="2926079"/>
            <a:ext cx="969264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✋ USER GATE</a:t>
            </a:r>
          </a:p>
        </p:txBody>
      </p:sp>
      <p:sp>
        <p:nvSpPr>
          <p:cNvPr id="59" name="Can 58"/>
          <p:cNvSpPr/>
          <p:nvPr/>
        </p:nvSpPr>
        <p:spPr>
          <a:xfrm>
            <a:off x="4183380" y="1737359"/>
            <a:ext cx="146304" cy="201168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an 59"/>
          <p:cNvSpPr/>
          <p:nvPr/>
        </p:nvSpPr>
        <p:spPr>
          <a:xfrm>
            <a:off x="7900416" y="1737359"/>
            <a:ext cx="146304" cy="201168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5508" y="3337560"/>
            <a:ext cx="3520440" cy="257860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5508" y="3337560"/>
            <a:ext cx="91440" cy="2578608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26947" y="3337560"/>
            <a:ext cx="3429000" cy="365760"/>
          </a:xfrm>
          <a:prstGeom prst="rect">
            <a:avLst/>
          </a:prstGeom>
          <a:solidFill>
            <a:srgbClr val="BF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0956" y="339059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0956" y="339059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BF1B1B"/>
                </a:solidFill>
                <a:latin typeface="Johnson Display"/>
              </a:rPr>
              <a:t>S3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75004" y="3401568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Build Slide 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099" y="376732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0099" y="3886200"/>
            <a:ext cx="3319272" cy="420624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hypothesis_bank.md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KBQs.md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Survey_Context.md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0099" y="4361688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0099" y="4407407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SKILL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099" y="4526279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F75824"/>
                </a:solidFill>
                <a:latin typeface="Johnson Display"/>
              </a:rPr>
              <a:t>/slide-plan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0099" y="4736592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0099" y="4782312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099" y="4901183"/>
            <a:ext cx="3319272" cy="1783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BF1B1B"/>
                </a:solidFill>
                <a:latin typeface="Johnson Display"/>
              </a:rPr>
              <a:t>→  slide_plan.md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0099" y="5715000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Shows slide count + sections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50108" y="5715000"/>
            <a:ext cx="969264" cy="173736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150108" y="5715000"/>
            <a:ext cx="969264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✋ USER GATE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52544" y="3337560"/>
            <a:ext cx="3520440" cy="2578608"/>
          </a:xfrm>
          <a:prstGeom prst="rect">
            <a:avLst/>
          </a:prstGeom>
          <a:solidFill>
            <a:srgbClr val="E9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352544" y="3337560"/>
            <a:ext cx="91440" cy="2578608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443984" y="3337560"/>
            <a:ext cx="3429000" cy="365760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07992" y="339059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07992" y="339059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1F6FAD"/>
                </a:solidFill>
                <a:latin typeface="Johnson Display"/>
              </a:rPr>
              <a:t>S4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2040" y="3401568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Generate Config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17136" y="376732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7136" y="3886200"/>
            <a:ext cx="3319272" cy="2926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slide_plan.md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source_data.json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17136" y="4233672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17136" y="4279392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FUNCTION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7136" y="4398264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1F6FAD"/>
                </a:solidFill>
                <a:latin typeface="Johnson Display"/>
              </a:rPr>
              <a:t>config_generator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17136" y="4608576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17136" y="4654296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17136" y="4773168"/>
            <a:ext cx="3319272" cy="178308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1F6FAD"/>
                </a:solidFill>
                <a:latin typeface="Johnson Display"/>
              </a:rPr>
              <a:t>→  config.yaml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17136" y="5715000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Maps slide plan → YAML extractions + asks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59752" y="5715000"/>
            <a:ext cx="676656" cy="173736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159752" y="5715000"/>
            <a:ext cx="676656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⚙  AUTO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69580" y="3337560"/>
            <a:ext cx="3520440" cy="2578608"/>
          </a:xfrm>
          <a:prstGeom prst="rect">
            <a:avLst/>
          </a:prstGeom>
          <a:solidFill>
            <a:srgbClr val="E9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69580" y="3337560"/>
            <a:ext cx="91440" cy="2578608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161020" y="3337560"/>
            <a:ext cx="3429000" cy="365760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225028" y="3390595"/>
            <a:ext cx="274320" cy="260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25028" y="3390595"/>
            <a:ext cx="274320" cy="260604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950" b="1" i="0">
                <a:solidFill>
                  <a:srgbClr val="1F6FAD"/>
                </a:solidFill>
                <a:latin typeface="Johnson Display"/>
              </a:rPr>
              <a:t>S5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9076" y="3401568"/>
            <a:ext cx="2953512" cy="274320"/>
          </a:xfrm>
          <a:prstGeom prst="rect">
            <a:avLst/>
          </a:prstGeom>
          <a:noFill/>
        </p:spPr>
        <p:txBody>
          <a:bodyPr wrap="square" lIns="0" tIns="18288" rIns="18288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ohnson Display"/>
              </a:rPr>
              <a:t>Build the Deck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34172" y="3767328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INPUTS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34172" y="3886200"/>
            <a:ext cx="3319272" cy="420624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config.yaml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template.pptx</a:t>
            </a:r>
          </a:p>
          <a:p>
            <a:pPr>
              <a:lnSpc>
                <a:spcPts val="750"/>
              </a:lnSpc>
            </a:pPr>
            <a:r>
              <a:rPr sz="550" b="0">
                <a:solidFill>
                  <a:srgbClr val="202020"/>
                </a:solidFill>
                <a:latin typeface="Johnson Text"/>
              </a:rPr>
              <a:t>•  source_data.json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34172" y="4361688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34172" y="4407407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FUNCTION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34172" y="4526279"/>
            <a:ext cx="3319272" cy="219456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850" b="1" i="0">
                <a:solidFill>
                  <a:srgbClr val="1F6FAD"/>
                </a:solidFill>
                <a:latin typeface="Johnson Display"/>
              </a:rPr>
              <a:t>generate_deck()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34172" y="4736592"/>
            <a:ext cx="331927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34172" y="4782312"/>
            <a:ext cx="3319272" cy="128016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1" i="0">
                <a:solidFill>
                  <a:srgbClr val="888888"/>
                </a:solidFill>
                <a:latin typeface="Johnson Text"/>
              </a:rPr>
              <a:t>OUTPUT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34172" y="4901183"/>
            <a:ext cx="3319272" cy="320040"/>
          </a:xfrm>
          <a:prstGeom prst="rect">
            <a:avLst/>
          </a:prstGeom>
          <a:noFill/>
        </p:spPr>
        <p:txBody>
          <a:bodyPr wrap="square" lIns="36576" tIns="9144" rIns="18288" bIns="0">
            <a:spAutoFit/>
          </a:bodyPr>
          <a:lstStyle/>
          <a:p>
            <a:pPr>
              <a:lnSpc>
                <a:spcPts val="850"/>
              </a:lnSpc>
            </a:pPr>
            <a:r>
              <a:rPr sz="650" b="1">
                <a:solidFill>
                  <a:srgbClr val="1F6FAD"/>
                </a:solidFill>
                <a:latin typeface="Johnson Display"/>
              </a:rPr>
              <a:t>→  deck.pptx</a:t>
            </a:r>
          </a:p>
          <a:p>
            <a:pPr>
              <a:lnSpc>
                <a:spcPts val="850"/>
              </a:lnSpc>
            </a:pPr>
            <a:r>
              <a:rPr sz="650" b="1">
                <a:solidFill>
                  <a:srgbClr val="1F6FAD"/>
                </a:solidFill>
                <a:latin typeface="Johnson Display"/>
              </a:rPr>
              <a:t>→  shape_registry.json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34172" y="5715000"/>
            <a:ext cx="3319272" cy="182880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 algn="l"/>
            <a:r>
              <a:rPr sz="500" b="0" i="1">
                <a:solidFill>
                  <a:srgbClr val="888888"/>
                </a:solidFill>
                <a:latin typeface="Johnson Text"/>
              </a:rPr>
              <a:t>14 renderers; native PPT charts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876788" y="5715000"/>
            <a:ext cx="676656" cy="173736"/>
          </a:xfrm>
          <a:prstGeom prst="rect">
            <a:avLst/>
          </a:prstGeom>
          <a:solidFill>
            <a:srgbClr val="1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876788" y="5715000"/>
            <a:ext cx="676656" cy="173736"/>
          </a:xfrm>
          <a:prstGeom prst="rect">
            <a:avLst/>
          </a:prstGeom>
          <a:noFill/>
        </p:spPr>
        <p:txBody>
          <a:bodyPr wrap="square" lIns="0" tIns="27432" rIns="18288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Johnson Text"/>
              </a:rPr>
              <a:t>⚙  AUTO</a:t>
            </a:r>
          </a:p>
        </p:txBody>
      </p:sp>
      <p:sp>
        <p:nvSpPr>
          <p:cNvPr id="112" name="Can 111"/>
          <p:cNvSpPr/>
          <p:nvPr/>
        </p:nvSpPr>
        <p:spPr>
          <a:xfrm>
            <a:off x="4183380" y="4526279"/>
            <a:ext cx="146304" cy="201168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an 112"/>
          <p:cNvSpPr/>
          <p:nvPr/>
        </p:nvSpPr>
        <p:spPr>
          <a:xfrm>
            <a:off x="7900416" y="4526279"/>
            <a:ext cx="146304" cy="201168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821570" y="3127248"/>
            <a:ext cx="16459" cy="10515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387498" y="3232404"/>
            <a:ext cx="7450531" cy="16459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87498" y="3232404"/>
            <a:ext cx="16459" cy="10515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Down Arrow 116"/>
          <p:cNvSpPr/>
          <p:nvPr/>
        </p:nvSpPr>
        <p:spPr>
          <a:xfrm>
            <a:off x="2295144" y="3218688"/>
            <a:ext cx="201168" cy="146304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892808" y="3122676"/>
            <a:ext cx="1005840" cy="16459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ctr"/>
            <a:r>
              <a:rPr sz="550" b="0" i="1">
                <a:solidFill>
                  <a:srgbClr val="888888"/>
                </a:solidFill>
                <a:latin typeface="Johnson Text"/>
              </a:rPr>
              <a:t>continues → 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" y="1746503"/>
            <a:ext cx="502920" cy="18288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ctr"/>
            <a:r>
              <a:rPr sz="550" b="0" i="0">
                <a:solidFill>
                  <a:srgbClr val="888888"/>
                </a:solidFill>
                <a:latin typeface="Johnson Text"/>
              </a:rPr>
              <a:t>Context
Prep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" y="4535424"/>
            <a:ext cx="502920" cy="18288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ctr"/>
            <a:r>
              <a:rPr sz="550" b="0" i="0">
                <a:solidFill>
                  <a:srgbClr val="888888"/>
                </a:solidFill>
                <a:latin typeface="Johnson Text"/>
              </a:rPr>
              <a:t>Deck
Build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2880" y="5998464"/>
            <a:ext cx="11887200" cy="16459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 algn="l"/>
            <a:r>
              <a:rPr sz="550" b="0" i="1">
                <a:solidFill>
                  <a:srgbClr val="888888"/>
                </a:solidFill>
                <a:latin typeface="Johnson Text"/>
              </a:rPr>
              <a:t>Source: ZoomRx SlideGen system  —  Each wave: drop source_data.xlsx → run pipeline → deck.pptx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ANALYSISID" val="579"/>
  <p:tag name="OLDDARWIN_PROJECT" val="623"/>
  <p:tag name="OLDDARWIN_SURVEY" val="7389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42skXLN5LV_OZEoDdPo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1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2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2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_PPT_InnovativeMedicine_Template_F.potx  -  Read-Only" id="{4848CCE4-4BF9-405D-9132-E330E2AE5796}" vid="{231837AC-97DA-4038-9167-93ADE5889A1C}"/>
    </a:ext>
  </a:extLst>
</a:theme>
</file>

<file path=ppt/theme/theme4.xml><?xml version="1.0" encoding="utf-8"?>
<a:theme xmlns:a="http://schemas.openxmlformats.org/drawingml/2006/main" name="3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5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B1700"/>
      </a:accent1>
      <a:accent2>
        <a:srgbClr val="000000"/>
      </a:accent2>
      <a:accent3>
        <a:srgbClr val="004686"/>
      </a:accent3>
      <a:accent4>
        <a:srgbClr val="68D2FF"/>
      </a:accent4>
      <a:accent5>
        <a:srgbClr val="541981"/>
      </a:accent5>
      <a:accent6>
        <a:srgbClr val="C4BDB6"/>
      </a:accent6>
      <a:hlink>
        <a:srgbClr val="0000FF"/>
      </a:hlink>
      <a:folHlink>
        <a:srgbClr val="800080"/>
      </a:folHlink>
    </a:clrScheme>
    <a:fontScheme name="Custom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B1700"/>
        </a:accent1>
        <a:accent2>
          <a:srgbClr val="000000"/>
        </a:accent2>
        <a:accent3>
          <a:srgbClr val="004686"/>
        </a:accent3>
        <a:accent4>
          <a:srgbClr val="68D2FF"/>
        </a:accent4>
        <a:accent5>
          <a:srgbClr val="541981"/>
        </a:accent5>
        <a:accent6>
          <a:srgbClr val="C4BDB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40814_JJIM Launch Cockpit_Data Request Open Questions_v1" id="{805BD970-7DBF-44B0-986E-BD41591CAD98}" vid="{C111677A-E4FA-4660-8104-08F5B9DB419A}"/>
    </a:ext>
  </a:extLst>
</a:theme>
</file>

<file path=ppt/theme/theme6.xml><?xml version="1.0" encoding="utf-8"?>
<a:theme xmlns:a="http://schemas.openxmlformats.org/drawingml/2006/main" name="5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D39138238E3428482F9AC847CC3B1" ma:contentTypeVersion="26" ma:contentTypeDescription="Create a new document." ma:contentTypeScope="" ma:versionID="dd5192036d17513511aa768119511b92">
  <xsd:schema xmlns:xsd="http://www.w3.org/2001/XMLSchema" xmlns:xs="http://www.w3.org/2001/XMLSchema" xmlns:p="http://schemas.microsoft.com/office/2006/metadata/properties" xmlns:ns1="http://schemas.microsoft.com/sharepoint/v3" xmlns:ns2="457c7519-65f4-4311-98ff-710488d5099d" xmlns:ns3="4c31d0a7-7d65-4455-b0b7-66f65b242358" targetNamespace="http://schemas.microsoft.com/office/2006/metadata/properties" ma:root="true" ma:fieldsID="7f3f13722d454f803d093c8998983f6c" ns1:_="" ns2:_="" ns3:_="">
    <xsd:import namespace="http://schemas.microsoft.com/sharepoint/v3"/>
    <xsd:import namespace="457c7519-65f4-4311-98ff-710488d5099d"/>
    <xsd:import namespace="4c31d0a7-7d65-4455-b0b7-66f65b242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Link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7519-65f4-4311-98ff-710488d50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fdb820a-fbe5-49ec-8492-f23f1cc1e7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d0a7-7d65-4455-b0b7-66f65b242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b33b4c-756c-484c-a535-e67165055b61}" ma:internalName="TaxCatchAll" ma:showField="CatchAllData" ma:web="4c31d0a7-7d65-4455-b0b7-66f65b242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d0a7-7d65-4455-b0b7-66f65b242358" xsi:nil="true"/>
    <lcf76f155ced4ddcb4097134ff3c332f xmlns="457c7519-65f4-4311-98ff-710488d5099d">
      <Terms xmlns="http://schemas.microsoft.com/office/infopath/2007/PartnerControls"/>
    </lcf76f155ced4ddcb4097134ff3c332f>
    <SharedWithUsers xmlns="4c31d0a7-7d65-4455-b0b7-66f65b242358">
      <UserInfo>
        <DisplayName/>
        <AccountId xsi:nil="true"/>
        <AccountType/>
      </UserInfo>
    </SharedWithUsers>
    <MediaLengthInSeconds xmlns="457c7519-65f4-4311-98ff-710488d5099d" xsi:nil="true"/>
    <Link xmlns="457c7519-65f4-4311-98ff-710488d5099d">
      <Url xsi:nil="true"/>
      <Description xsi:nil="true"/>
    </Link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A6926832-D345-496D-83B2-CBEDB7538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23C5DE-BB74-43CE-AD6C-9F45E108266A}">
  <ds:schemaRefs>
    <ds:schemaRef ds:uri="457c7519-65f4-4311-98ff-710488d5099d"/>
    <ds:schemaRef ds:uri="4c31d0a7-7d65-4455-b0b7-66f65b242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EB0F3A4-7550-4FA8-A86E-371D8467D940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2006/documentManagement/types"/>
    <ds:schemaRef ds:uri="http://purl.org/dc/elements/1.1/"/>
    <ds:schemaRef ds:uri="http://purl.org/dc/terms/"/>
    <ds:schemaRef ds:uri="4c31d0a7-7d65-4455-b0b7-66f65b242358"/>
    <ds:schemaRef ds:uri="457c7519-65f4-4311-98ff-710488d5099d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275</Words>
  <Application>Microsoft Office PowerPoint</Application>
  <PresentationFormat>Widescreen</PresentationFormat>
  <Paragraphs>78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Johnson Text</vt:lpstr>
      <vt:lpstr>Wingdings</vt:lpstr>
      <vt:lpstr>Arial</vt:lpstr>
      <vt:lpstr>Calibri</vt:lpstr>
      <vt:lpstr>Segoe UI</vt:lpstr>
      <vt:lpstr>Johnson Display</vt:lpstr>
      <vt:lpstr>1_Johnson and Johnson</vt:lpstr>
      <vt:lpstr>Johnson and Johnson</vt:lpstr>
      <vt:lpstr>2_Johnson and Johnson</vt:lpstr>
      <vt:lpstr>3_Johnson and Johnson</vt:lpstr>
      <vt:lpstr>1_White</vt:lpstr>
      <vt:lpstr>5_Johnson and Johnson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Austino Paul</dc:creator>
  <cp:lastModifiedBy>Vinoth Rajapandian</cp:lastModifiedBy>
  <cp:revision>11</cp:revision>
  <dcterms:created xsi:type="dcterms:W3CDTF">2023-12-26T05:16:55Z</dcterms:created>
  <dcterms:modified xsi:type="dcterms:W3CDTF">2026-03-19T03:43:51Z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0x0101000C5D39138238E3428482F9AC847CC3B1</vt:lpwstr>
  </property>
  <property fmtid="{D5CDD505-2E9C-101B-9397-08002B2CF9AE}" pid="3" name="MediaServiceImageTags">
    <vt:lpwstr/>
  </property>
  <property fmtid="{D5CDD505-2E9C-101B-9397-08002B2CF9AE}" pid="4" name="Order">
    <vt:r8>66100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