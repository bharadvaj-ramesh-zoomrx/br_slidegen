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4.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5.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6.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7.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9.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theme/theme10.xml" ContentType="application/vnd.openxmlformats-officedocument.theme+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7" r:id="rId5"/>
    <p:sldMasterId id="2147483704" r:id="rId6"/>
    <p:sldMasterId id="2147483740" r:id="rId7"/>
    <p:sldMasterId id="2147483760" r:id="rId8"/>
    <p:sldMasterId id="2147483855" r:id="rId9"/>
    <p:sldMasterId id="2147483862" r:id="rId10"/>
    <p:sldMasterId id="2147483902" r:id="rId11"/>
    <p:sldMasterId id="2147483925" r:id="rId12"/>
    <p:sldMasterId id="2147483944" r:id="rId13"/>
    <p:sldMasterId id="2147483962" r:id="rId14"/>
  </p:sldMasterIdLst>
  <p:notesMasterIdLst>
    <p:notesMasterId r:id="rId35"/>
  </p:notesMasterIdLst>
  <p:sldIdLst>
    <p:sldId id="2147483169" r:id="rId15"/>
    <p:sldId id="2147483631" r:id="rId16"/>
    <p:sldId id="2147475133" r:id="rId17"/>
    <p:sldId id="2147475147" r:id="rId18"/>
    <p:sldId id="279" r:id="rId19"/>
    <p:sldId id="278" r:id="rId20"/>
    <p:sldId id="2147479086" r:id="rId21"/>
    <p:sldId id="274" r:id="rId22"/>
    <p:sldId id="276" r:id="rId23"/>
    <p:sldId id="2147483643" r:id="rId24"/>
    <p:sldId id="2147483617" r:id="rId25"/>
    <p:sldId id="2147483636" r:id="rId26"/>
    <p:sldId id="2147483618" r:id="rId27"/>
    <p:sldId id="2147483644" r:id="rId28"/>
    <p:sldId id="2147483642" r:id="rId29"/>
    <p:sldId id="2147475121" r:id="rId30"/>
    <p:sldId id="2147475131" r:id="rId31"/>
    <p:sldId id="2147483634" r:id="rId32"/>
    <p:sldId id="2147479087" r:id="rId33"/>
    <p:sldId id="214747908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831E10B-9190-1A8B-42ED-5837278CDE9C}" name="Julie Heinke" initials="JH" userId="S::julie.marco@zoomrx.com::c1f39de4-af9f-4d41-966f-7bc14ed9c497" providerId="AD"/>
  <p188:author id="{7D590234-DFA0-F970-0F77-198FB15C2116}" name="Vinoth Rajapandian" initials="VR" userId="S::vinoth.rajapandian@zoomrx.com::cb59a650-4bc7-4838-937d-61c581d343b6" providerId="AD"/>
  <p188:author id="{5BEC8F4D-7CD8-C914-1144-8612DADA2221}" name="Rajkumar Rajavel" initials="RR" userId="S::Rajkumar.Rajavel@zoomrx.com::985aa790-8de9-4d93-bf1c-be157ce47e20" providerId="AD"/>
  <p188:author id="{D4A81E51-88F0-3B63-363E-1F0EABCC2E0C}" name="Christopher Mamrosh" initials="CM" userId="S::christopher.mamrosh@zoomrx.com::e1aed049-bff2-4807-9e4f-12e9355c03be" providerId="AD"/>
  <p188:author id="{2932B356-7E08-38F8-AE79-92A4E61097E0}" name="Sneha Shah" initials="SS" userId="S::sneha.shah@zoomrx.com::f93bfc95-997d-438c-8297-217003fc3a17" providerId="AD"/>
  <p188:author id="{F713686A-65CF-38F8-CE32-7C17AD5DD07C}" name="Pranav UT" initials="PU" userId="S::pranav.ut@zoomrx.com::112b6993-1b98-4be9-9001-8b3742978aa1" providerId="AD"/>
  <p188:author id="{AFDCC66C-4E63-97D2-4848-092F7987DF02}" name="Jaya Mugundhan Udhayakumar" initials="JU" userId="S::Jayamugundhan.udhayakumar@zoomrx.com::b8adebd8-9095-449c-893e-7d67abdef447" providerId="AD"/>
  <p188:author id="{C1B0BA72-A293-8645-8068-112D66DD7DFF}" name="Nicholas Fleischman" initials="NF" userId="S::nicholas.fleischman@zoomrx.com::2f2b19a1-c5b4-45e0-ab97-901d368126ca" providerId="AD"/>
  <p188:author id="{A5E795F9-2EC5-28A1-4530-802A5CA36ACD}" name="Rukmini Das" initials="RD" userId="S::Rukmini.Das@zoomrx.com::c21ddedb-1bf4-4be7-a889-ce85ce40633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E613F"/>
    <a:srgbClr val="2DBBC4"/>
    <a:srgbClr val="92D050"/>
    <a:srgbClr val="FBCB42"/>
    <a:srgbClr val="000000"/>
    <a:srgbClr val="795DED"/>
    <a:srgbClr val="5F49BA"/>
    <a:srgbClr val="4060AF"/>
    <a:srgbClr val="FFCA41"/>
    <a:srgbClr val="2B4D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247" autoAdjust="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tableStyles" Target="tableStyles.xml"/><Relationship Id="rId21" Type="http://schemas.openxmlformats.org/officeDocument/2006/relationships/slide" Target="slides/slide7.xml"/><Relationship Id="rId34" Type="http://schemas.openxmlformats.org/officeDocument/2006/relationships/slide" Target="slides/slide20.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2.xml"/><Relationship Id="rId20" Type="http://schemas.openxmlformats.org/officeDocument/2006/relationships/slide" Target="slides/slide6.xml"/><Relationship Id="rId29"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5.xml"/><Relationship Id="rId31"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notesMaster" Target="notesMasters/notesMaster1.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dk2" tx2="lt2" accent1="accent1" accent2="accent2" accent3="accent3" accent4="accent4" accent5="accent5" accent6="accent6" hlink="hlink" folHlink="folHlink"/>
  <c:chart>
    <c:autoTitleDeleted val="1"/>
    <c:plotArea>
      <c:layout/>
      <c:lineChart>
        <c:grouping val="standard"/>
        <c:varyColors val="0"/>
        <c:ser>
          <c:idx val="0"/>
          <c:order val="0"/>
          <c:tx>
            <c:strRef>
              <c:f>Sheet1!$B$1:$B$3</c:f>
              <c:strCache>
                <c:ptCount val="3"/>
                <c:pt idx="0">
                  <c:v>ZoomRx</c:v>
                </c:pt>
              </c:strCache>
            </c:strRef>
          </c:tx>
          <c:spPr>
            <a:ln w="28575" cap="rnd">
              <a:solidFill>
                <a:srgbClr val="39C7A5"/>
              </a:solidFill>
              <a:round/>
            </a:ln>
            <a:effectLst/>
          </c:spPr>
          <c:marker>
            <c:symbol val="none"/>
          </c:marker>
          <c:dLbls>
            <c:dLbl>
              <c:idx val="7"/>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anrope" pitchFamily="2" charset="0"/>
                      <a:ea typeface="+mn-ea"/>
                      <a:cs typeface="+mn-cs"/>
                    </a:defRPr>
                  </a:pPr>
                  <a:endParaRPr lang="en-US"/>
                </a:p>
              </c:txPr>
              <c:dLblPos val="t"/>
              <c:showLegendKey val="0"/>
              <c:showVal val="1"/>
              <c:showCatName val="0"/>
              <c:showSerName val="0"/>
              <c:showPercent val="0"/>
              <c:showBubbleSize val="0"/>
              <c:extLst>
                <c:ext xmlns:c16="http://schemas.microsoft.com/office/drawing/2014/chart" uri="{C3380CC4-5D6E-409C-BE32-E72D297353CC}">
                  <c16:uniqueId val="{00000000-D608-4E7C-9A17-36EDE222F057}"/>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anrope" pitchFamily="2"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Sheet1!$A$4:$A$11</c:f>
              <c:numCache>
                <c:formatCode>General</c:formatCode>
                <c:ptCount val="8"/>
                <c:pt idx="0">
                  <c:v>2018</c:v>
                </c:pt>
                <c:pt idx="1">
                  <c:v>2019</c:v>
                </c:pt>
                <c:pt idx="2">
                  <c:v>2020</c:v>
                </c:pt>
                <c:pt idx="3">
                  <c:v>2021</c:v>
                </c:pt>
                <c:pt idx="4">
                  <c:v>2022</c:v>
                </c:pt>
                <c:pt idx="5">
                  <c:v>2023</c:v>
                </c:pt>
                <c:pt idx="6">
                  <c:v>2024</c:v>
                </c:pt>
                <c:pt idx="7">
                  <c:v>2025</c:v>
                </c:pt>
              </c:numCache>
            </c:numRef>
          </c:cat>
          <c:val>
            <c:numRef>
              <c:f>Sheet1!$B$4:$B$11</c:f>
              <c:numCache>
                <c:formatCode>General</c:formatCode>
                <c:ptCount val="8"/>
                <c:pt idx="0">
                  <c:v>10.6</c:v>
                </c:pt>
                <c:pt idx="1">
                  <c:v>15.8</c:v>
                </c:pt>
                <c:pt idx="2">
                  <c:v>22.1</c:v>
                </c:pt>
                <c:pt idx="3">
                  <c:v>27.8</c:v>
                </c:pt>
                <c:pt idx="4">
                  <c:v>33.4</c:v>
                </c:pt>
                <c:pt idx="5">
                  <c:v>41.9</c:v>
                </c:pt>
                <c:pt idx="6">
                  <c:v>50.7</c:v>
                </c:pt>
                <c:pt idx="7">
                  <c:v>57.6</c:v>
                </c:pt>
              </c:numCache>
            </c:numRef>
          </c:val>
          <c:smooth val="1"/>
          <c:extLst>
            <c:ext xmlns:c16="http://schemas.microsoft.com/office/drawing/2014/chart" uri="{C3380CC4-5D6E-409C-BE32-E72D297353CC}">
              <c16:uniqueId val="{00000001-9749-4628-BC25-BE27E9A818CA}"/>
            </c:ext>
          </c:extLst>
        </c:ser>
        <c:dLbls>
          <c:showLegendKey val="0"/>
          <c:showVal val="0"/>
          <c:showCatName val="0"/>
          <c:showSerName val="0"/>
          <c:showPercent val="0"/>
          <c:showBubbleSize val="0"/>
        </c:dLbls>
        <c:smooth val="0"/>
        <c:axId val="356333599"/>
        <c:axId val="356334431"/>
      </c:lineChart>
      <c:catAx>
        <c:axId val="3563335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bg1"/>
                </a:solidFill>
                <a:latin typeface="Manrope" pitchFamily="2" charset="0"/>
                <a:ea typeface="+mn-ea"/>
                <a:cs typeface="+mn-cs"/>
              </a:defRPr>
            </a:pPr>
            <a:endParaRPr lang="en-US"/>
          </a:p>
        </c:txPr>
        <c:crossAx val="356334431"/>
        <c:crosses val="autoZero"/>
        <c:auto val="1"/>
        <c:lblAlgn val="ctr"/>
        <c:lblOffset val="100"/>
        <c:noMultiLvlLbl val="0"/>
      </c:catAx>
      <c:valAx>
        <c:axId val="356334431"/>
        <c:scaling>
          <c:orientation val="minMax"/>
        </c:scaling>
        <c:delete val="1"/>
        <c:axPos val="l"/>
        <c:numFmt formatCode="General" sourceLinked="1"/>
        <c:majorTickMark val="out"/>
        <c:minorTickMark val="none"/>
        <c:tickLblPos val="nextTo"/>
        <c:crossAx val="3563335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6DBA5A-F90D-4FD8-9AF6-3274BC122906}"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75E75D-4D24-433A-8C36-EB7B68F02012}" type="slidenum">
              <a:rPr lang="en-US" smtClean="0"/>
              <a:t>‹#›</a:t>
            </a:fld>
            <a:endParaRPr lang="en-US"/>
          </a:p>
        </p:txBody>
      </p:sp>
    </p:spTree>
    <p:extLst>
      <p:ext uri="{BB962C8B-B14F-4D97-AF65-F5344CB8AC3E}">
        <p14:creationId xmlns:p14="http://schemas.microsoft.com/office/powerpoint/2010/main" val="1104517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75E75D-4D24-433A-8C36-EB7B68F0201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128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D68E8-871F-F20F-47BF-34061EB78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C25136-BFA1-4338-9D95-55999A1A18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B03E79-B517-FA73-6DF2-3EB3D5E9B3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B15000-94DC-2843-4948-AB297C0AD5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63A6E6-295F-5548-BAC1-A65A4B5C03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47301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FA29E-6486-3BE3-09F5-11583EC84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31717-7D70-777F-D70B-A6783242C6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DB232E9-433F-7880-B8C0-F8D8C98908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BEC288-AEDB-35A1-4015-BA120AEEEA7A}"/>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lang="en-U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418296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50C28E84-91D9-72B2-CCFD-58A89E436A57}"/>
            </a:ext>
          </a:extLst>
        </p:cNvPr>
        <p:cNvGrpSpPr/>
        <p:nvPr/>
      </p:nvGrpSpPr>
      <p:grpSpPr>
        <a:xfrm>
          <a:off x="0" y="0"/>
          <a:ext cx="0" cy="0"/>
          <a:chOff x="0" y="0"/>
          <a:chExt cx="0" cy="0"/>
        </a:xfrm>
      </p:grpSpPr>
      <p:sp>
        <p:nvSpPr>
          <p:cNvPr id="166" name="Google Shape;166;p6:notes">
            <a:extLst>
              <a:ext uri="{FF2B5EF4-FFF2-40B4-BE49-F238E27FC236}">
                <a16:creationId xmlns:a16="http://schemas.microsoft.com/office/drawing/2014/main" id="{6D2B4653-3F7F-F9D1-7E52-86E5D7E1CA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a:p>
        </p:txBody>
      </p:sp>
      <p:sp>
        <p:nvSpPr>
          <p:cNvPr id="167" name="Google Shape;167;p6:notes">
            <a:extLst>
              <a:ext uri="{FF2B5EF4-FFF2-40B4-BE49-F238E27FC236}">
                <a16:creationId xmlns:a16="http://schemas.microsoft.com/office/drawing/2014/main" id="{9AC572D9-756F-BC2C-ACE2-0C4A0D7698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6:notes">
            <a:extLst>
              <a:ext uri="{FF2B5EF4-FFF2-40B4-BE49-F238E27FC236}">
                <a16:creationId xmlns:a16="http://schemas.microsoft.com/office/drawing/2014/main" id="{39995054-2C79-D5D3-B0AB-B7AAEA8C86A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Roboto Light"/>
                <a:ea typeface="Roboto Light"/>
                <a:cs typeface="Roboto Light"/>
                <a:sym typeface="Roboto Light"/>
              </a:rPr>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t>5</a:t>
            </a:fld>
            <a:endParaRPr kumimoji="0" sz="1200" b="0" i="0" u="none" strike="noStrike" kern="0" cap="none" spc="0" normalizeH="0" baseline="0" noProof="0">
              <a:ln>
                <a:noFill/>
              </a:ln>
              <a:solidFill>
                <a:srgbClr val="000000"/>
              </a:solidFill>
              <a:effectLst/>
              <a:uLnTx/>
              <a:uFillTx/>
              <a:latin typeface="Roboto Light"/>
              <a:ea typeface="Roboto Light"/>
              <a:cs typeface="Roboto Light"/>
              <a:sym typeface="Roboto Light"/>
            </a:endParaRPr>
          </a:p>
        </p:txBody>
      </p:sp>
    </p:spTree>
    <p:extLst>
      <p:ext uri="{BB962C8B-B14F-4D97-AF65-F5344CB8AC3E}">
        <p14:creationId xmlns:p14="http://schemas.microsoft.com/office/powerpoint/2010/main" val="3674234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DAA4B769-997B-0654-294C-340612B2D811}"/>
            </a:ext>
          </a:extLst>
        </p:cNvPr>
        <p:cNvGrpSpPr/>
        <p:nvPr/>
      </p:nvGrpSpPr>
      <p:grpSpPr>
        <a:xfrm>
          <a:off x="0" y="0"/>
          <a:ext cx="0" cy="0"/>
          <a:chOff x="0" y="0"/>
          <a:chExt cx="0" cy="0"/>
        </a:xfrm>
      </p:grpSpPr>
      <p:sp>
        <p:nvSpPr>
          <p:cNvPr id="166" name="Google Shape;166;p6:notes">
            <a:extLst>
              <a:ext uri="{FF2B5EF4-FFF2-40B4-BE49-F238E27FC236}">
                <a16:creationId xmlns:a16="http://schemas.microsoft.com/office/drawing/2014/main" id="{05596073-4DD3-8A34-5DC3-B9B2B96BCA7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a:p>
        </p:txBody>
      </p:sp>
      <p:sp>
        <p:nvSpPr>
          <p:cNvPr id="167" name="Google Shape;167;p6:notes">
            <a:extLst>
              <a:ext uri="{FF2B5EF4-FFF2-40B4-BE49-F238E27FC236}">
                <a16:creationId xmlns:a16="http://schemas.microsoft.com/office/drawing/2014/main" id="{AFC17D7E-7A91-99FB-9604-B022E51C77C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6:notes">
            <a:extLst>
              <a:ext uri="{FF2B5EF4-FFF2-40B4-BE49-F238E27FC236}">
                <a16:creationId xmlns:a16="http://schemas.microsoft.com/office/drawing/2014/main" id="{FDF97973-0896-D012-8170-DD2700C9F1A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Roboto Light"/>
                <a:ea typeface="Roboto Light"/>
                <a:cs typeface="Roboto Light"/>
                <a:sym typeface="Roboto Light"/>
              </a:rPr>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t>6</a:t>
            </a:fld>
            <a:endParaRPr kumimoji="0" sz="1200" b="0" i="0" u="none" strike="noStrike" kern="0" cap="none" spc="0" normalizeH="0" baseline="0" noProof="0">
              <a:ln>
                <a:noFill/>
              </a:ln>
              <a:solidFill>
                <a:srgbClr val="000000"/>
              </a:solidFill>
              <a:effectLst/>
              <a:uLnTx/>
              <a:uFillTx/>
              <a:latin typeface="Roboto Light"/>
              <a:ea typeface="Roboto Light"/>
              <a:cs typeface="Roboto Light"/>
              <a:sym typeface="Roboto Light"/>
            </a:endParaRPr>
          </a:p>
        </p:txBody>
      </p:sp>
    </p:spTree>
    <p:extLst>
      <p:ext uri="{BB962C8B-B14F-4D97-AF65-F5344CB8AC3E}">
        <p14:creationId xmlns:p14="http://schemas.microsoft.com/office/powerpoint/2010/main" val="282136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65100" marR="0" lvl="1" indent="0" algn="l" defTabSz="914400" rtl="0" eaLnBrk="1" fontAlgn="auto" latinLnBrk="0" hangingPunct="1">
              <a:lnSpc>
                <a:spcPct val="107000"/>
              </a:lnSpc>
              <a:spcBef>
                <a:spcPts val="600"/>
              </a:spcBef>
              <a:spcAft>
                <a:spcPts val="800"/>
              </a:spcAft>
              <a:buClrTx/>
              <a:buSzTx/>
              <a:buFont typeface="Arial" panose="020B0604020202020204" pitchFamily="34" charset="0"/>
              <a:buNone/>
              <a:tabLst/>
              <a:defRPr/>
            </a:pPr>
            <a:r>
              <a:rPr lang="en-US" sz="1800" b="1" i="0" u="sng" dirty="0">
                <a:solidFill>
                  <a:srgbClr val="000000"/>
                </a:solidFill>
                <a:effectLst/>
                <a:highlight>
                  <a:srgbClr val="FFFF00"/>
                </a:highlight>
                <a:latin typeface="Segoe UI" panose="020B0502040204020203" pitchFamily="34" charset="0"/>
              </a:rPr>
              <a:t>Questions Texts:</a:t>
            </a:r>
          </a:p>
          <a:p>
            <a:pPr marL="165100" lvl="1" indent="0">
              <a:lnSpc>
                <a:spcPct val="107000"/>
              </a:lnSpc>
              <a:spcAft>
                <a:spcPts val="800"/>
              </a:spcAft>
              <a:buNone/>
            </a:pPr>
            <a:endParaRPr lang="en-IN" sz="17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p>
            <a:pPr marL="165100" lvl="1" indent="0">
              <a:lnSpc>
                <a:spcPct val="107000"/>
              </a:lnSpc>
              <a:spcAft>
                <a:spcPts val="800"/>
              </a:spcAft>
              <a:buNone/>
            </a:pPr>
            <a:r>
              <a:rPr lang="en-IN" sz="17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Q3.15 Please specify how Pfizer sales representatives can further help enhance your likelihood to [PIPE “STOCKING ABRYSVO” OR “DISCUSS STOCKING ABRYSVO with the relevant stakeholders”] in your practice during their interaction?</a:t>
            </a:r>
            <a:endParaRPr lang="en-GB" sz="17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F6ED95-4B9D-45DE-9661-B09CAEEA8056}"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Arial" pitchFamily="34" charset="0"/>
            </a:endParaRPr>
          </a:p>
        </p:txBody>
      </p:sp>
    </p:spTree>
    <p:extLst>
      <p:ext uri="{BB962C8B-B14F-4D97-AF65-F5344CB8AC3E}">
        <p14:creationId xmlns:p14="http://schemas.microsoft.com/office/powerpoint/2010/main" val="2690877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5C832A2C-E247-6391-C7F2-EB21189029EB}"/>
            </a:ext>
          </a:extLst>
        </p:cNvPr>
        <p:cNvGrpSpPr/>
        <p:nvPr/>
      </p:nvGrpSpPr>
      <p:grpSpPr>
        <a:xfrm>
          <a:off x="0" y="0"/>
          <a:ext cx="0" cy="0"/>
          <a:chOff x="0" y="0"/>
          <a:chExt cx="0" cy="0"/>
        </a:xfrm>
      </p:grpSpPr>
      <p:sp>
        <p:nvSpPr>
          <p:cNvPr id="166" name="Google Shape;166;p6:notes">
            <a:extLst>
              <a:ext uri="{FF2B5EF4-FFF2-40B4-BE49-F238E27FC236}">
                <a16:creationId xmlns:a16="http://schemas.microsoft.com/office/drawing/2014/main" id="{C974EFC7-593C-4A0C-3286-0B4D6ACDF5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a:p>
        </p:txBody>
      </p:sp>
      <p:sp>
        <p:nvSpPr>
          <p:cNvPr id="167" name="Google Shape;167;p6:notes">
            <a:extLst>
              <a:ext uri="{FF2B5EF4-FFF2-40B4-BE49-F238E27FC236}">
                <a16:creationId xmlns:a16="http://schemas.microsoft.com/office/drawing/2014/main" id="{461BDE62-E73B-5F9D-20DC-CFFFC320B4B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6:notes">
            <a:extLst>
              <a:ext uri="{FF2B5EF4-FFF2-40B4-BE49-F238E27FC236}">
                <a16:creationId xmlns:a16="http://schemas.microsoft.com/office/drawing/2014/main" id="{4C8C37A5-4FC2-AA0C-4CE2-4BCD70BCC96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Roboto Light"/>
                <a:ea typeface="Roboto Light"/>
                <a:cs typeface="Roboto Light"/>
                <a:sym typeface="Roboto Light"/>
              </a:rPr>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t>8</a:t>
            </a:fld>
            <a:endParaRPr kumimoji="0" sz="1200" b="0" i="0" u="none" strike="noStrike" kern="0" cap="none" spc="0" normalizeH="0" baseline="0" noProof="0">
              <a:ln>
                <a:noFill/>
              </a:ln>
              <a:solidFill>
                <a:srgbClr val="000000"/>
              </a:solidFill>
              <a:effectLst/>
              <a:uLnTx/>
              <a:uFillTx/>
              <a:latin typeface="Roboto Light"/>
              <a:ea typeface="Roboto Light"/>
              <a:cs typeface="Roboto Light"/>
              <a:sym typeface="Roboto Light"/>
            </a:endParaRPr>
          </a:p>
        </p:txBody>
      </p:sp>
    </p:spTree>
    <p:extLst>
      <p:ext uri="{BB962C8B-B14F-4D97-AF65-F5344CB8AC3E}">
        <p14:creationId xmlns:p14="http://schemas.microsoft.com/office/powerpoint/2010/main" val="2731966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F73694E8-BD28-2761-00EB-BDDB3372012C}"/>
            </a:ext>
          </a:extLst>
        </p:cNvPr>
        <p:cNvGrpSpPr/>
        <p:nvPr/>
      </p:nvGrpSpPr>
      <p:grpSpPr>
        <a:xfrm>
          <a:off x="0" y="0"/>
          <a:ext cx="0" cy="0"/>
          <a:chOff x="0" y="0"/>
          <a:chExt cx="0" cy="0"/>
        </a:xfrm>
      </p:grpSpPr>
      <p:sp>
        <p:nvSpPr>
          <p:cNvPr id="166" name="Google Shape;166;p6:notes">
            <a:extLst>
              <a:ext uri="{FF2B5EF4-FFF2-40B4-BE49-F238E27FC236}">
                <a16:creationId xmlns:a16="http://schemas.microsoft.com/office/drawing/2014/main" id="{4C5DE06F-28B3-D3DE-8BE6-95C92D877A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a:p>
        </p:txBody>
      </p:sp>
      <p:sp>
        <p:nvSpPr>
          <p:cNvPr id="167" name="Google Shape;167;p6:notes">
            <a:extLst>
              <a:ext uri="{FF2B5EF4-FFF2-40B4-BE49-F238E27FC236}">
                <a16:creationId xmlns:a16="http://schemas.microsoft.com/office/drawing/2014/main" id="{BCEE709B-2E12-FB3D-CDD5-ED4F298901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6:notes">
            <a:extLst>
              <a:ext uri="{FF2B5EF4-FFF2-40B4-BE49-F238E27FC236}">
                <a16:creationId xmlns:a16="http://schemas.microsoft.com/office/drawing/2014/main" id="{CC859117-AEB0-2BD8-9EF1-FFEE3DC70B5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Roboto Light"/>
                <a:ea typeface="Roboto Light"/>
                <a:cs typeface="Roboto Light"/>
                <a:sym typeface="Roboto Light"/>
              </a:rPr>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t>9</a:t>
            </a:fld>
            <a:endParaRPr kumimoji="0" sz="1200" b="0" i="0" u="none" strike="noStrike" kern="0" cap="none" spc="0" normalizeH="0" baseline="0" noProof="0">
              <a:ln>
                <a:noFill/>
              </a:ln>
              <a:solidFill>
                <a:srgbClr val="000000"/>
              </a:solidFill>
              <a:effectLst/>
              <a:uLnTx/>
              <a:uFillTx/>
              <a:latin typeface="Roboto Light"/>
              <a:ea typeface="Roboto Light"/>
              <a:cs typeface="Roboto Light"/>
              <a:sym typeface="Roboto Light"/>
            </a:endParaRPr>
          </a:p>
        </p:txBody>
      </p:sp>
    </p:spTree>
    <p:extLst>
      <p:ext uri="{BB962C8B-B14F-4D97-AF65-F5344CB8AC3E}">
        <p14:creationId xmlns:p14="http://schemas.microsoft.com/office/powerpoint/2010/main" val="3913538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8873F60B-0C92-0FD5-1E75-5054B5156DA8}"/>
            </a:ext>
          </a:extLst>
        </p:cNvPr>
        <p:cNvGrpSpPr/>
        <p:nvPr/>
      </p:nvGrpSpPr>
      <p:grpSpPr>
        <a:xfrm>
          <a:off x="0" y="0"/>
          <a:ext cx="0" cy="0"/>
          <a:chOff x="0" y="0"/>
          <a:chExt cx="0" cy="0"/>
        </a:xfrm>
      </p:grpSpPr>
      <p:sp>
        <p:nvSpPr>
          <p:cNvPr id="166" name="Google Shape;166;p6:notes">
            <a:extLst>
              <a:ext uri="{FF2B5EF4-FFF2-40B4-BE49-F238E27FC236}">
                <a16:creationId xmlns:a16="http://schemas.microsoft.com/office/drawing/2014/main" id="{A0EB7FCC-45D1-9BFF-3690-BAC8B9BAD9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a:p>
        </p:txBody>
      </p:sp>
      <p:sp>
        <p:nvSpPr>
          <p:cNvPr id="167" name="Google Shape;167;p6:notes">
            <a:extLst>
              <a:ext uri="{FF2B5EF4-FFF2-40B4-BE49-F238E27FC236}">
                <a16:creationId xmlns:a16="http://schemas.microsoft.com/office/drawing/2014/main" id="{CA3ADC84-AF44-B07B-F32F-9A5418718E0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6:notes">
            <a:extLst>
              <a:ext uri="{FF2B5EF4-FFF2-40B4-BE49-F238E27FC236}">
                <a16:creationId xmlns:a16="http://schemas.microsoft.com/office/drawing/2014/main" id="{EE04FF81-5E50-66EA-2C0F-236869D1125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Roboto Light"/>
                <a:ea typeface="Roboto Light"/>
                <a:cs typeface="Roboto Light"/>
                <a:sym typeface="Roboto Light"/>
              </a:rPr>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t>10</a:t>
            </a:fld>
            <a:endParaRPr kumimoji="0" sz="1200" b="0" i="0" u="none" strike="noStrike" kern="0" cap="none" spc="0" normalizeH="0" baseline="0" noProof="0">
              <a:ln>
                <a:noFill/>
              </a:ln>
              <a:solidFill>
                <a:srgbClr val="000000"/>
              </a:solidFill>
              <a:effectLst/>
              <a:uLnTx/>
              <a:uFillTx/>
              <a:latin typeface="Roboto Light"/>
              <a:ea typeface="Roboto Light"/>
              <a:cs typeface="Roboto Light"/>
              <a:sym typeface="Roboto Light"/>
            </a:endParaRPr>
          </a:p>
        </p:txBody>
      </p:sp>
    </p:spTree>
    <p:extLst>
      <p:ext uri="{BB962C8B-B14F-4D97-AF65-F5344CB8AC3E}">
        <p14:creationId xmlns:p14="http://schemas.microsoft.com/office/powerpoint/2010/main" val="1826297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B17D2-DCFB-87CF-8871-848AAAF04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C25E0-2D48-62C4-A937-24115E808E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AFCE42-0746-42AB-BF1E-5C246B9AE7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D50827-FAC7-4C1B-BD39-79799221D5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63A6E6-295F-5548-BAC1-A65A4B5C03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58197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9F9624DB-177C-D7EA-97F7-4564EC2108B0}"/>
            </a:ext>
          </a:extLst>
        </p:cNvPr>
        <p:cNvGrpSpPr/>
        <p:nvPr/>
      </p:nvGrpSpPr>
      <p:grpSpPr>
        <a:xfrm>
          <a:off x="0" y="0"/>
          <a:ext cx="0" cy="0"/>
          <a:chOff x="0" y="0"/>
          <a:chExt cx="0" cy="0"/>
        </a:xfrm>
      </p:grpSpPr>
      <p:sp>
        <p:nvSpPr>
          <p:cNvPr id="125" name="Google Shape;125;p4:notes">
            <a:extLst>
              <a:ext uri="{FF2B5EF4-FFF2-40B4-BE49-F238E27FC236}">
                <a16:creationId xmlns:a16="http://schemas.microsoft.com/office/drawing/2014/main" id="{126B4184-A9A4-2C1D-82EF-2207B6DCAA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26" name="Google Shape;126;p4:notes">
            <a:extLst>
              <a:ext uri="{FF2B5EF4-FFF2-40B4-BE49-F238E27FC236}">
                <a16:creationId xmlns:a16="http://schemas.microsoft.com/office/drawing/2014/main" id="{67F4014C-A46E-7C55-1101-1C36E0E9CF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545DB275-8E05-422A-30FC-BD1BB173FBE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Roboto Light"/>
                <a:ea typeface="Roboto Light"/>
                <a:cs typeface="Roboto Light"/>
                <a:sym typeface="Roboto Light"/>
              </a:rPr>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t>13</a:t>
            </a:fld>
            <a:endParaRPr kumimoji="0" sz="1200" b="0" i="0" u="none" strike="noStrike" kern="0" cap="none" spc="0" normalizeH="0" baseline="0" noProof="0">
              <a:ln>
                <a:noFill/>
              </a:ln>
              <a:solidFill>
                <a:srgbClr val="000000"/>
              </a:solidFill>
              <a:effectLst/>
              <a:uLnTx/>
              <a:uFillTx/>
              <a:latin typeface="Roboto Light"/>
              <a:ea typeface="Roboto Light"/>
              <a:cs typeface="Roboto Light"/>
              <a:sym typeface="Roboto Light"/>
            </a:endParaRPr>
          </a:p>
        </p:txBody>
      </p:sp>
    </p:spTree>
    <p:extLst>
      <p:ext uri="{BB962C8B-B14F-4D97-AF65-F5344CB8AC3E}">
        <p14:creationId xmlns:p14="http://schemas.microsoft.com/office/powerpoint/2010/main" val="2700467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30A313D1-5D55-A9EA-F769-5718C4389EFC}"/>
            </a:ext>
          </a:extLst>
        </p:cNvPr>
        <p:cNvGrpSpPr/>
        <p:nvPr/>
      </p:nvGrpSpPr>
      <p:grpSpPr>
        <a:xfrm>
          <a:off x="0" y="0"/>
          <a:ext cx="0" cy="0"/>
          <a:chOff x="0" y="0"/>
          <a:chExt cx="0" cy="0"/>
        </a:xfrm>
      </p:grpSpPr>
      <p:sp>
        <p:nvSpPr>
          <p:cNvPr id="166" name="Google Shape;166;p6:notes">
            <a:extLst>
              <a:ext uri="{FF2B5EF4-FFF2-40B4-BE49-F238E27FC236}">
                <a16:creationId xmlns:a16="http://schemas.microsoft.com/office/drawing/2014/main" id="{F9181E88-2FE5-ED5F-1224-D977F82C65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a:p>
        </p:txBody>
      </p:sp>
      <p:sp>
        <p:nvSpPr>
          <p:cNvPr id="167" name="Google Shape;167;p6:notes">
            <a:extLst>
              <a:ext uri="{FF2B5EF4-FFF2-40B4-BE49-F238E27FC236}">
                <a16:creationId xmlns:a16="http://schemas.microsoft.com/office/drawing/2014/main" id="{4ABA6178-D4E2-145B-26F8-EB5C75BBA44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6:notes">
            <a:extLst>
              <a:ext uri="{FF2B5EF4-FFF2-40B4-BE49-F238E27FC236}">
                <a16:creationId xmlns:a16="http://schemas.microsoft.com/office/drawing/2014/main" id="{E5D707DF-E53D-6252-51CF-89AF735FE8A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Roboto Light"/>
                <a:ea typeface="Roboto Light"/>
                <a:cs typeface="Roboto Light"/>
                <a:sym typeface="Roboto Light"/>
              </a:rPr>
              <a:pPr marL="0" marR="0" lvl="0" indent="0" algn="r" defTabSz="914400" rtl="0" eaLnBrk="1" fontAlgn="auto" latinLnBrk="0" hangingPunct="1">
                <a:lnSpc>
                  <a:spcPct val="100000"/>
                </a:lnSpc>
                <a:spcBef>
                  <a:spcPts val="0"/>
                </a:spcBef>
                <a:spcAft>
                  <a:spcPts val="0"/>
                </a:spcAft>
                <a:buClr>
                  <a:srgbClr val="000000"/>
                </a:buClr>
                <a:buSzPts val="1200"/>
                <a:buFont typeface="Roboto Light"/>
                <a:buNone/>
                <a:tabLst/>
                <a:defRPr/>
              </a:pPr>
              <a:t>14</a:t>
            </a:fld>
            <a:endParaRPr kumimoji="0" sz="1200" b="0" i="0" u="none" strike="noStrike" kern="0" cap="none" spc="0" normalizeH="0" baseline="0" noProof="0">
              <a:ln>
                <a:noFill/>
              </a:ln>
              <a:solidFill>
                <a:srgbClr val="000000"/>
              </a:solidFill>
              <a:effectLst/>
              <a:uLnTx/>
              <a:uFillTx/>
              <a:latin typeface="Roboto Light"/>
              <a:ea typeface="Roboto Light"/>
              <a:cs typeface="Roboto Light"/>
              <a:sym typeface="Roboto Light"/>
            </a:endParaRPr>
          </a:p>
        </p:txBody>
      </p:sp>
    </p:spTree>
    <p:extLst>
      <p:ext uri="{BB962C8B-B14F-4D97-AF65-F5344CB8AC3E}">
        <p14:creationId xmlns:p14="http://schemas.microsoft.com/office/powerpoint/2010/main" val="24930382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A3703-1607-B32E-484F-2B7F92EEE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6224E-F088-B53C-84A6-4F90D5BE76B3}"/>
              </a:ext>
            </a:extLst>
          </p:cNvPr>
          <p:cNvSpPr>
            <a:spLocks noGrp="1" noRot="1" noChangeAspect="1"/>
          </p:cNvSpPr>
          <p:nvPr>
            <p:ph type="sldImg"/>
          </p:nvPr>
        </p:nvSpPr>
        <p:spPr>
          <a:xfrm>
            <a:off x="142875" y="768350"/>
            <a:ext cx="6818313" cy="3836988"/>
          </a:xfrm>
        </p:spPr>
      </p:sp>
      <p:sp>
        <p:nvSpPr>
          <p:cNvPr id="3" name="Notes Placeholder 2">
            <a:extLst>
              <a:ext uri="{FF2B5EF4-FFF2-40B4-BE49-F238E27FC236}">
                <a16:creationId xmlns:a16="http://schemas.microsoft.com/office/drawing/2014/main" id="{9AFF1E9B-1E4F-89EC-EA32-01738E91CF8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4947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ECDC2-945B-CFCF-2B0C-2865BA9F9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C369F5-AE84-2D27-2E32-C37D44D8C72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AC1A06-E278-1A44-1089-9368EE40AD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9B390D-29A4-72CC-CBFF-4F7CF1F86D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63A6E6-295F-5548-BAC1-A65A4B5C03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89327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65100" marR="0" lvl="1" indent="0" algn="l" defTabSz="914400" rtl="0" eaLnBrk="1" fontAlgn="auto" latinLnBrk="0" hangingPunct="1">
              <a:lnSpc>
                <a:spcPct val="107000"/>
              </a:lnSpc>
              <a:spcBef>
                <a:spcPts val="600"/>
              </a:spcBef>
              <a:spcAft>
                <a:spcPts val="800"/>
              </a:spcAft>
              <a:buClrTx/>
              <a:buSzTx/>
              <a:buFont typeface="Arial" panose="020B0604020202020204" pitchFamily="34" charset="0"/>
              <a:buNone/>
              <a:tabLst/>
              <a:defRPr/>
            </a:pPr>
            <a:r>
              <a:rPr lang="en-US" sz="2000" b="1" i="0" u="sng">
                <a:solidFill>
                  <a:srgbClr val="000000"/>
                </a:solidFill>
                <a:effectLst/>
                <a:highlight>
                  <a:srgbClr val="FFFF00"/>
                </a:highlight>
                <a:latin typeface="Segoe UI" panose="020B0502040204020203" pitchFamily="34" charset="0"/>
              </a:rPr>
              <a:t>Questions Texts:</a:t>
            </a:r>
          </a:p>
          <a:p>
            <a:pPr marL="165100" marR="0" lvl="1" indent="0" algn="l" defTabSz="914400" rtl="0" eaLnBrk="1" fontAlgn="auto" latinLnBrk="0" hangingPunct="1">
              <a:lnSpc>
                <a:spcPct val="107000"/>
              </a:lnSpc>
              <a:spcBef>
                <a:spcPts val="600"/>
              </a:spcBef>
              <a:spcAft>
                <a:spcPts val="800"/>
              </a:spcAft>
              <a:buClrTx/>
              <a:buSzTx/>
              <a:buFont typeface="Arial" panose="020B0604020202020204" pitchFamily="34" charset="0"/>
              <a:buNone/>
              <a:tabLst/>
              <a:defRPr/>
            </a:pPr>
            <a:endParaRPr lang="en-IN" sz="200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p>
            <a:pPr marL="165100" marR="0" lvl="1" indent="0" algn="l" defTabSz="914400" rtl="0" eaLnBrk="1" fontAlgn="auto" latinLnBrk="0" hangingPunct="1">
              <a:lnSpc>
                <a:spcPct val="107000"/>
              </a:lnSpc>
              <a:spcBef>
                <a:spcPts val="600"/>
              </a:spcBef>
              <a:spcAft>
                <a:spcPts val="800"/>
              </a:spcAft>
              <a:buClrTx/>
              <a:buSzTx/>
              <a:buFont typeface="Arial" panose="020B0604020202020204" pitchFamily="34" charset="0"/>
              <a:buNone/>
              <a:tabLst/>
              <a:defRPr/>
            </a:pPr>
            <a:r>
              <a:rPr lang="en-IN" sz="2000">
                <a:effectLst/>
                <a:highlight>
                  <a:srgbClr val="FFFF00"/>
                </a:highlight>
                <a:latin typeface="Calibri" panose="020F0502020204030204" pitchFamily="34" charset="0"/>
                <a:ea typeface="Calibri" panose="020F0502020204030204" pitchFamily="34" charset="0"/>
                <a:cs typeface="Arial" panose="020B0604020202020204" pitchFamily="34" charset="0"/>
              </a:rPr>
              <a:t>Q3.65B Doctor, you have rated overall quality of Pfizer sales representative interaction to be high. Please specify briefly on what went well in the interaction. </a:t>
            </a:r>
            <a:endParaRPr lang="en-GB" sz="2000">
              <a:effectLst/>
              <a:latin typeface="Calibri" panose="020F0502020204030204" pitchFamily="34" charset="0"/>
              <a:ea typeface="Calibri" panose="020F0502020204030204" pitchFamily="34" charset="0"/>
            </a:endParaRPr>
          </a:p>
          <a:p>
            <a:pPr marL="165100" lvl="1" indent="0">
              <a:lnSpc>
                <a:spcPct val="107000"/>
              </a:lnSpc>
              <a:spcAft>
                <a:spcPts val="800"/>
              </a:spcAft>
              <a:buNone/>
            </a:pPr>
            <a:endParaRPr lang="en-GB" sz="1800">
              <a:effectLst/>
              <a:latin typeface="Calibri" panose="020F0502020204030204" pitchFamily="34" charset="0"/>
              <a:ea typeface="Calibri" panose="020F0502020204030204" pitchFamily="34" charset="0"/>
            </a:endParaRPr>
          </a:p>
          <a:p>
            <a:pPr marL="165100" lvl="1" indent="0">
              <a:lnSpc>
                <a:spcPct val="107000"/>
              </a:lnSpc>
              <a:spcAft>
                <a:spcPts val="800"/>
              </a:spcAft>
              <a:buNone/>
            </a:pPr>
            <a:r>
              <a:rPr lang="en-GB" sz="1800">
                <a:effectLst/>
                <a:latin typeface="Calibri" panose="020F0502020204030204" pitchFamily="34" charset="0"/>
                <a:ea typeface="Calibri" panose="020F0502020204030204" pitchFamily="34" charset="0"/>
              </a:rPr>
              <a:t>*Full Question text</a:t>
            </a:r>
          </a:p>
          <a:p>
            <a:pPr marL="165100" marR="0" lvl="1" indent="0" algn="l" defTabSz="914400" rtl="0" eaLnBrk="1" fontAlgn="auto" latinLnBrk="0" hangingPunct="1">
              <a:lnSpc>
                <a:spcPct val="107000"/>
              </a:lnSpc>
              <a:spcBef>
                <a:spcPts val="600"/>
              </a:spcBef>
              <a:spcAft>
                <a:spcPts val="800"/>
              </a:spcAft>
              <a:buClrTx/>
              <a:buSzTx/>
              <a:buFont typeface="Arial" panose="020B0604020202020204" pitchFamily="34" charset="0"/>
              <a:buNone/>
              <a:tabLst/>
              <a:defRPr/>
            </a:pPr>
            <a:r>
              <a:rPr lang="en-US" sz="1800" i="1">
                <a:solidFill>
                  <a:srgbClr val="000000"/>
                </a:solidFill>
              </a:rPr>
              <a:t>1)Doctor, you have rated overall quality of Pfizer sales representative interaction to be high. Please specify briefly on what went well in the interaction.</a:t>
            </a:r>
          </a:p>
          <a:p>
            <a:pPr marL="165100" marR="0" lvl="1" indent="0" algn="l" defTabSz="914400" rtl="0" eaLnBrk="1" fontAlgn="auto" latinLnBrk="0" hangingPunct="1">
              <a:lnSpc>
                <a:spcPct val="107000"/>
              </a:lnSpc>
              <a:spcBef>
                <a:spcPts val="600"/>
              </a:spcBef>
              <a:spcAft>
                <a:spcPts val="800"/>
              </a:spcAft>
              <a:buClrTx/>
              <a:buSzTx/>
              <a:buFont typeface="Arial" panose="020B0604020202020204" pitchFamily="34" charset="0"/>
              <a:buNone/>
              <a:tabLst/>
              <a:defRPr/>
            </a:pPr>
            <a:r>
              <a:rPr lang="en-US" sz="1800" i="1">
                <a:effectLst/>
                <a:latin typeface="Calibri" panose="020F0502020204030204" pitchFamily="34" charset="0"/>
                <a:ea typeface="Calibri" panose="020F0502020204030204" pitchFamily="34" charset="0"/>
              </a:rPr>
              <a:t>2)Could you elaborate on which aspects of the representative's knowledge or professionalism stood out to you during the discussion about the vaccines?</a:t>
            </a:r>
          </a:p>
          <a:p>
            <a:pPr marL="165100" lvl="1" indent="0">
              <a:lnSpc>
                <a:spcPct val="107000"/>
              </a:lnSpc>
              <a:spcAft>
                <a:spcPts val="800"/>
              </a:spcAft>
              <a:buNone/>
            </a:pPr>
            <a:r>
              <a:rPr lang="en-US" sz="1800" i="1">
                <a:effectLst/>
                <a:latin typeface="Calibri" panose="020F0502020204030204" pitchFamily="34" charset="0"/>
                <a:ea typeface="Calibri" panose="020F0502020204030204" pitchFamily="34" charset="0"/>
              </a:rPr>
              <a:t>3)That's great to hear. Can you share more about how her preparedness and willingness to engage in the discussion, despite knowing the vaccine wouldn't be ordered, impacted your perception of the interaction?</a:t>
            </a:r>
            <a:endParaRPr lang="en-GB" sz="1800" i="1">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F6ED95-4B9D-45DE-9661-B09CAEEA8056}"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Arial" pitchFamily="34" charset="0"/>
            </a:endParaRPr>
          </a:p>
        </p:txBody>
      </p:sp>
    </p:spTree>
    <p:extLst>
      <p:ext uri="{BB962C8B-B14F-4D97-AF65-F5344CB8AC3E}">
        <p14:creationId xmlns:p14="http://schemas.microsoft.com/office/powerpoint/2010/main" val="46075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65100" marR="0" lvl="1" indent="0" algn="l" defTabSz="914400" rtl="0" eaLnBrk="1" fontAlgn="auto" latinLnBrk="0" hangingPunct="1">
              <a:lnSpc>
                <a:spcPct val="107000"/>
              </a:lnSpc>
              <a:spcBef>
                <a:spcPts val="600"/>
              </a:spcBef>
              <a:spcAft>
                <a:spcPts val="800"/>
              </a:spcAft>
              <a:buClrTx/>
              <a:buSzTx/>
              <a:buFont typeface="Arial" panose="020B0604020202020204" pitchFamily="34" charset="0"/>
              <a:buNone/>
              <a:tabLst/>
              <a:defRPr/>
            </a:pPr>
            <a:r>
              <a:rPr lang="en-US" sz="1800" b="1" i="0" u="sng">
                <a:solidFill>
                  <a:srgbClr val="000000"/>
                </a:solidFill>
                <a:effectLst/>
                <a:highlight>
                  <a:srgbClr val="FFFF00"/>
                </a:highlight>
                <a:latin typeface="Segoe UI" panose="020B0502040204020203" pitchFamily="34" charset="0"/>
              </a:rPr>
              <a:t>Questions Texts:</a:t>
            </a:r>
          </a:p>
          <a:p>
            <a:pPr marL="165100" lvl="1" indent="0">
              <a:lnSpc>
                <a:spcPct val="107000"/>
              </a:lnSpc>
              <a:spcAft>
                <a:spcPts val="800"/>
              </a:spcAft>
              <a:buNone/>
            </a:pPr>
            <a:endParaRPr lang="en-IN" sz="180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p>
            <a:pPr marL="165100" lvl="1" indent="0">
              <a:lnSpc>
                <a:spcPct val="107000"/>
              </a:lnSpc>
              <a:spcAft>
                <a:spcPts val="800"/>
              </a:spcAft>
              <a:buNone/>
            </a:pPr>
            <a:r>
              <a:rPr lang="en-IN" sz="1800">
                <a:effectLst/>
                <a:highlight>
                  <a:srgbClr val="FFFF00"/>
                </a:highlight>
                <a:latin typeface="Calibri" panose="020F0502020204030204" pitchFamily="34" charset="0"/>
                <a:ea typeface="Calibri" panose="020F0502020204030204" pitchFamily="34" charset="0"/>
                <a:cs typeface="Arial" panose="020B0604020202020204" pitchFamily="34" charset="0"/>
              </a:rPr>
              <a:t>Q3.65A Doctor, you have rated overall quality of Pfizer sales representative interaction to be moderate – low. How could the overall sales call quality with the </a:t>
            </a:r>
            <a:r>
              <a:rPr lang="en-IN" sz="1800" b="1">
                <a:effectLst/>
                <a:highlight>
                  <a:srgbClr val="FFFF00"/>
                </a:highlight>
                <a:latin typeface="Calibri" panose="020F0502020204030204" pitchFamily="34" charset="0"/>
                <a:ea typeface="Calibri" panose="020F0502020204030204" pitchFamily="34" charset="0"/>
                <a:cs typeface="Arial" panose="020B0604020202020204" pitchFamily="34" charset="0"/>
              </a:rPr>
              <a:t>Pfizer sales representative</a:t>
            </a:r>
            <a:r>
              <a:rPr lang="en-IN" sz="1800">
                <a:effectLst/>
                <a:highlight>
                  <a:srgbClr val="FFFF00"/>
                </a:highlight>
                <a:latin typeface="Calibri" panose="020F0502020204030204" pitchFamily="34" charset="0"/>
                <a:ea typeface="Calibri" panose="020F0502020204030204" pitchFamily="34" charset="0"/>
                <a:cs typeface="Arial" panose="020B0604020202020204" pitchFamily="34" charset="0"/>
              </a:rPr>
              <a:t> be improved?</a:t>
            </a:r>
          </a:p>
          <a:p>
            <a:pPr marL="165100" lvl="1" indent="0">
              <a:lnSpc>
                <a:spcPct val="107000"/>
              </a:lnSpc>
              <a:spcAft>
                <a:spcPts val="800"/>
              </a:spcAft>
              <a:buNone/>
            </a:pPr>
            <a:endParaRPr lang="en-GB" sz="180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F6ED95-4B9D-45DE-9661-B09CAEEA8056}"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Arial" pitchFamily="34" charset="0"/>
            </a:endParaRPr>
          </a:p>
        </p:txBody>
      </p:sp>
    </p:spTree>
    <p:extLst>
      <p:ext uri="{BB962C8B-B14F-4D97-AF65-F5344CB8AC3E}">
        <p14:creationId xmlns:p14="http://schemas.microsoft.com/office/powerpoint/2010/main" val="305333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5" Type="http://schemas.openxmlformats.org/officeDocument/2006/relationships/image" Target="../media/image10.png"/><Relationship Id="rId4"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8.xml"/><Relationship Id="rId1" Type="http://schemas.openxmlformats.org/officeDocument/2006/relationships/tags" Target="../tags/tag2.xml"/><Relationship Id="rId4" Type="http://schemas.openxmlformats.org/officeDocument/2006/relationships/image" Target="../media/image11.emf"/></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3.xml"/></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4.xml"/></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5.xml"/></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BC3F7-CD59-F88B-602D-02BAFFC4FC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F1526B-C6A6-5EA7-429B-A34A6DEEA9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DB3BE0E-6022-7826-B7D7-59770863DF2D}"/>
              </a:ext>
            </a:extLst>
          </p:cNvPr>
          <p:cNvSpPr>
            <a:spLocks noGrp="1"/>
          </p:cNvSpPr>
          <p:nvPr>
            <p:ph type="dt" sz="half" idx="10"/>
          </p:nvPr>
        </p:nvSpPr>
        <p:spPr/>
        <p:txBody>
          <a:bodyPr/>
          <a:lstStyle/>
          <a:p>
            <a:fld id="{45E6D468-3B79-45DC-B915-29B9DB04B0BE}" type="datetimeFigureOut">
              <a:rPr lang="en-US" smtClean="0"/>
              <a:t>2/3/2026</a:t>
            </a:fld>
            <a:endParaRPr lang="en-US"/>
          </a:p>
        </p:txBody>
      </p:sp>
      <p:sp>
        <p:nvSpPr>
          <p:cNvPr id="5" name="Footer Placeholder 4">
            <a:extLst>
              <a:ext uri="{FF2B5EF4-FFF2-40B4-BE49-F238E27FC236}">
                <a16:creationId xmlns:a16="http://schemas.microsoft.com/office/drawing/2014/main" id="{C6A6040A-62CB-4D67-1AF1-1D1E8237C2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6E82A-A869-5EA4-6094-F526F31F6992}"/>
              </a:ext>
            </a:extLst>
          </p:cNvPr>
          <p:cNvSpPr>
            <a:spLocks noGrp="1"/>
          </p:cNvSpPr>
          <p:nvPr>
            <p:ph type="sldNum" sz="quarter" idx="12"/>
          </p:nvPr>
        </p:nvSpPr>
        <p:spPr/>
        <p:txBody>
          <a:bodyPr/>
          <a:lstStyle/>
          <a:p>
            <a:fld id="{31F98C24-D7E0-44E2-8DA2-7552C7FD7401}" type="slidenum">
              <a:rPr lang="en-US" smtClean="0"/>
              <a:t>‹#›</a:t>
            </a:fld>
            <a:endParaRPr lang="en-US"/>
          </a:p>
        </p:txBody>
      </p:sp>
    </p:spTree>
    <p:extLst>
      <p:ext uri="{BB962C8B-B14F-4D97-AF65-F5344CB8AC3E}">
        <p14:creationId xmlns:p14="http://schemas.microsoft.com/office/powerpoint/2010/main" val="300532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5EB9B-9889-CD0F-9C14-0FFA398FE4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DD44C3-DA71-E587-55B1-C8FF05EAE0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C0C367-171A-25C5-294C-4CBB17EADE32}"/>
              </a:ext>
            </a:extLst>
          </p:cNvPr>
          <p:cNvSpPr>
            <a:spLocks noGrp="1"/>
          </p:cNvSpPr>
          <p:nvPr>
            <p:ph type="dt" sz="half" idx="10"/>
          </p:nvPr>
        </p:nvSpPr>
        <p:spPr/>
        <p:txBody>
          <a:bodyPr/>
          <a:lstStyle/>
          <a:p>
            <a:fld id="{45E6D468-3B79-45DC-B915-29B9DB04B0BE}" type="datetimeFigureOut">
              <a:rPr lang="en-US" smtClean="0"/>
              <a:t>2/3/2026</a:t>
            </a:fld>
            <a:endParaRPr lang="en-US"/>
          </a:p>
        </p:txBody>
      </p:sp>
      <p:sp>
        <p:nvSpPr>
          <p:cNvPr id="5" name="Footer Placeholder 4">
            <a:extLst>
              <a:ext uri="{FF2B5EF4-FFF2-40B4-BE49-F238E27FC236}">
                <a16:creationId xmlns:a16="http://schemas.microsoft.com/office/drawing/2014/main" id="{BD874807-D233-570A-3FEA-75FB82AE41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52B72-E6E2-B380-FF67-BF95B7245337}"/>
              </a:ext>
            </a:extLst>
          </p:cNvPr>
          <p:cNvSpPr>
            <a:spLocks noGrp="1"/>
          </p:cNvSpPr>
          <p:nvPr>
            <p:ph type="sldNum" sz="quarter" idx="12"/>
          </p:nvPr>
        </p:nvSpPr>
        <p:spPr/>
        <p:txBody>
          <a:bodyPr/>
          <a:lstStyle/>
          <a:p>
            <a:fld id="{31F98C24-D7E0-44E2-8DA2-7552C7FD7401}" type="slidenum">
              <a:rPr lang="en-US" smtClean="0"/>
              <a:t>‹#›</a:t>
            </a:fld>
            <a:endParaRPr lang="en-US"/>
          </a:p>
        </p:txBody>
      </p:sp>
    </p:spTree>
    <p:extLst>
      <p:ext uri="{BB962C8B-B14F-4D97-AF65-F5344CB8AC3E}">
        <p14:creationId xmlns:p14="http://schemas.microsoft.com/office/powerpoint/2010/main" val="1427009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F31DE-21D4-21BA-12E9-182B58DBD0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088E13-F7BF-9A38-A992-D8F79A915D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16455C-89E0-BA5F-17EC-821C45DECBB8}"/>
              </a:ext>
            </a:extLst>
          </p:cNvPr>
          <p:cNvSpPr>
            <a:spLocks noGrp="1"/>
          </p:cNvSpPr>
          <p:nvPr>
            <p:ph type="dt" sz="half" idx="10"/>
          </p:nvPr>
        </p:nvSpPr>
        <p:spPr/>
        <p:txBody>
          <a:bodyPr/>
          <a:lstStyle/>
          <a:p>
            <a:fld id="{45E6D468-3B79-45DC-B915-29B9DB04B0BE}" type="datetimeFigureOut">
              <a:rPr lang="en-US" smtClean="0"/>
              <a:t>2/3/2026</a:t>
            </a:fld>
            <a:endParaRPr lang="en-US"/>
          </a:p>
        </p:txBody>
      </p:sp>
      <p:sp>
        <p:nvSpPr>
          <p:cNvPr id="5" name="Footer Placeholder 4">
            <a:extLst>
              <a:ext uri="{FF2B5EF4-FFF2-40B4-BE49-F238E27FC236}">
                <a16:creationId xmlns:a16="http://schemas.microsoft.com/office/drawing/2014/main" id="{A4263E0E-1927-0C2A-6D19-4EB3E255B7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702100-12AC-CEC5-8BE2-773BBD9CA685}"/>
              </a:ext>
            </a:extLst>
          </p:cNvPr>
          <p:cNvSpPr>
            <a:spLocks noGrp="1"/>
          </p:cNvSpPr>
          <p:nvPr>
            <p:ph type="sldNum" sz="quarter" idx="12"/>
          </p:nvPr>
        </p:nvSpPr>
        <p:spPr/>
        <p:txBody>
          <a:bodyPr/>
          <a:lstStyle/>
          <a:p>
            <a:fld id="{31F98C24-D7E0-44E2-8DA2-7552C7FD7401}" type="slidenum">
              <a:rPr lang="en-US" smtClean="0"/>
              <a:t>‹#›</a:t>
            </a:fld>
            <a:endParaRPr lang="en-US"/>
          </a:p>
        </p:txBody>
      </p:sp>
    </p:spTree>
    <p:extLst>
      <p:ext uri="{BB962C8B-B14F-4D97-AF65-F5344CB8AC3E}">
        <p14:creationId xmlns:p14="http://schemas.microsoft.com/office/powerpoint/2010/main" val="193174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C5FBC-5BD0-5585-D279-B0267783B1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767A41-E8E5-3D11-DDE6-9B05F4966A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71E301-30BD-1076-CBA8-C38BBC554F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5CB7EE-90E5-6BFD-579D-2CAD9D18F951}"/>
              </a:ext>
            </a:extLst>
          </p:cNvPr>
          <p:cNvSpPr>
            <a:spLocks noGrp="1"/>
          </p:cNvSpPr>
          <p:nvPr>
            <p:ph type="dt" sz="half" idx="10"/>
          </p:nvPr>
        </p:nvSpPr>
        <p:spPr/>
        <p:txBody>
          <a:bodyPr/>
          <a:lstStyle/>
          <a:p>
            <a:fld id="{45E6D468-3B79-45DC-B915-29B9DB04B0BE}" type="datetimeFigureOut">
              <a:rPr lang="en-US" smtClean="0"/>
              <a:t>2/3/2026</a:t>
            </a:fld>
            <a:endParaRPr lang="en-US"/>
          </a:p>
        </p:txBody>
      </p:sp>
      <p:sp>
        <p:nvSpPr>
          <p:cNvPr id="6" name="Footer Placeholder 5">
            <a:extLst>
              <a:ext uri="{FF2B5EF4-FFF2-40B4-BE49-F238E27FC236}">
                <a16:creationId xmlns:a16="http://schemas.microsoft.com/office/drawing/2014/main" id="{D8E04C7A-D121-A232-114F-B42F8E7D0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EEBA4F-EC22-7DA3-7836-28991A791A8E}"/>
              </a:ext>
            </a:extLst>
          </p:cNvPr>
          <p:cNvSpPr>
            <a:spLocks noGrp="1"/>
          </p:cNvSpPr>
          <p:nvPr>
            <p:ph type="sldNum" sz="quarter" idx="12"/>
          </p:nvPr>
        </p:nvSpPr>
        <p:spPr/>
        <p:txBody>
          <a:bodyPr/>
          <a:lstStyle/>
          <a:p>
            <a:fld id="{31F98C24-D7E0-44E2-8DA2-7552C7FD7401}" type="slidenum">
              <a:rPr lang="en-US" smtClean="0"/>
              <a:t>‹#›</a:t>
            </a:fld>
            <a:endParaRPr lang="en-US"/>
          </a:p>
        </p:txBody>
      </p:sp>
    </p:spTree>
    <p:extLst>
      <p:ext uri="{BB962C8B-B14F-4D97-AF65-F5344CB8AC3E}">
        <p14:creationId xmlns:p14="http://schemas.microsoft.com/office/powerpoint/2010/main" val="189754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8634C-754A-658A-3B22-E1D61F1816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4E8D13-A2B1-1204-4022-A18F7D2822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E911ED-883E-BB88-69B3-63E45F73BB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58BD33-09F8-963A-C875-31313E61CD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6F858F-398A-B7BE-3A4E-AA8C99A82C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9C10F0-C491-69C4-86C9-5173FFDC1340}"/>
              </a:ext>
            </a:extLst>
          </p:cNvPr>
          <p:cNvSpPr>
            <a:spLocks noGrp="1"/>
          </p:cNvSpPr>
          <p:nvPr>
            <p:ph type="dt" sz="half" idx="10"/>
          </p:nvPr>
        </p:nvSpPr>
        <p:spPr/>
        <p:txBody>
          <a:bodyPr/>
          <a:lstStyle/>
          <a:p>
            <a:fld id="{45E6D468-3B79-45DC-B915-29B9DB04B0BE}" type="datetimeFigureOut">
              <a:rPr lang="en-US" smtClean="0"/>
              <a:t>2/3/2026</a:t>
            </a:fld>
            <a:endParaRPr lang="en-US"/>
          </a:p>
        </p:txBody>
      </p:sp>
      <p:sp>
        <p:nvSpPr>
          <p:cNvPr id="8" name="Footer Placeholder 7">
            <a:extLst>
              <a:ext uri="{FF2B5EF4-FFF2-40B4-BE49-F238E27FC236}">
                <a16:creationId xmlns:a16="http://schemas.microsoft.com/office/drawing/2014/main" id="{7C2E4E87-BF41-3690-791D-DE1C8CF29B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693612-B264-F5A9-3AE6-A73CFB9A64A9}"/>
              </a:ext>
            </a:extLst>
          </p:cNvPr>
          <p:cNvSpPr>
            <a:spLocks noGrp="1"/>
          </p:cNvSpPr>
          <p:nvPr>
            <p:ph type="sldNum" sz="quarter" idx="12"/>
          </p:nvPr>
        </p:nvSpPr>
        <p:spPr/>
        <p:txBody>
          <a:bodyPr/>
          <a:lstStyle/>
          <a:p>
            <a:fld id="{31F98C24-D7E0-44E2-8DA2-7552C7FD7401}" type="slidenum">
              <a:rPr lang="en-US" smtClean="0"/>
              <a:t>‹#›</a:t>
            </a:fld>
            <a:endParaRPr lang="en-US"/>
          </a:p>
        </p:txBody>
      </p:sp>
    </p:spTree>
    <p:extLst>
      <p:ext uri="{BB962C8B-B14F-4D97-AF65-F5344CB8AC3E}">
        <p14:creationId xmlns:p14="http://schemas.microsoft.com/office/powerpoint/2010/main" val="2605965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721BC-11B6-39D4-094F-D37FC033F7B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2546D7-C8E6-315E-CF71-54B5E70A598D}"/>
              </a:ext>
            </a:extLst>
          </p:cNvPr>
          <p:cNvSpPr>
            <a:spLocks noGrp="1"/>
          </p:cNvSpPr>
          <p:nvPr>
            <p:ph type="dt" sz="half" idx="10"/>
          </p:nvPr>
        </p:nvSpPr>
        <p:spPr/>
        <p:txBody>
          <a:bodyPr/>
          <a:lstStyle/>
          <a:p>
            <a:fld id="{45E6D468-3B79-45DC-B915-29B9DB04B0BE}" type="datetimeFigureOut">
              <a:rPr lang="en-US" smtClean="0"/>
              <a:t>2/3/2026</a:t>
            </a:fld>
            <a:endParaRPr lang="en-US"/>
          </a:p>
        </p:txBody>
      </p:sp>
      <p:sp>
        <p:nvSpPr>
          <p:cNvPr id="4" name="Footer Placeholder 3">
            <a:extLst>
              <a:ext uri="{FF2B5EF4-FFF2-40B4-BE49-F238E27FC236}">
                <a16:creationId xmlns:a16="http://schemas.microsoft.com/office/drawing/2014/main" id="{EF0DCF5A-F82D-5618-0408-9917FF9B9C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5B6CD1-902C-8377-DEFA-52850CE024B7}"/>
              </a:ext>
            </a:extLst>
          </p:cNvPr>
          <p:cNvSpPr>
            <a:spLocks noGrp="1"/>
          </p:cNvSpPr>
          <p:nvPr>
            <p:ph type="sldNum" sz="quarter" idx="12"/>
          </p:nvPr>
        </p:nvSpPr>
        <p:spPr/>
        <p:txBody>
          <a:bodyPr/>
          <a:lstStyle/>
          <a:p>
            <a:fld id="{31F98C24-D7E0-44E2-8DA2-7552C7FD7401}" type="slidenum">
              <a:rPr lang="en-US" smtClean="0"/>
              <a:t>‹#›</a:t>
            </a:fld>
            <a:endParaRPr lang="en-US"/>
          </a:p>
        </p:txBody>
      </p:sp>
    </p:spTree>
    <p:extLst>
      <p:ext uri="{BB962C8B-B14F-4D97-AF65-F5344CB8AC3E}">
        <p14:creationId xmlns:p14="http://schemas.microsoft.com/office/powerpoint/2010/main" val="2788084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C276F3-23A1-E596-F4AB-0D83240237B4}"/>
              </a:ext>
            </a:extLst>
          </p:cNvPr>
          <p:cNvSpPr>
            <a:spLocks noGrp="1"/>
          </p:cNvSpPr>
          <p:nvPr>
            <p:ph type="dt" sz="half" idx="10"/>
          </p:nvPr>
        </p:nvSpPr>
        <p:spPr/>
        <p:txBody>
          <a:bodyPr/>
          <a:lstStyle/>
          <a:p>
            <a:fld id="{45E6D468-3B79-45DC-B915-29B9DB04B0BE}" type="datetimeFigureOut">
              <a:rPr lang="en-US" smtClean="0"/>
              <a:t>2/3/2026</a:t>
            </a:fld>
            <a:endParaRPr lang="en-US"/>
          </a:p>
        </p:txBody>
      </p:sp>
      <p:sp>
        <p:nvSpPr>
          <p:cNvPr id="3" name="Footer Placeholder 2">
            <a:extLst>
              <a:ext uri="{FF2B5EF4-FFF2-40B4-BE49-F238E27FC236}">
                <a16:creationId xmlns:a16="http://schemas.microsoft.com/office/drawing/2014/main" id="{D2187555-358A-C6D0-394D-9C94C7E1D2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423E5B-20DE-D630-5584-E80EB6B054D8}"/>
              </a:ext>
            </a:extLst>
          </p:cNvPr>
          <p:cNvSpPr>
            <a:spLocks noGrp="1"/>
          </p:cNvSpPr>
          <p:nvPr>
            <p:ph type="sldNum" sz="quarter" idx="12"/>
          </p:nvPr>
        </p:nvSpPr>
        <p:spPr/>
        <p:txBody>
          <a:bodyPr/>
          <a:lstStyle/>
          <a:p>
            <a:fld id="{31F98C24-D7E0-44E2-8DA2-7552C7FD7401}" type="slidenum">
              <a:rPr lang="en-US" smtClean="0"/>
              <a:t>‹#›</a:t>
            </a:fld>
            <a:endParaRPr lang="en-US"/>
          </a:p>
        </p:txBody>
      </p:sp>
    </p:spTree>
    <p:extLst>
      <p:ext uri="{BB962C8B-B14F-4D97-AF65-F5344CB8AC3E}">
        <p14:creationId xmlns:p14="http://schemas.microsoft.com/office/powerpoint/2010/main" val="3877745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F1BAC-21C9-06D3-5F87-562994EBCF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CFAA14-2401-A501-3834-DD982F14A4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E78D682-0A81-E62B-6B9C-37D7B7F37F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472D2D-2FA8-847C-AFE4-3FBAA58909FD}"/>
              </a:ext>
            </a:extLst>
          </p:cNvPr>
          <p:cNvSpPr>
            <a:spLocks noGrp="1"/>
          </p:cNvSpPr>
          <p:nvPr>
            <p:ph type="dt" sz="half" idx="10"/>
          </p:nvPr>
        </p:nvSpPr>
        <p:spPr/>
        <p:txBody>
          <a:bodyPr/>
          <a:lstStyle/>
          <a:p>
            <a:fld id="{45E6D468-3B79-45DC-B915-29B9DB04B0BE}" type="datetimeFigureOut">
              <a:rPr lang="en-US" smtClean="0"/>
              <a:t>2/3/2026</a:t>
            </a:fld>
            <a:endParaRPr lang="en-US"/>
          </a:p>
        </p:txBody>
      </p:sp>
      <p:sp>
        <p:nvSpPr>
          <p:cNvPr id="6" name="Footer Placeholder 5">
            <a:extLst>
              <a:ext uri="{FF2B5EF4-FFF2-40B4-BE49-F238E27FC236}">
                <a16:creationId xmlns:a16="http://schemas.microsoft.com/office/drawing/2014/main" id="{05C71A8C-D7E7-13CA-A02C-26868FC3DB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892744-8FD5-E3EA-E266-3792573F81E4}"/>
              </a:ext>
            </a:extLst>
          </p:cNvPr>
          <p:cNvSpPr>
            <a:spLocks noGrp="1"/>
          </p:cNvSpPr>
          <p:nvPr>
            <p:ph type="sldNum" sz="quarter" idx="12"/>
          </p:nvPr>
        </p:nvSpPr>
        <p:spPr/>
        <p:txBody>
          <a:bodyPr/>
          <a:lstStyle/>
          <a:p>
            <a:fld id="{31F98C24-D7E0-44E2-8DA2-7552C7FD7401}" type="slidenum">
              <a:rPr lang="en-US" smtClean="0"/>
              <a:t>‹#›</a:t>
            </a:fld>
            <a:endParaRPr lang="en-US"/>
          </a:p>
        </p:txBody>
      </p:sp>
    </p:spTree>
    <p:extLst>
      <p:ext uri="{BB962C8B-B14F-4D97-AF65-F5344CB8AC3E}">
        <p14:creationId xmlns:p14="http://schemas.microsoft.com/office/powerpoint/2010/main" val="3657576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9B7D4-E68E-12B7-F130-C19BA9A003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260103-A304-87D0-BC6A-1462DDD99C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9EE5CA-7339-46C7-2144-798EF5B15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327EAE-5AB1-3725-55AB-B573D63FF760}"/>
              </a:ext>
            </a:extLst>
          </p:cNvPr>
          <p:cNvSpPr>
            <a:spLocks noGrp="1"/>
          </p:cNvSpPr>
          <p:nvPr>
            <p:ph type="dt" sz="half" idx="10"/>
          </p:nvPr>
        </p:nvSpPr>
        <p:spPr/>
        <p:txBody>
          <a:bodyPr/>
          <a:lstStyle/>
          <a:p>
            <a:fld id="{45E6D468-3B79-45DC-B915-29B9DB04B0BE}" type="datetimeFigureOut">
              <a:rPr lang="en-US" smtClean="0"/>
              <a:t>2/3/2026</a:t>
            </a:fld>
            <a:endParaRPr lang="en-US"/>
          </a:p>
        </p:txBody>
      </p:sp>
      <p:sp>
        <p:nvSpPr>
          <p:cNvPr id="6" name="Footer Placeholder 5">
            <a:extLst>
              <a:ext uri="{FF2B5EF4-FFF2-40B4-BE49-F238E27FC236}">
                <a16:creationId xmlns:a16="http://schemas.microsoft.com/office/drawing/2014/main" id="{235EC86B-7523-8759-8E98-389789B215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053D8E-C776-6AD3-7B1B-8B35EE88F257}"/>
              </a:ext>
            </a:extLst>
          </p:cNvPr>
          <p:cNvSpPr>
            <a:spLocks noGrp="1"/>
          </p:cNvSpPr>
          <p:nvPr>
            <p:ph type="sldNum" sz="quarter" idx="12"/>
          </p:nvPr>
        </p:nvSpPr>
        <p:spPr/>
        <p:txBody>
          <a:bodyPr/>
          <a:lstStyle/>
          <a:p>
            <a:fld id="{31F98C24-D7E0-44E2-8DA2-7552C7FD7401}" type="slidenum">
              <a:rPr lang="en-US" smtClean="0"/>
              <a:t>‹#›</a:t>
            </a:fld>
            <a:endParaRPr lang="en-US"/>
          </a:p>
        </p:txBody>
      </p:sp>
    </p:spTree>
    <p:extLst>
      <p:ext uri="{BB962C8B-B14F-4D97-AF65-F5344CB8AC3E}">
        <p14:creationId xmlns:p14="http://schemas.microsoft.com/office/powerpoint/2010/main" val="2353172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E2C1E-8452-7998-78F4-0167913B43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1BED57-785C-BA19-755F-0F1157ECAE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F0DBAC-828C-97DB-BB12-85A64CD67A36}"/>
              </a:ext>
            </a:extLst>
          </p:cNvPr>
          <p:cNvSpPr>
            <a:spLocks noGrp="1"/>
          </p:cNvSpPr>
          <p:nvPr>
            <p:ph type="dt" sz="half" idx="10"/>
          </p:nvPr>
        </p:nvSpPr>
        <p:spPr/>
        <p:txBody>
          <a:bodyPr/>
          <a:lstStyle/>
          <a:p>
            <a:fld id="{45E6D468-3B79-45DC-B915-29B9DB04B0BE}" type="datetimeFigureOut">
              <a:rPr lang="en-US" smtClean="0"/>
              <a:t>2/3/2026</a:t>
            </a:fld>
            <a:endParaRPr lang="en-US"/>
          </a:p>
        </p:txBody>
      </p:sp>
      <p:sp>
        <p:nvSpPr>
          <p:cNvPr id="5" name="Footer Placeholder 4">
            <a:extLst>
              <a:ext uri="{FF2B5EF4-FFF2-40B4-BE49-F238E27FC236}">
                <a16:creationId xmlns:a16="http://schemas.microsoft.com/office/drawing/2014/main" id="{48B3D47B-405D-8333-4DB8-91748F3D9A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B6FAB-2999-A591-D573-7FED25F719D9}"/>
              </a:ext>
            </a:extLst>
          </p:cNvPr>
          <p:cNvSpPr>
            <a:spLocks noGrp="1"/>
          </p:cNvSpPr>
          <p:nvPr>
            <p:ph type="sldNum" sz="quarter" idx="12"/>
          </p:nvPr>
        </p:nvSpPr>
        <p:spPr/>
        <p:txBody>
          <a:bodyPr/>
          <a:lstStyle/>
          <a:p>
            <a:fld id="{31F98C24-D7E0-44E2-8DA2-7552C7FD7401}" type="slidenum">
              <a:rPr lang="en-US" smtClean="0"/>
              <a:t>‹#›</a:t>
            </a:fld>
            <a:endParaRPr lang="en-US"/>
          </a:p>
        </p:txBody>
      </p:sp>
    </p:spTree>
    <p:extLst>
      <p:ext uri="{BB962C8B-B14F-4D97-AF65-F5344CB8AC3E}">
        <p14:creationId xmlns:p14="http://schemas.microsoft.com/office/powerpoint/2010/main" val="2733253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213455-DDAF-8628-F13C-960BFC5C17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8DE20E-1758-83DD-49C8-4605392FB7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CD7148-DE96-BFB5-506E-89D354EDF13C}"/>
              </a:ext>
            </a:extLst>
          </p:cNvPr>
          <p:cNvSpPr>
            <a:spLocks noGrp="1"/>
          </p:cNvSpPr>
          <p:nvPr>
            <p:ph type="dt" sz="half" idx="10"/>
          </p:nvPr>
        </p:nvSpPr>
        <p:spPr/>
        <p:txBody>
          <a:bodyPr/>
          <a:lstStyle/>
          <a:p>
            <a:fld id="{45E6D468-3B79-45DC-B915-29B9DB04B0BE}" type="datetimeFigureOut">
              <a:rPr lang="en-US" smtClean="0"/>
              <a:t>2/3/2026</a:t>
            </a:fld>
            <a:endParaRPr lang="en-US"/>
          </a:p>
        </p:txBody>
      </p:sp>
      <p:sp>
        <p:nvSpPr>
          <p:cNvPr id="5" name="Footer Placeholder 4">
            <a:extLst>
              <a:ext uri="{FF2B5EF4-FFF2-40B4-BE49-F238E27FC236}">
                <a16:creationId xmlns:a16="http://schemas.microsoft.com/office/drawing/2014/main" id="{E9E4C076-97B8-E4A4-A6DE-034CB39D7D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BDDC5F-80CE-4874-1DE7-E4403684390E}"/>
              </a:ext>
            </a:extLst>
          </p:cNvPr>
          <p:cNvSpPr>
            <a:spLocks noGrp="1"/>
          </p:cNvSpPr>
          <p:nvPr>
            <p:ph type="sldNum" sz="quarter" idx="12"/>
          </p:nvPr>
        </p:nvSpPr>
        <p:spPr/>
        <p:txBody>
          <a:bodyPr/>
          <a:lstStyle/>
          <a:p>
            <a:fld id="{31F98C24-D7E0-44E2-8DA2-7552C7FD7401}" type="slidenum">
              <a:rPr lang="en-US" smtClean="0"/>
              <a:t>‹#›</a:t>
            </a:fld>
            <a:endParaRPr lang="en-US"/>
          </a:p>
        </p:txBody>
      </p:sp>
    </p:spTree>
    <p:extLst>
      <p:ext uri="{BB962C8B-B14F-4D97-AF65-F5344CB8AC3E}">
        <p14:creationId xmlns:p14="http://schemas.microsoft.com/office/powerpoint/2010/main" val="1763744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eneric Cover Slide">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5AD6E1E0-661D-FA55-3664-20229F8C0CCA}"/>
              </a:ext>
            </a:extLst>
          </p:cNvPr>
          <p:cNvPicPr>
            <a:picLocks noChangeAspect="1"/>
          </p:cNvPicPr>
          <p:nvPr userDrawn="1"/>
        </p:nvPicPr>
        <p:blipFill>
          <a:blip r:embed="rId2"/>
          <a:stretch>
            <a:fillRect/>
          </a:stretch>
        </p:blipFill>
        <p:spPr>
          <a:xfrm>
            <a:off x="1019105" y="5094178"/>
            <a:ext cx="1919998" cy="576000"/>
          </a:xfrm>
          <a:prstGeom prst="rect">
            <a:avLst/>
          </a:prstGeom>
        </p:spPr>
      </p:pic>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1" y="1155120"/>
            <a:ext cx="4067907" cy="1175359"/>
          </a:xfrm>
        </p:spPr>
        <p:txBody>
          <a:bodyPr anchor="b">
            <a:noAutofit/>
          </a:bodyPr>
          <a:lstStyle>
            <a:lvl1pPr algn="l" defTabSz="914400" rtl="0" eaLnBrk="1" latinLnBrk="0" hangingPunct="1">
              <a:lnSpc>
                <a:spcPct val="100000"/>
              </a:lnSpc>
              <a:spcBef>
                <a:spcPct val="0"/>
              </a:spcBef>
              <a:buNone/>
              <a:defRPr lang="en-US" sz="36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5"/>
            <a:ext cx="3892060" cy="656746"/>
          </a:xfrm>
        </p:spPr>
        <p:txBody>
          <a:bodyPr>
            <a:noAutofit/>
          </a:bodyPr>
          <a:lstStyle>
            <a:lvl1pPr marL="0" indent="0" algn="l">
              <a:lnSpc>
                <a:spcPct val="100000"/>
              </a:lnSpc>
              <a:buNone/>
              <a:defRPr sz="1600" b="0" i="0">
                <a:latin typeface="Manrop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1" y="3624332"/>
            <a:ext cx="1633781" cy="258532"/>
          </a:xfrm>
          <a:noFill/>
        </p:spPr>
        <p:txBody>
          <a:bodyPr wrap="none" rtlCol="0">
            <a:spAutoFit/>
          </a:bodyPr>
          <a:lstStyle>
            <a:lvl1pPr marL="0" indent="0">
              <a:buNone/>
              <a:defRPr lang="en-GB" sz="1200" b="1" spc="300" dirty="0" smtClean="0">
                <a:solidFill>
                  <a:srgbClr val="5C5C7D"/>
                </a:solidFill>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MONTH, YEAR</a:t>
            </a:r>
          </a:p>
        </p:txBody>
      </p:sp>
      <p:pic>
        <p:nvPicPr>
          <p:cNvPr id="15" name="Picture 14">
            <a:extLst>
              <a:ext uri="{FF2B5EF4-FFF2-40B4-BE49-F238E27FC236}">
                <a16:creationId xmlns:a16="http://schemas.microsoft.com/office/drawing/2014/main" id="{9F68B4BC-6974-1D9F-2F3B-FC5CA5699E5F}"/>
              </a:ext>
            </a:extLst>
          </p:cNvPr>
          <p:cNvPicPr>
            <a:picLocks noChangeAspect="1"/>
          </p:cNvPicPr>
          <p:nvPr userDrawn="1"/>
        </p:nvPicPr>
        <p:blipFill>
          <a:blip r:embed="rId3"/>
          <a:srcRect/>
          <a:stretch/>
        </p:blipFill>
        <p:spPr>
          <a:xfrm>
            <a:off x="5683250" y="0"/>
            <a:ext cx="6508750" cy="6858000"/>
          </a:xfrm>
          <a:prstGeom prst="rect">
            <a:avLst/>
          </a:prstGeom>
        </p:spPr>
      </p:pic>
    </p:spTree>
    <p:extLst>
      <p:ext uri="{BB962C8B-B14F-4D97-AF65-F5344CB8AC3E}">
        <p14:creationId xmlns:p14="http://schemas.microsoft.com/office/powerpoint/2010/main" val="38425804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with Splas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1" y="1155120"/>
            <a:ext cx="4056184" cy="1175359"/>
          </a:xfrm>
        </p:spPr>
        <p:txBody>
          <a:bodyPr anchor="b">
            <a:noAutofit/>
          </a:bodyPr>
          <a:lstStyle>
            <a:lvl1pPr algn="l" defTabSz="914400" rtl="0" eaLnBrk="1" latinLnBrk="0" hangingPunct="1">
              <a:lnSpc>
                <a:spcPct val="100000"/>
              </a:lnSpc>
              <a:spcBef>
                <a:spcPct val="0"/>
              </a:spcBef>
              <a:buNone/>
              <a:defRPr lang="en-US" sz="36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5"/>
            <a:ext cx="3892060" cy="656746"/>
          </a:xfrm>
        </p:spPr>
        <p:txBody>
          <a:bodyPr>
            <a:noAutofit/>
          </a:bodyPr>
          <a:lstStyle>
            <a:lvl1pPr marL="0" indent="0" algn="l">
              <a:lnSpc>
                <a:spcPct val="100000"/>
              </a:lnSpc>
              <a:buNone/>
              <a:defRPr sz="1600" b="0" i="0">
                <a:latin typeface="Manrop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1" y="3624332"/>
            <a:ext cx="1633781" cy="258532"/>
          </a:xfrm>
          <a:noFill/>
        </p:spPr>
        <p:txBody>
          <a:bodyPr wrap="none" rtlCol="0">
            <a:spAutoFit/>
          </a:bodyPr>
          <a:lstStyle>
            <a:lvl1pPr marL="0" indent="0">
              <a:buNone/>
              <a:defRPr lang="en-GB" sz="1200" b="1" spc="300" dirty="0" smtClean="0">
                <a:solidFill>
                  <a:srgbClr val="5C5C7D"/>
                </a:solidFill>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MONTH, YEAR</a:t>
            </a:r>
          </a:p>
        </p:txBody>
      </p:sp>
      <p:sp>
        <p:nvSpPr>
          <p:cNvPr id="5" name="Picture Placeholder 4">
            <a:extLst>
              <a:ext uri="{FF2B5EF4-FFF2-40B4-BE49-F238E27FC236}">
                <a16:creationId xmlns:a16="http://schemas.microsoft.com/office/drawing/2014/main" id="{08CCD0A7-0CD4-997A-1174-671DC0A6BD4F}"/>
              </a:ext>
            </a:extLst>
          </p:cNvPr>
          <p:cNvSpPr>
            <a:spLocks noGrp="1"/>
          </p:cNvSpPr>
          <p:nvPr>
            <p:ph type="pic" sz="quarter" idx="11"/>
          </p:nvPr>
        </p:nvSpPr>
        <p:spPr>
          <a:xfrm>
            <a:off x="6304354" y="1023143"/>
            <a:ext cx="5157787" cy="4811713"/>
          </a:xfrm>
        </p:spPr>
        <p:txBody>
          <a:bodyPr/>
          <a:lstStyle/>
          <a:p>
            <a:endParaRPr lang="en-US"/>
          </a:p>
        </p:txBody>
      </p:sp>
      <p:pic>
        <p:nvPicPr>
          <p:cNvPr id="9" name="Picture 8">
            <a:extLst>
              <a:ext uri="{FF2B5EF4-FFF2-40B4-BE49-F238E27FC236}">
                <a16:creationId xmlns:a16="http://schemas.microsoft.com/office/drawing/2014/main" id="{C783FA81-17A6-6221-C70F-42E321F1990D}"/>
              </a:ext>
            </a:extLst>
          </p:cNvPr>
          <p:cNvPicPr>
            <a:picLocks noChangeAspect="1"/>
          </p:cNvPicPr>
          <p:nvPr userDrawn="1"/>
        </p:nvPicPr>
        <p:blipFill>
          <a:blip r:embed="rId2"/>
          <a:stretch>
            <a:fillRect/>
          </a:stretch>
        </p:blipFill>
        <p:spPr>
          <a:xfrm>
            <a:off x="1019105" y="5094178"/>
            <a:ext cx="1919998" cy="576000"/>
          </a:xfrm>
          <a:prstGeom prst="rect">
            <a:avLst/>
          </a:prstGeom>
        </p:spPr>
      </p:pic>
    </p:spTree>
    <p:extLst>
      <p:ext uri="{BB962C8B-B14F-4D97-AF65-F5344CB8AC3E}">
        <p14:creationId xmlns:p14="http://schemas.microsoft.com/office/powerpoint/2010/main" val="1248816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Sing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038181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ingle Colum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A26F34-5333-EAF9-C3B2-103B400E8BDE}"/>
              </a:ext>
            </a:extLst>
          </p:cNvPr>
          <p:cNvSpPr/>
          <p:nvPr userDrawn="1"/>
        </p:nvSpPr>
        <p:spPr>
          <a:xfrm flipH="1">
            <a:off x="0" y="0"/>
            <a:ext cx="4302177" cy="6858000"/>
          </a:xfrm>
          <a:prstGeom prst="rect">
            <a:avLst/>
          </a:prstGeom>
          <a:solidFill>
            <a:srgbClr val="1C1C2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31525" y="2109866"/>
            <a:ext cx="3239125" cy="2638268"/>
          </a:xfrm>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126636" y="794479"/>
            <a:ext cx="6227163" cy="538248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843317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Single Column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67B83FA-2CD5-F995-89FE-0CC8F2A652DC}"/>
              </a:ext>
            </a:extLst>
          </p:cNvPr>
          <p:cNvSpPr/>
          <p:nvPr userDrawn="1"/>
        </p:nvSpPr>
        <p:spPr>
          <a:xfrm flipH="1">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hasCustomPrompt="1"/>
          </p:nvPr>
        </p:nvSpPr>
        <p:spPr>
          <a:xfrm>
            <a:off x="838200" y="1955150"/>
            <a:ext cx="4498298" cy="2947700"/>
          </a:xfrm>
        </p:spPr>
        <p:txBody>
          <a:bodyPr>
            <a:normAutofit/>
          </a:bodyPr>
          <a:lstStyle>
            <a:lvl1pPr algn="ctr" defTabSz="914400" rtl="0" eaLnBrk="1" latinLnBrk="0" hangingPunct="1">
              <a:lnSpc>
                <a:spcPct val="100000"/>
              </a:lnSpc>
              <a:spcBef>
                <a:spcPct val="0"/>
              </a:spcBef>
              <a:buNone/>
              <a:defRPr lang="en-US" sz="2800" b="1" i="0" kern="1200" baseline="0" dirty="0">
                <a:solidFill>
                  <a:schemeClr val="bg1"/>
                </a:solidFill>
                <a:latin typeface="Playfair Display Black" pitchFamily="2" charset="77"/>
                <a:ea typeface="+mj-ea"/>
                <a:cs typeface="+mj-cs"/>
              </a:defRPr>
            </a:lvl1pPr>
          </a:lstStyle>
          <a:p>
            <a:r>
              <a:rPr lang="en-GB"/>
              <a:t>Title goes here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6790543" y="749508"/>
            <a:ext cx="4781863" cy="542745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847465050"/>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Doub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0"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5" name="Straight Connector 4">
            <a:extLst>
              <a:ext uri="{FF2B5EF4-FFF2-40B4-BE49-F238E27FC236}">
                <a16:creationId xmlns:a16="http://schemas.microsoft.com/office/drawing/2014/main" id="{42686399-894F-E025-9C24-1F307B5567D7}"/>
              </a:ext>
            </a:extLst>
          </p:cNvPr>
          <p:cNvCxnSpPr/>
          <p:nvPr userDrawn="1"/>
        </p:nvCxnSpPr>
        <p:spPr>
          <a:xfrm>
            <a:off x="6096000" y="1634836"/>
            <a:ext cx="0" cy="4738255"/>
          </a:xfrm>
          <a:prstGeom prst="line">
            <a:avLst/>
          </a:prstGeom>
          <a:ln w="12700">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1906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Double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09" y="597877"/>
            <a:ext cx="2968450" cy="736844"/>
          </a:xfrm>
        </p:spPr>
        <p:txBody>
          <a:bodyPr>
            <a:noAutofit/>
          </a:bodyPr>
          <a:lstStyle>
            <a:lvl1pPr algn="l"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034321"/>
            <a:ext cx="4897582" cy="52614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8" y="504029"/>
            <a:ext cx="1324402" cy="286232"/>
          </a:xfrm>
          <a:solidFill>
            <a:schemeClr val="accent1"/>
          </a:solidFill>
        </p:spPr>
        <p:txBody>
          <a:bodyPr wrap="none" rtlCol="0">
            <a:spAutoFit/>
          </a:bodyPr>
          <a:lstStyle>
            <a:lvl1pPr marL="0" indent="0">
              <a:buNone/>
              <a:defRPr lang="en-GB" sz="1400" b="1" spc="300" dirty="0" smtClean="0"/>
            </a:lvl1pPr>
          </a:lstStyle>
          <a:p>
            <a:pPr marL="0" lvl="0"/>
            <a:r>
              <a:rPr lang="en-GB"/>
              <a:t>SUBTITLE</a:t>
            </a:r>
          </a:p>
        </p:txBody>
      </p:sp>
    </p:spTree>
    <p:extLst>
      <p:ext uri="{BB962C8B-B14F-4D97-AF65-F5344CB8AC3E}">
        <p14:creationId xmlns:p14="http://schemas.microsoft.com/office/powerpoint/2010/main" val="17063702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09" y="597877"/>
            <a:ext cx="2968450" cy="736844"/>
          </a:xfrm>
        </p:spPr>
        <p:txBody>
          <a:bodyPr>
            <a:noAutofit/>
          </a:bodyPr>
          <a:lstStyle>
            <a:lvl1pPr algn="l"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791221"/>
            <a:ext cx="5318248" cy="450452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8" y="504029"/>
            <a:ext cx="2592376" cy="286232"/>
          </a:xfrm>
          <a:solidFill>
            <a:schemeClr val="accent1"/>
          </a:solidFill>
        </p:spPr>
        <p:txBody>
          <a:bodyPr wrap="none" rtlCol="0">
            <a:spAutoFit/>
          </a:bodyPr>
          <a:lstStyle>
            <a:lvl1pPr marL="0" indent="0">
              <a:buNone/>
              <a:defRPr lang="en-GB" sz="1400" b="1" spc="300" dirty="0" smtClean="0"/>
            </a:lvl1pPr>
          </a:lstStyle>
          <a:p>
            <a:pPr marL="0" lvl="0"/>
            <a:r>
              <a:rPr lang="en-GB"/>
              <a:t>CHART/IMAGE TITLE</a:t>
            </a:r>
          </a:p>
        </p:txBody>
      </p:sp>
      <p:sp>
        <p:nvSpPr>
          <p:cNvPr id="7" name="Text Placeholder 6">
            <a:extLst>
              <a:ext uri="{FF2B5EF4-FFF2-40B4-BE49-F238E27FC236}">
                <a16:creationId xmlns:a16="http://schemas.microsoft.com/office/drawing/2014/main" id="{FB14B82B-F262-B42D-F5D3-9D8B4B104A65}"/>
              </a:ext>
            </a:extLst>
          </p:cNvPr>
          <p:cNvSpPr>
            <a:spLocks noGrp="1"/>
          </p:cNvSpPr>
          <p:nvPr>
            <p:ph type="body" sz="quarter" idx="13"/>
          </p:nvPr>
        </p:nvSpPr>
        <p:spPr>
          <a:xfrm>
            <a:off x="6456219" y="1001713"/>
            <a:ext cx="5318247" cy="51435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3419836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rds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Content Placeholder 5">
            <a:extLst>
              <a:ext uri="{FF2B5EF4-FFF2-40B4-BE49-F238E27FC236}">
                <a16:creationId xmlns:a16="http://schemas.microsoft.com/office/drawing/2014/main" id="{5D153EE1-8D13-4C4C-C95A-ED942D2CF8EE}"/>
              </a:ext>
            </a:extLst>
          </p:cNvPr>
          <p:cNvSpPr>
            <a:spLocks noGrp="1"/>
          </p:cNvSpPr>
          <p:nvPr>
            <p:ph sz="quarter" idx="10"/>
          </p:nvPr>
        </p:nvSpPr>
        <p:spPr>
          <a:xfrm>
            <a:off x="769468"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0" name="Content Placeholder 5">
            <a:extLst>
              <a:ext uri="{FF2B5EF4-FFF2-40B4-BE49-F238E27FC236}">
                <a16:creationId xmlns:a16="http://schemas.microsoft.com/office/drawing/2014/main" id="{148ECB8C-374E-AA81-A937-E360703F5A19}"/>
              </a:ext>
            </a:extLst>
          </p:cNvPr>
          <p:cNvSpPr>
            <a:spLocks noGrp="1"/>
          </p:cNvSpPr>
          <p:nvPr>
            <p:ph sz="quarter" idx="11"/>
          </p:nvPr>
        </p:nvSpPr>
        <p:spPr>
          <a:xfrm>
            <a:off x="2938237"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505B1693-20A9-0E47-F38E-BB8AC825C1A6}"/>
              </a:ext>
            </a:extLst>
          </p:cNvPr>
          <p:cNvSpPr>
            <a:spLocks noGrp="1"/>
          </p:cNvSpPr>
          <p:nvPr>
            <p:ph sz="quarter" idx="12"/>
          </p:nvPr>
        </p:nvSpPr>
        <p:spPr>
          <a:xfrm>
            <a:off x="5107006"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2" name="Content Placeholder 5">
            <a:extLst>
              <a:ext uri="{FF2B5EF4-FFF2-40B4-BE49-F238E27FC236}">
                <a16:creationId xmlns:a16="http://schemas.microsoft.com/office/drawing/2014/main" id="{E7219F50-43CF-2222-81E5-6D90295DD88D}"/>
              </a:ext>
            </a:extLst>
          </p:cNvPr>
          <p:cNvSpPr>
            <a:spLocks noGrp="1"/>
          </p:cNvSpPr>
          <p:nvPr>
            <p:ph sz="quarter" idx="13"/>
          </p:nvPr>
        </p:nvSpPr>
        <p:spPr>
          <a:xfrm>
            <a:off x="7275775"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BDC33F88-CCFB-40BC-129B-6D9B539904DD}"/>
              </a:ext>
            </a:extLst>
          </p:cNvPr>
          <p:cNvSpPr>
            <a:spLocks noGrp="1"/>
          </p:cNvSpPr>
          <p:nvPr>
            <p:ph sz="quarter" idx="14"/>
          </p:nvPr>
        </p:nvSpPr>
        <p:spPr>
          <a:xfrm>
            <a:off x="9444544" y="2731720"/>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39" y="1313230"/>
            <a:ext cx="10515600" cy="736844"/>
          </a:xfrm>
        </p:spPr>
        <p:txBody>
          <a:bodyPr>
            <a:noAutofit/>
          </a:bodyPr>
          <a:lstStyle>
            <a:lvl1pPr marL="0" indent="0" algn="ctr">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32005849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rds with icons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39" y="1313230"/>
            <a:ext cx="10515600" cy="503847"/>
          </a:xfrm>
        </p:spPr>
        <p:txBody>
          <a:bodyPr>
            <a:noAutofit/>
          </a:bodyPr>
          <a:lstStyle>
            <a:lvl1pPr marL="0" indent="0" algn="ctr">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3" name="Oval 2">
            <a:extLst>
              <a:ext uri="{FF2B5EF4-FFF2-40B4-BE49-F238E27FC236}">
                <a16:creationId xmlns:a16="http://schemas.microsoft.com/office/drawing/2014/main" id="{EE227378-E5F7-F46C-5089-FAC5D8568E7C}"/>
              </a:ext>
            </a:extLst>
          </p:cNvPr>
          <p:cNvSpPr/>
          <p:nvPr userDrawn="1"/>
        </p:nvSpPr>
        <p:spPr>
          <a:xfrm>
            <a:off x="1212013"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4" name="Oval 3">
            <a:extLst>
              <a:ext uri="{FF2B5EF4-FFF2-40B4-BE49-F238E27FC236}">
                <a16:creationId xmlns:a16="http://schemas.microsoft.com/office/drawing/2014/main" id="{A0FA4B6E-0038-28ED-8935-135AFA4CE8A9}"/>
              </a:ext>
            </a:extLst>
          </p:cNvPr>
          <p:cNvSpPr/>
          <p:nvPr userDrawn="1"/>
        </p:nvSpPr>
        <p:spPr>
          <a:xfrm>
            <a:off x="7718320"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5" name="Oval 4">
            <a:extLst>
              <a:ext uri="{FF2B5EF4-FFF2-40B4-BE49-F238E27FC236}">
                <a16:creationId xmlns:a16="http://schemas.microsoft.com/office/drawing/2014/main" id="{54550CAB-8324-28E9-70B4-BA00A99A3235}"/>
              </a:ext>
            </a:extLst>
          </p:cNvPr>
          <p:cNvSpPr/>
          <p:nvPr userDrawn="1"/>
        </p:nvSpPr>
        <p:spPr>
          <a:xfrm>
            <a:off x="3380782"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7" name="Oval 6">
            <a:extLst>
              <a:ext uri="{FF2B5EF4-FFF2-40B4-BE49-F238E27FC236}">
                <a16:creationId xmlns:a16="http://schemas.microsoft.com/office/drawing/2014/main" id="{93DA1F57-B025-EBB0-B2C6-805D0560752D}"/>
              </a:ext>
            </a:extLst>
          </p:cNvPr>
          <p:cNvSpPr/>
          <p:nvPr userDrawn="1"/>
        </p:nvSpPr>
        <p:spPr>
          <a:xfrm>
            <a:off x="5549551"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8" name="Oval 7">
            <a:extLst>
              <a:ext uri="{FF2B5EF4-FFF2-40B4-BE49-F238E27FC236}">
                <a16:creationId xmlns:a16="http://schemas.microsoft.com/office/drawing/2014/main" id="{6230CF9E-31AF-DD4A-3F71-D023F3D652CB}"/>
              </a:ext>
            </a:extLst>
          </p:cNvPr>
          <p:cNvSpPr/>
          <p:nvPr userDrawn="1"/>
        </p:nvSpPr>
        <p:spPr>
          <a:xfrm>
            <a:off x="9887089"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9" name="Content Placeholder 5">
            <a:extLst>
              <a:ext uri="{FF2B5EF4-FFF2-40B4-BE49-F238E27FC236}">
                <a16:creationId xmlns:a16="http://schemas.microsoft.com/office/drawing/2014/main" id="{86E6D084-5A52-0A3A-918A-208EB7A3B4CD}"/>
              </a:ext>
            </a:extLst>
          </p:cNvPr>
          <p:cNvSpPr>
            <a:spLocks noGrp="1"/>
          </p:cNvSpPr>
          <p:nvPr>
            <p:ph sz="quarter" idx="10"/>
          </p:nvPr>
        </p:nvSpPr>
        <p:spPr>
          <a:xfrm>
            <a:off x="769468"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6" name="Content Placeholder 5">
            <a:extLst>
              <a:ext uri="{FF2B5EF4-FFF2-40B4-BE49-F238E27FC236}">
                <a16:creationId xmlns:a16="http://schemas.microsoft.com/office/drawing/2014/main" id="{DC4DA439-89DD-0D21-0BD5-BE99285C5442}"/>
              </a:ext>
            </a:extLst>
          </p:cNvPr>
          <p:cNvSpPr>
            <a:spLocks noGrp="1"/>
          </p:cNvSpPr>
          <p:nvPr>
            <p:ph sz="quarter" idx="11"/>
          </p:nvPr>
        </p:nvSpPr>
        <p:spPr>
          <a:xfrm>
            <a:off x="2938237"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7" name="Content Placeholder 5">
            <a:extLst>
              <a:ext uri="{FF2B5EF4-FFF2-40B4-BE49-F238E27FC236}">
                <a16:creationId xmlns:a16="http://schemas.microsoft.com/office/drawing/2014/main" id="{4C56B25C-B293-091E-82C2-6018E8A5289A}"/>
              </a:ext>
            </a:extLst>
          </p:cNvPr>
          <p:cNvSpPr>
            <a:spLocks noGrp="1"/>
          </p:cNvSpPr>
          <p:nvPr>
            <p:ph sz="quarter" idx="12"/>
          </p:nvPr>
        </p:nvSpPr>
        <p:spPr>
          <a:xfrm>
            <a:off x="5107006"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8" name="Content Placeholder 5">
            <a:extLst>
              <a:ext uri="{FF2B5EF4-FFF2-40B4-BE49-F238E27FC236}">
                <a16:creationId xmlns:a16="http://schemas.microsoft.com/office/drawing/2014/main" id="{AA16CF04-3079-7948-01A4-F5CC3722FE8A}"/>
              </a:ext>
            </a:extLst>
          </p:cNvPr>
          <p:cNvSpPr>
            <a:spLocks noGrp="1"/>
          </p:cNvSpPr>
          <p:nvPr>
            <p:ph sz="quarter" idx="13"/>
          </p:nvPr>
        </p:nvSpPr>
        <p:spPr>
          <a:xfrm>
            <a:off x="7275775"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9" name="Content Placeholder 5">
            <a:extLst>
              <a:ext uri="{FF2B5EF4-FFF2-40B4-BE49-F238E27FC236}">
                <a16:creationId xmlns:a16="http://schemas.microsoft.com/office/drawing/2014/main" id="{B7C99060-24D1-23D0-903F-6D2263FFAB3B}"/>
              </a:ext>
            </a:extLst>
          </p:cNvPr>
          <p:cNvSpPr>
            <a:spLocks noGrp="1"/>
          </p:cNvSpPr>
          <p:nvPr>
            <p:ph sz="quarter" idx="14"/>
          </p:nvPr>
        </p:nvSpPr>
        <p:spPr>
          <a:xfrm>
            <a:off x="9444544" y="3544865"/>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2264816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rds with icons (2)">
    <p:spTree>
      <p:nvGrpSpPr>
        <p:cNvPr id="1" name=""/>
        <p:cNvGrpSpPr/>
        <p:nvPr/>
      </p:nvGrpSpPr>
      <p:grpSpPr>
        <a:xfrm>
          <a:off x="0" y="0"/>
          <a:ext cx="0" cy="0"/>
          <a:chOff x="0" y="0"/>
          <a:chExt cx="0" cy="0"/>
        </a:xfrm>
      </p:grpSpPr>
      <p:sp>
        <p:nvSpPr>
          <p:cNvPr id="2" name="Content Placeholder 5">
            <a:extLst>
              <a:ext uri="{FF2B5EF4-FFF2-40B4-BE49-F238E27FC236}">
                <a16:creationId xmlns:a16="http://schemas.microsoft.com/office/drawing/2014/main" id="{6FCA3AD0-8EDD-2D99-0D31-D3637D2B27EC}"/>
              </a:ext>
            </a:extLst>
          </p:cNvPr>
          <p:cNvSpPr>
            <a:spLocks noGrp="1"/>
          </p:cNvSpPr>
          <p:nvPr>
            <p:ph sz="quarter" idx="10" hasCustomPrompt="1"/>
          </p:nvPr>
        </p:nvSpPr>
        <p:spPr>
          <a:xfrm>
            <a:off x="5107005" y="1199165"/>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3" name="Rectangle 2">
            <a:extLst>
              <a:ext uri="{FF2B5EF4-FFF2-40B4-BE49-F238E27FC236}">
                <a16:creationId xmlns:a16="http://schemas.microsoft.com/office/drawing/2014/main" id="{62CA1A88-F25D-3DD9-9E1B-540555265B0F}"/>
              </a:ext>
            </a:extLst>
          </p:cNvPr>
          <p:cNvSpPr/>
          <p:nvPr userDrawn="1"/>
        </p:nvSpPr>
        <p:spPr>
          <a:xfrm flipH="1">
            <a:off x="0" y="0"/>
            <a:ext cx="4305600" cy="6858000"/>
          </a:xfrm>
          <a:prstGeom prst="rect">
            <a:avLst/>
          </a:prstGeom>
          <a:solidFill>
            <a:srgbClr val="1C1C2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p>
        </p:txBody>
      </p:sp>
      <p:sp>
        <p:nvSpPr>
          <p:cNvPr id="4" name="Text Placeholder 11">
            <a:extLst>
              <a:ext uri="{FF2B5EF4-FFF2-40B4-BE49-F238E27FC236}">
                <a16:creationId xmlns:a16="http://schemas.microsoft.com/office/drawing/2014/main" id="{74B809DE-59BD-C2A1-461F-5915AA9A5864}"/>
              </a:ext>
            </a:extLst>
          </p:cNvPr>
          <p:cNvSpPr>
            <a:spLocks noGrp="1"/>
          </p:cNvSpPr>
          <p:nvPr>
            <p:ph type="body" sz="quarter" idx="12" hasCustomPrompt="1"/>
          </p:nvPr>
        </p:nvSpPr>
        <p:spPr>
          <a:xfrm>
            <a:off x="5107005" y="562645"/>
            <a:ext cx="1324402" cy="286232"/>
          </a:xfrm>
          <a:solidFill>
            <a:schemeClr val="accent1"/>
          </a:solidFill>
        </p:spPr>
        <p:txBody>
          <a:bodyPr wrap="none" rtlCol="0">
            <a:spAutoFit/>
          </a:bodyPr>
          <a:lstStyle>
            <a:lvl1pPr marL="0" indent="0">
              <a:buNone/>
              <a:defRPr lang="en-GB" sz="1400" b="1" spc="300" dirty="0" smtClean="0"/>
            </a:lvl1pPr>
          </a:lstStyle>
          <a:p>
            <a:pPr marL="0" lvl="0"/>
            <a:r>
              <a:rPr lang="en-GB"/>
              <a:t>SUBTITLE</a:t>
            </a:r>
          </a:p>
        </p:txBody>
      </p:sp>
      <p:sp>
        <p:nvSpPr>
          <p:cNvPr id="5" name="Content Placeholder 5">
            <a:extLst>
              <a:ext uri="{FF2B5EF4-FFF2-40B4-BE49-F238E27FC236}">
                <a16:creationId xmlns:a16="http://schemas.microsoft.com/office/drawing/2014/main" id="{265E3F02-DE61-F2E4-00A4-BFC0ED9AE7D2}"/>
              </a:ext>
            </a:extLst>
          </p:cNvPr>
          <p:cNvSpPr>
            <a:spLocks noGrp="1"/>
          </p:cNvSpPr>
          <p:nvPr>
            <p:ph sz="quarter" idx="13"/>
          </p:nvPr>
        </p:nvSpPr>
        <p:spPr>
          <a:xfrm>
            <a:off x="6255866" y="1199164"/>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6" name="Title 5">
            <a:extLst>
              <a:ext uri="{FF2B5EF4-FFF2-40B4-BE49-F238E27FC236}">
                <a16:creationId xmlns:a16="http://schemas.microsoft.com/office/drawing/2014/main" id="{7454EEC0-AF35-F3EE-65A0-D5BCA40B426D}"/>
              </a:ext>
            </a:extLst>
          </p:cNvPr>
          <p:cNvSpPr>
            <a:spLocks noGrp="1"/>
          </p:cNvSpPr>
          <p:nvPr>
            <p:ph type="title"/>
          </p:nvPr>
        </p:nvSpPr>
        <p:spPr>
          <a:xfrm>
            <a:off x="578977" y="3060578"/>
            <a:ext cx="3147646" cy="736844"/>
          </a:xfrm>
        </p:spPr>
        <p:txBody>
          <a:bodyPr>
            <a:no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7" name="Content Placeholder 5">
            <a:extLst>
              <a:ext uri="{FF2B5EF4-FFF2-40B4-BE49-F238E27FC236}">
                <a16:creationId xmlns:a16="http://schemas.microsoft.com/office/drawing/2014/main" id="{E2A4315C-D942-CC31-0941-2565589D34C1}"/>
              </a:ext>
            </a:extLst>
          </p:cNvPr>
          <p:cNvSpPr>
            <a:spLocks noGrp="1"/>
          </p:cNvSpPr>
          <p:nvPr>
            <p:ph sz="quarter" idx="14" hasCustomPrompt="1"/>
          </p:nvPr>
        </p:nvSpPr>
        <p:spPr>
          <a:xfrm>
            <a:off x="5107005" y="2266098"/>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8" name="Content Placeholder 5">
            <a:extLst>
              <a:ext uri="{FF2B5EF4-FFF2-40B4-BE49-F238E27FC236}">
                <a16:creationId xmlns:a16="http://schemas.microsoft.com/office/drawing/2014/main" id="{CCCDB590-0FD1-9D69-EEF2-083D0E1AE1E1}"/>
              </a:ext>
            </a:extLst>
          </p:cNvPr>
          <p:cNvSpPr>
            <a:spLocks noGrp="1"/>
          </p:cNvSpPr>
          <p:nvPr>
            <p:ph sz="quarter" idx="15"/>
          </p:nvPr>
        </p:nvSpPr>
        <p:spPr>
          <a:xfrm>
            <a:off x="6255866" y="2266097"/>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9" name="Content Placeholder 5">
            <a:extLst>
              <a:ext uri="{FF2B5EF4-FFF2-40B4-BE49-F238E27FC236}">
                <a16:creationId xmlns:a16="http://schemas.microsoft.com/office/drawing/2014/main" id="{1409480A-62D1-5755-D9A7-0767E1BEC49A}"/>
              </a:ext>
            </a:extLst>
          </p:cNvPr>
          <p:cNvSpPr>
            <a:spLocks noGrp="1"/>
          </p:cNvSpPr>
          <p:nvPr>
            <p:ph sz="quarter" idx="16" hasCustomPrompt="1"/>
          </p:nvPr>
        </p:nvSpPr>
        <p:spPr>
          <a:xfrm>
            <a:off x="5107005" y="3333031"/>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0" name="Content Placeholder 5">
            <a:extLst>
              <a:ext uri="{FF2B5EF4-FFF2-40B4-BE49-F238E27FC236}">
                <a16:creationId xmlns:a16="http://schemas.microsoft.com/office/drawing/2014/main" id="{12C65410-0144-D02A-0CD5-66C6780F7E65}"/>
              </a:ext>
            </a:extLst>
          </p:cNvPr>
          <p:cNvSpPr>
            <a:spLocks noGrp="1"/>
          </p:cNvSpPr>
          <p:nvPr>
            <p:ph sz="quarter" idx="17"/>
          </p:nvPr>
        </p:nvSpPr>
        <p:spPr>
          <a:xfrm>
            <a:off x="6255866" y="3333030"/>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DCB11797-3E0D-7630-94F2-36A6006EA6A8}"/>
              </a:ext>
            </a:extLst>
          </p:cNvPr>
          <p:cNvSpPr>
            <a:spLocks noGrp="1"/>
          </p:cNvSpPr>
          <p:nvPr>
            <p:ph sz="quarter" idx="18" hasCustomPrompt="1"/>
          </p:nvPr>
        </p:nvSpPr>
        <p:spPr>
          <a:xfrm>
            <a:off x="5107005" y="4399964"/>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2" name="Content Placeholder 5">
            <a:extLst>
              <a:ext uri="{FF2B5EF4-FFF2-40B4-BE49-F238E27FC236}">
                <a16:creationId xmlns:a16="http://schemas.microsoft.com/office/drawing/2014/main" id="{07884FF0-5460-7A70-29EA-D08A8FD57C04}"/>
              </a:ext>
            </a:extLst>
          </p:cNvPr>
          <p:cNvSpPr>
            <a:spLocks noGrp="1"/>
          </p:cNvSpPr>
          <p:nvPr>
            <p:ph sz="quarter" idx="19"/>
          </p:nvPr>
        </p:nvSpPr>
        <p:spPr>
          <a:xfrm>
            <a:off x="6255866" y="4399963"/>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E278DE42-BAD1-9EDC-B888-FC3F0A689AC4}"/>
              </a:ext>
            </a:extLst>
          </p:cNvPr>
          <p:cNvSpPr>
            <a:spLocks noGrp="1"/>
          </p:cNvSpPr>
          <p:nvPr>
            <p:ph sz="quarter" idx="20" hasCustomPrompt="1"/>
          </p:nvPr>
        </p:nvSpPr>
        <p:spPr>
          <a:xfrm>
            <a:off x="5107004" y="5466896"/>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4" name="Content Placeholder 5">
            <a:extLst>
              <a:ext uri="{FF2B5EF4-FFF2-40B4-BE49-F238E27FC236}">
                <a16:creationId xmlns:a16="http://schemas.microsoft.com/office/drawing/2014/main" id="{70F216DB-B780-E3E7-612E-40011894E4EE}"/>
              </a:ext>
            </a:extLst>
          </p:cNvPr>
          <p:cNvSpPr>
            <a:spLocks noGrp="1"/>
          </p:cNvSpPr>
          <p:nvPr>
            <p:ph sz="quarter" idx="21"/>
          </p:nvPr>
        </p:nvSpPr>
        <p:spPr>
          <a:xfrm>
            <a:off x="6255866" y="5466897"/>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24905504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 break">
    <p:spTree>
      <p:nvGrpSpPr>
        <p:cNvPr id="1" name=""/>
        <p:cNvGrpSpPr/>
        <p:nvPr/>
      </p:nvGrpSpPr>
      <p:grpSpPr>
        <a:xfrm>
          <a:off x="0" y="0"/>
          <a:ext cx="0" cy="0"/>
          <a:chOff x="0" y="0"/>
          <a:chExt cx="0" cy="0"/>
        </a:xfrm>
      </p:grpSpPr>
      <p:pic>
        <p:nvPicPr>
          <p:cNvPr id="6" name="Picture 5" descr="A grid of lines on a black background&#10;&#10;Description automatically generated">
            <a:extLst>
              <a:ext uri="{FF2B5EF4-FFF2-40B4-BE49-F238E27FC236}">
                <a16:creationId xmlns:a16="http://schemas.microsoft.com/office/drawing/2014/main" id="{D387F483-0E38-82BA-CD06-B08DAF071F59}"/>
              </a:ext>
            </a:extLst>
          </p:cNvPr>
          <p:cNvPicPr/>
          <p:nvPr userDrawn="1"/>
        </p:nvPicPr>
        <p:blipFill rotWithShape="1">
          <a:blip r:embed="rId2">
            <a:alphaModFix amt="55000"/>
          </a:blip>
          <a:srcRect l="6511" t="13271" r="4231" b="7756"/>
          <a:stretch/>
        </p:blipFill>
        <p:spPr>
          <a:xfrm>
            <a:off x="0" y="-1"/>
            <a:ext cx="12192000" cy="6858001"/>
          </a:xfrm>
          <a:prstGeom prst="rect">
            <a:avLst/>
          </a:prstGeom>
          <a:effectLst>
            <a:outerShdw blurRad="50800" dist="50800" dir="5400000" sx="1000" sy="1000" algn="ctr" rotWithShape="0">
              <a:srgbClr val="000000"/>
            </a:outerShdw>
          </a:effectLst>
        </p:spPr>
      </p:pic>
      <p:sp>
        <p:nvSpPr>
          <p:cNvPr id="11" name="Title 10">
            <a:extLst>
              <a:ext uri="{FF2B5EF4-FFF2-40B4-BE49-F238E27FC236}">
                <a16:creationId xmlns:a16="http://schemas.microsoft.com/office/drawing/2014/main" id="{80FE4188-D35C-C62E-D6A6-E937C096C154}"/>
              </a:ext>
            </a:extLst>
          </p:cNvPr>
          <p:cNvSpPr>
            <a:spLocks noGrp="1"/>
          </p:cNvSpPr>
          <p:nvPr>
            <p:ph type="title" hasCustomPrompt="1"/>
          </p:nvPr>
        </p:nvSpPr>
        <p:spPr>
          <a:xfrm>
            <a:off x="3140127" y="2592232"/>
            <a:ext cx="5911746" cy="1673537"/>
          </a:xfrm>
        </p:spPr>
        <p:txBody>
          <a:bodyPr>
            <a:noAutofit/>
          </a:bodyPr>
          <a:lstStyle>
            <a:lvl1pPr algn="ctr" defTabSz="914400" rtl="0" eaLnBrk="1" latinLnBrk="0" hangingPunct="1">
              <a:lnSpc>
                <a:spcPct val="100000"/>
              </a:lnSpc>
              <a:spcBef>
                <a:spcPct val="0"/>
              </a:spcBef>
              <a:buNone/>
              <a:defRPr lang="en-US" sz="4800" b="1" i="0" kern="1200" baseline="0" dirty="0">
                <a:solidFill>
                  <a:schemeClr val="tx1"/>
                </a:solidFill>
                <a:latin typeface="Playfair Display Black" pitchFamily="2" charset="77"/>
                <a:ea typeface="+mj-ea"/>
                <a:cs typeface="+mj-cs"/>
              </a:defRPr>
            </a:lvl1pPr>
          </a:lstStyle>
          <a:p>
            <a:r>
              <a:rPr lang="en-GB"/>
              <a:t>Click to edit title </a:t>
            </a:r>
            <a:endParaRPr lang="en-US"/>
          </a:p>
        </p:txBody>
      </p:sp>
    </p:spTree>
    <p:extLst>
      <p:ext uri="{BB962C8B-B14F-4D97-AF65-F5344CB8AC3E}">
        <p14:creationId xmlns:p14="http://schemas.microsoft.com/office/powerpoint/2010/main" val="39303518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8866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9BDEB7B-C156-5A00-FCA6-10790A0A29CF}"/>
              </a:ext>
            </a:extLst>
          </p:cNvPr>
          <p:cNvSpPr/>
          <p:nvPr userDrawn="1"/>
        </p:nvSpPr>
        <p:spPr>
          <a:xfrm>
            <a:off x="0" y="0"/>
            <a:ext cx="12192000" cy="4283901"/>
          </a:xfrm>
          <a:prstGeom prst="rect">
            <a:avLst/>
          </a:prstGeom>
          <a:gradFill flip="none" rotWithShape="1">
            <a:gsLst>
              <a:gs pos="14000">
                <a:srgbClr val="1E41EB">
                  <a:alpha val="15000"/>
                </a:srgbClr>
              </a:gs>
              <a:gs pos="100000">
                <a:schemeClr val="bg2"/>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4694A8F-390A-06B0-5CBF-CB34FB5A1FA3}"/>
              </a:ext>
            </a:extLst>
          </p:cNvPr>
          <p:cNvPicPr>
            <a:picLocks noChangeAspect="1"/>
          </p:cNvPicPr>
          <p:nvPr userDrawn="1"/>
        </p:nvPicPr>
        <p:blipFill>
          <a:blip r:embed="rId2"/>
          <a:stretch>
            <a:fillRect/>
          </a:stretch>
        </p:blipFill>
        <p:spPr>
          <a:xfrm>
            <a:off x="2308069" y="2667000"/>
            <a:ext cx="1879600" cy="1524000"/>
          </a:xfrm>
          <a:prstGeom prst="rect">
            <a:avLst/>
          </a:prstGeom>
        </p:spPr>
      </p:pic>
      <p:sp>
        <p:nvSpPr>
          <p:cNvPr id="10" name="Text Placeholder 9">
            <a:extLst>
              <a:ext uri="{FF2B5EF4-FFF2-40B4-BE49-F238E27FC236}">
                <a16:creationId xmlns:a16="http://schemas.microsoft.com/office/drawing/2014/main" id="{9D09BCC6-6D61-DA13-5CC0-8DEB1ED14463}"/>
              </a:ext>
            </a:extLst>
          </p:cNvPr>
          <p:cNvSpPr>
            <a:spLocks noGrp="1"/>
          </p:cNvSpPr>
          <p:nvPr>
            <p:ph type="body" sz="quarter" idx="11" hasCustomPrompt="1"/>
          </p:nvPr>
        </p:nvSpPr>
        <p:spPr>
          <a:xfrm>
            <a:off x="5186363" y="4962525"/>
            <a:ext cx="2938306" cy="613816"/>
          </a:xfrm>
          <a:solidFill>
            <a:schemeClr val="accent3"/>
          </a:solidFill>
        </p:spPr>
        <p:txBody>
          <a:bodyPr lIns="216000" anchor="ctr"/>
          <a:lstStyle>
            <a:lvl1pPr marL="0" indent="0">
              <a:buNone/>
              <a:defRPr>
                <a:solidFill>
                  <a:schemeClr val="tx1"/>
                </a:solidFill>
                <a:latin typeface="Playfair Display Medium" pitchFamily="2" charset="77"/>
              </a:defRPr>
            </a:lvl1pPr>
          </a:lstStyle>
          <a:p>
            <a:pPr lvl="0"/>
            <a:r>
              <a:rPr lang="en-GB"/>
              <a:t>Who said it </a:t>
            </a:r>
            <a:endParaRPr lang="en-US"/>
          </a:p>
        </p:txBody>
      </p:sp>
      <p:sp>
        <p:nvSpPr>
          <p:cNvPr id="11" name="Text Placeholder 9">
            <a:extLst>
              <a:ext uri="{FF2B5EF4-FFF2-40B4-BE49-F238E27FC236}">
                <a16:creationId xmlns:a16="http://schemas.microsoft.com/office/drawing/2014/main" id="{4C6C8DD7-E181-3945-DE67-F243DBAB5DE2}"/>
              </a:ext>
            </a:extLst>
          </p:cNvPr>
          <p:cNvSpPr>
            <a:spLocks noGrp="1"/>
          </p:cNvSpPr>
          <p:nvPr>
            <p:ph type="body" sz="quarter" idx="12" hasCustomPrompt="1"/>
          </p:nvPr>
        </p:nvSpPr>
        <p:spPr>
          <a:xfrm>
            <a:off x="5186363" y="5576341"/>
            <a:ext cx="2938306" cy="479685"/>
          </a:xfrm>
          <a:solidFill>
            <a:schemeClr val="accent3"/>
          </a:solidFill>
        </p:spPr>
        <p:txBody>
          <a:bodyPr lIns="216000" anchor="ctr">
            <a:normAutofit/>
          </a:bodyPr>
          <a:lstStyle>
            <a:lvl1pPr marL="0" indent="0">
              <a:buNone/>
              <a:defRPr sz="1600">
                <a:solidFill>
                  <a:srgbClr val="150359"/>
                </a:solidFill>
                <a:latin typeface="Manrope" pitchFamily="2" charset="0"/>
              </a:defRPr>
            </a:lvl1pPr>
          </a:lstStyle>
          <a:p>
            <a:pPr lvl="0"/>
            <a:r>
              <a:rPr lang="en-GB"/>
              <a:t>CONTEXT</a:t>
            </a:r>
            <a:endParaRPr lang="en-US"/>
          </a:p>
        </p:txBody>
      </p:sp>
      <p:sp>
        <p:nvSpPr>
          <p:cNvPr id="3" name="Content Placeholder 2">
            <a:extLst>
              <a:ext uri="{FF2B5EF4-FFF2-40B4-BE49-F238E27FC236}">
                <a16:creationId xmlns:a16="http://schemas.microsoft.com/office/drawing/2014/main" id="{75700892-7442-C196-A9AF-BD393FD00517}"/>
              </a:ext>
            </a:extLst>
          </p:cNvPr>
          <p:cNvSpPr>
            <a:spLocks noGrp="1"/>
          </p:cNvSpPr>
          <p:nvPr>
            <p:ph sz="quarter" idx="13" hasCustomPrompt="1"/>
          </p:nvPr>
        </p:nvSpPr>
        <p:spPr>
          <a:xfrm>
            <a:off x="5186363" y="903288"/>
            <a:ext cx="4976812" cy="3598862"/>
          </a:xfrm>
        </p:spPr>
        <p:txBody>
          <a:bodyPr>
            <a:normAutofit/>
          </a:bodyPr>
          <a:lstStyle>
            <a:lvl1pPr marL="0" indent="0">
              <a:lnSpc>
                <a:spcPct val="100000"/>
              </a:lnSpc>
              <a:buNone/>
              <a:defRPr sz="4000" b="1" i="1">
                <a:latin typeface="Playfair Display SemiBold" pitchFamily="2" charset="77"/>
              </a:defRPr>
            </a:lvl1pPr>
            <a:lvl2pPr marL="457200" indent="0">
              <a:buNone/>
              <a:defRPr b="1" i="1">
                <a:latin typeface="Playfair Display Black" pitchFamily="2" charset="77"/>
              </a:defRPr>
            </a:lvl2pPr>
            <a:lvl3pPr marL="914400" indent="0">
              <a:buNone/>
              <a:defRPr b="1" i="1">
                <a:latin typeface="Playfair Display Black" pitchFamily="2" charset="77"/>
              </a:defRPr>
            </a:lvl3pPr>
            <a:lvl4pPr marL="1371600" indent="0">
              <a:buNone/>
              <a:defRPr b="1" i="1">
                <a:latin typeface="Playfair Display Black" pitchFamily="2" charset="77"/>
              </a:defRPr>
            </a:lvl4pPr>
            <a:lvl5pPr marL="1828800" indent="0">
              <a:buNone/>
              <a:defRPr b="1" i="1">
                <a:latin typeface="Playfair Display Black" pitchFamily="2" charset="77"/>
              </a:defRPr>
            </a:lvl5pPr>
          </a:lstStyle>
          <a:p>
            <a:pPr lvl="0"/>
            <a:r>
              <a:rPr lang="en-GB"/>
              <a:t>Quote goes here</a:t>
            </a:r>
          </a:p>
        </p:txBody>
      </p:sp>
    </p:spTree>
    <p:extLst>
      <p:ext uri="{BB962C8B-B14F-4D97-AF65-F5344CB8AC3E}">
        <p14:creationId xmlns:p14="http://schemas.microsoft.com/office/powerpoint/2010/main" val="515697353"/>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et in touch (1)">
    <p:spTree>
      <p:nvGrpSpPr>
        <p:cNvPr id="1" name=""/>
        <p:cNvGrpSpPr/>
        <p:nvPr/>
      </p:nvGrpSpPr>
      <p:grpSpPr>
        <a:xfrm>
          <a:off x="0" y="0"/>
          <a:ext cx="0" cy="0"/>
          <a:chOff x="0" y="0"/>
          <a:chExt cx="0" cy="0"/>
        </a:xfrm>
      </p:grpSpPr>
      <p:sp>
        <p:nvSpPr>
          <p:cNvPr id="3" name="Google Shape;302;p9">
            <a:extLst>
              <a:ext uri="{FF2B5EF4-FFF2-40B4-BE49-F238E27FC236}">
                <a16:creationId xmlns:a16="http://schemas.microsoft.com/office/drawing/2014/main" id="{4CFCA3CB-482B-759F-041F-2FDAE30B9654}"/>
              </a:ext>
            </a:extLst>
          </p:cNvPr>
          <p:cNvSpPr/>
          <p:nvPr userDrawn="1"/>
        </p:nvSpPr>
        <p:spPr>
          <a:xfrm>
            <a:off x="7140283" y="3102022"/>
            <a:ext cx="2279290" cy="653956"/>
          </a:xfrm>
          <a:prstGeom prst="rect">
            <a:avLst/>
          </a:prstGeom>
          <a:noFill/>
          <a:ln>
            <a:solidFill>
              <a:schemeClr val="tx1"/>
            </a:solid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a:solidFill>
                  <a:srgbClr val="DAF0F0"/>
                </a:solidFill>
                <a:latin typeface="Manrope" pitchFamily="2" charset="0"/>
                <a:ea typeface="Poppins"/>
                <a:cs typeface="Poppins"/>
                <a:sym typeface="Poppins"/>
              </a:rPr>
              <a:t>info@zoomrx.com</a:t>
            </a:r>
            <a:endParaRPr>
              <a:latin typeface="Manrope" pitchFamily="2" charset="0"/>
            </a:endParaRPr>
          </a:p>
        </p:txBody>
      </p:sp>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2"/>
            <a:ext cx="2845547" cy="387798"/>
          </a:xfrm>
          <a:prstGeom prst="rect">
            <a:avLst/>
          </a:prstGeom>
          <a:noFill/>
        </p:spPr>
        <p:txBody>
          <a:bodyPr wrap="square" lIns="91440" tIns="0" rIns="91440" bIns="0" rtlCol="0" anchor="t">
            <a:spAutoFit/>
          </a:bodyPr>
          <a:lstStyle/>
          <a:p>
            <a:pPr algn="l" defTabSz="914400" rtl="0" eaLnBrk="1" latinLnBrk="0" hangingPunct="1">
              <a:lnSpc>
                <a:spcPct val="90000"/>
              </a:lnSpc>
              <a:spcBef>
                <a:spcPct val="0"/>
              </a:spcBef>
              <a:buClrTx/>
              <a:buFontTx/>
              <a:buNone/>
              <a:defRPr/>
            </a:pPr>
            <a:r>
              <a:rPr lang="en-US" sz="2800" b="1" i="0" kern="1200" baseline="0">
                <a:solidFill>
                  <a:schemeClr val="tx1"/>
                </a:solidFill>
                <a:latin typeface="Playfair Display Black" pitchFamily="2" charset="77"/>
                <a:ea typeface="+mj-ea"/>
                <a:cs typeface="+mj-cs"/>
              </a:rPr>
              <a:t>Get</a:t>
            </a:r>
            <a:r>
              <a:rPr lang="en-US" sz="2800" b="1" i="0" kern="1200" baseline="0" noProof="0">
                <a:solidFill>
                  <a:schemeClr val="tx1"/>
                </a:solidFill>
                <a:latin typeface="Playfair Display Black" pitchFamily="2" charset="77"/>
                <a:ea typeface="+mj-ea"/>
                <a:cs typeface="+mj-cs"/>
              </a:rPr>
              <a:t> </a:t>
            </a:r>
            <a:r>
              <a:rPr lang="en-US" sz="2800" b="1" i="0" kern="1200" baseline="0">
                <a:solidFill>
                  <a:schemeClr val="tx1"/>
                </a:solidFill>
                <a:latin typeface="Playfair Display Black" pitchFamily="2" charset="77"/>
                <a:ea typeface="+mj-ea"/>
                <a:cs typeface="+mj-cs"/>
              </a:rPr>
              <a:t>in t</a:t>
            </a:r>
            <a:r>
              <a:rPr lang="en-US" sz="2800" b="1" i="0" kern="1200" baseline="0" noProof="0">
                <a:solidFill>
                  <a:schemeClr val="tx1"/>
                </a:solidFill>
                <a:latin typeface="Playfair Display Black" pitchFamily="2" charset="77"/>
                <a:ea typeface="+mj-ea"/>
                <a:cs typeface="+mj-cs"/>
              </a:rPr>
              <a:t>ouch</a:t>
            </a:r>
            <a:endParaRPr lang="en-US" sz="2800" b="1" i="0" kern="1200" baseline="0">
              <a:solidFill>
                <a:schemeClr val="tx1"/>
              </a:solidFill>
              <a:latin typeface="Playfair Display Black" pitchFamily="2" charset="77"/>
              <a:ea typeface="+mj-ea"/>
              <a:cs typeface="+mj-cs"/>
            </a:endParaRPr>
          </a:p>
        </p:txBody>
      </p:sp>
      <p:pic>
        <p:nvPicPr>
          <p:cNvPr id="2" name="Graphic 4">
            <a:extLst>
              <a:ext uri="{FF2B5EF4-FFF2-40B4-BE49-F238E27FC236}">
                <a16:creationId xmlns:a16="http://schemas.microsoft.com/office/drawing/2014/main" id="{ACA9C858-37F8-4EA0-0D13-69531B3E8531}"/>
              </a:ext>
            </a:extLst>
          </p:cNvPr>
          <p:cNvPicPr>
            <a:picLocks noChangeAspect="1"/>
          </p:cNvPicPr>
          <p:nvPr userDrawn="1"/>
        </p:nvPicPr>
        <p:blipFill>
          <a:blip r:embed="rId2"/>
          <a:srcRect/>
          <a:stretch/>
        </p:blipFill>
        <p:spPr>
          <a:xfrm>
            <a:off x="1531963" y="1572981"/>
            <a:ext cx="4564036" cy="2996589"/>
          </a:xfrm>
          <a:prstGeom prst="rect">
            <a:avLst/>
          </a:prstGeom>
        </p:spPr>
      </p:pic>
      <p:pic>
        <p:nvPicPr>
          <p:cNvPr id="6" name="Picture 5">
            <a:extLst>
              <a:ext uri="{FF2B5EF4-FFF2-40B4-BE49-F238E27FC236}">
                <a16:creationId xmlns:a16="http://schemas.microsoft.com/office/drawing/2014/main" id="{5BEEE910-8298-E38D-9B31-1B4AA1AE8D8E}"/>
              </a:ext>
            </a:extLst>
          </p:cNvPr>
          <p:cNvPicPr>
            <a:picLocks noChangeAspect="1"/>
          </p:cNvPicPr>
          <p:nvPr userDrawn="1"/>
        </p:nvPicPr>
        <p:blipFill>
          <a:blip r:embed="rId3"/>
          <a:stretch>
            <a:fillRect/>
          </a:stretch>
        </p:blipFill>
        <p:spPr>
          <a:xfrm>
            <a:off x="5177537" y="5593937"/>
            <a:ext cx="1836926" cy="551078"/>
          </a:xfrm>
          <a:prstGeom prst="rect">
            <a:avLst/>
          </a:prstGeom>
        </p:spPr>
      </p:pic>
    </p:spTree>
    <p:extLst>
      <p:ext uri="{BB962C8B-B14F-4D97-AF65-F5344CB8AC3E}">
        <p14:creationId xmlns:p14="http://schemas.microsoft.com/office/powerpoint/2010/main" val="13973377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et in touch (2)">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2"/>
            <a:ext cx="2845547" cy="387798"/>
          </a:xfrm>
          <a:prstGeom prst="rect">
            <a:avLst/>
          </a:prstGeom>
          <a:noFill/>
        </p:spPr>
        <p:txBody>
          <a:bodyPr wrap="square" lIns="91440" tIns="0" rIns="91440" bIns="0" rtlCol="0" anchor="t">
            <a:spAutoFit/>
          </a:bodyPr>
          <a:lstStyle/>
          <a:p>
            <a:pPr marL="0" algn="l" defTabSz="914400" rtl="0" eaLnBrk="1" latinLnBrk="0" hangingPunct="1">
              <a:lnSpc>
                <a:spcPct val="90000"/>
              </a:lnSpc>
              <a:spcBef>
                <a:spcPct val="0"/>
              </a:spcBef>
              <a:buClrTx/>
              <a:buFontTx/>
              <a:buNone/>
              <a:defRPr/>
            </a:pPr>
            <a:r>
              <a:rPr lang="en-US" sz="2800" b="1" i="0" kern="1200" baseline="0">
                <a:solidFill>
                  <a:schemeClr val="tx1"/>
                </a:solidFill>
                <a:latin typeface="Playfair Display Black" pitchFamily="2" charset="77"/>
                <a:ea typeface="+mj-ea"/>
                <a:cs typeface="+mj-cs"/>
              </a:rPr>
              <a:t>Get</a:t>
            </a:r>
            <a:r>
              <a:rPr lang="en-US" sz="2800" b="1" i="0" kern="1200" baseline="0" noProof="0">
                <a:solidFill>
                  <a:schemeClr val="tx1"/>
                </a:solidFill>
                <a:latin typeface="Playfair Display Black" pitchFamily="2" charset="77"/>
                <a:ea typeface="+mj-ea"/>
                <a:cs typeface="+mj-cs"/>
              </a:rPr>
              <a:t> </a:t>
            </a:r>
            <a:r>
              <a:rPr lang="en-US" sz="2800" b="1" i="0" kern="1200" baseline="0">
                <a:solidFill>
                  <a:schemeClr val="tx1"/>
                </a:solidFill>
                <a:latin typeface="Playfair Display Black" pitchFamily="2" charset="77"/>
                <a:ea typeface="+mj-ea"/>
                <a:cs typeface="+mj-cs"/>
              </a:rPr>
              <a:t>in t</a:t>
            </a:r>
            <a:r>
              <a:rPr lang="en-US" sz="2800" b="1" i="0" kern="1200" baseline="0" noProof="0">
                <a:solidFill>
                  <a:schemeClr val="tx1"/>
                </a:solidFill>
                <a:latin typeface="Playfair Display Black" pitchFamily="2" charset="77"/>
                <a:ea typeface="+mj-ea"/>
                <a:cs typeface="+mj-cs"/>
              </a:rPr>
              <a:t>ouch</a:t>
            </a:r>
            <a:endParaRPr lang="en-US" sz="2800" b="1" i="0" kern="1200" baseline="0">
              <a:solidFill>
                <a:schemeClr val="tx1"/>
              </a:solidFill>
              <a:latin typeface="Playfair Display Black" pitchFamily="2" charset="77"/>
              <a:ea typeface="+mj-ea"/>
              <a:cs typeface="+mj-cs"/>
            </a:endParaRPr>
          </a:p>
        </p:txBody>
      </p:sp>
      <p:pic>
        <p:nvPicPr>
          <p:cNvPr id="5" name="Graphic 4">
            <a:extLst>
              <a:ext uri="{FF2B5EF4-FFF2-40B4-BE49-F238E27FC236}">
                <a16:creationId xmlns:a16="http://schemas.microsoft.com/office/drawing/2014/main" id="{1DF6A125-61E2-5F97-DC80-A11AB37D9D6C}"/>
              </a:ext>
            </a:extLst>
          </p:cNvPr>
          <p:cNvPicPr>
            <a:picLocks noChangeAspect="1"/>
          </p:cNvPicPr>
          <p:nvPr userDrawn="1"/>
        </p:nvPicPr>
        <p:blipFill>
          <a:blip r:embed="rId2"/>
          <a:srcRect/>
          <a:stretch/>
        </p:blipFill>
        <p:spPr>
          <a:xfrm>
            <a:off x="1531963" y="1572981"/>
            <a:ext cx="4564036" cy="2996589"/>
          </a:xfrm>
          <a:prstGeom prst="rect">
            <a:avLst/>
          </a:prstGeom>
        </p:spPr>
      </p:pic>
      <p:cxnSp>
        <p:nvCxnSpPr>
          <p:cNvPr id="6" name="Straight Connector 5">
            <a:extLst>
              <a:ext uri="{FF2B5EF4-FFF2-40B4-BE49-F238E27FC236}">
                <a16:creationId xmlns:a16="http://schemas.microsoft.com/office/drawing/2014/main" id="{CC911A06-BA38-80F5-32E3-E057797F0F79}"/>
              </a:ext>
            </a:extLst>
          </p:cNvPr>
          <p:cNvCxnSpPr/>
          <p:nvPr userDrawn="1"/>
        </p:nvCxnSpPr>
        <p:spPr>
          <a:xfrm>
            <a:off x="7152007" y="3071275"/>
            <a:ext cx="2746738" cy="0"/>
          </a:xfrm>
          <a:prstGeom prst="line">
            <a:avLst/>
          </a:prstGeom>
          <a:ln w="6350">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Content Placeholder 8">
            <a:extLst>
              <a:ext uri="{FF2B5EF4-FFF2-40B4-BE49-F238E27FC236}">
                <a16:creationId xmlns:a16="http://schemas.microsoft.com/office/drawing/2014/main" id="{E95F49D7-4930-964F-60D3-6EBE8D724B41}"/>
              </a:ext>
            </a:extLst>
          </p:cNvPr>
          <p:cNvSpPr>
            <a:spLocks noGrp="1"/>
          </p:cNvSpPr>
          <p:nvPr>
            <p:ph sz="quarter" idx="10" hasCustomPrompt="1"/>
          </p:nvPr>
        </p:nvSpPr>
        <p:spPr>
          <a:xfrm>
            <a:off x="7152007" y="3467929"/>
            <a:ext cx="2815194" cy="369332"/>
          </a:xfrm>
          <a:noFill/>
        </p:spPr>
        <p:txBody>
          <a:bodyPr wrap="none" rtlCol="0">
            <a:spAutoFit/>
          </a:bodyPr>
          <a:lstStyle>
            <a:lvl1pPr marL="0" indent="0">
              <a:buNone/>
              <a:defRPr lang="en-GB" sz="2000" b="1" i="0" dirty="0" smtClean="0">
                <a:solidFill>
                  <a:schemeClr val="accent1"/>
                </a:solidFill>
                <a:latin typeface="Playfair Display Black" pitchFamily="2" charset="77"/>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First Name Last Name</a:t>
            </a:r>
          </a:p>
        </p:txBody>
      </p:sp>
      <p:sp>
        <p:nvSpPr>
          <p:cNvPr id="14" name="Content Placeholder 13">
            <a:extLst>
              <a:ext uri="{FF2B5EF4-FFF2-40B4-BE49-F238E27FC236}">
                <a16:creationId xmlns:a16="http://schemas.microsoft.com/office/drawing/2014/main" id="{5515009B-9282-FA15-616A-80A5ED924CCA}"/>
              </a:ext>
            </a:extLst>
          </p:cNvPr>
          <p:cNvSpPr>
            <a:spLocks noGrp="1"/>
          </p:cNvSpPr>
          <p:nvPr>
            <p:ph sz="quarter" idx="11" hasCustomPrompt="1"/>
          </p:nvPr>
        </p:nvSpPr>
        <p:spPr>
          <a:xfrm>
            <a:off x="7175453" y="4028940"/>
            <a:ext cx="2555508" cy="341632"/>
          </a:xfrm>
          <a:ln>
            <a:solidFill>
              <a:schemeClr val="tx1"/>
            </a:solidFill>
          </a:ln>
        </p:spPr>
        <p:txBody>
          <a:bodyPr anchor="ctr">
            <a:noAutofit/>
          </a:bodyPr>
          <a:lstStyle>
            <a:lvl1pPr marL="0" indent="0" algn="l">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Email goes here</a:t>
            </a:r>
            <a:endParaRPr lang="en-US"/>
          </a:p>
        </p:txBody>
      </p:sp>
      <p:pic>
        <p:nvPicPr>
          <p:cNvPr id="15" name="Picture 14">
            <a:extLst>
              <a:ext uri="{FF2B5EF4-FFF2-40B4-BE49-F238E27FC236}">
                <a16:creationId xmlns:a16="http://schemas.microsoft.com/office/drawing/2014/main" id="{767D5D12-7F80-363F-9A06-A3B9D3C668F9}"/>
              </a:ext>
            </a:extLst>
          </p:cNvPr>
          <p:cNvPicPr>
            <a:picLocks noChangeAspect="1"/>
          </p:cNvPicPr>
          <p:nvPr userDrawn="1"/>
        </p:nvPicPr>
        <p:blipFill>
          <a:blip r:embed="rId3"/>
          <a:stretch>
            <a:fillRect/>
          </a:stretch>
        </p:blipFill>
        <p:spPr>
          <a:xfrm>
            <a:off x="5177537" y="5593937"/>
            <a:ext cx="1836926" cy="551078"/>
          </a:xfrm>
          <a:prstGeom prst="rect">
            <a:avLst/>
          </a:prstGeom>
        </p:spPr>
      </p:pic>
    </p:spTree>
    <p:extLst>
      <p:ext uri="{BB962C8B-B14F-4D97-AF65-F5344CB8AC3E}">
        <p14:creationId xmlns:p14="http://schemas.microsoft.com/office/powerpoint/2010/main" val="3764385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Get in touch (3)">
    <p:spTree>
      <p:nvGrpSpPr>
        <p:cNvPr id="1" name=""/>
        <p:cNvGrpSpPr/>
        <p:nvPr/>
      </p:nvGrpSpPr>
      <p:grpSpPr>
        <a:xfrm>
          <a:off x="0" y="0"/>
          <a:ext cx="0" cy="0"/>
          <a:chOff x="0" y="0"/>
          <a:chExt cx="0" cy="0"/>
        </a:xfrm>
      </p:grpSpPr>
      <p:pic>
        <p:nvPicPr>
          <p:cNvPr id="2" name="Picture 1" descr="A black circle with a white circle in the middle&#10;&#10;Description automatically generated">
            <a:extLst>
              <a:ext uri="{FF2B5EF4-FFF2-40B4-BE49-F238E27FC236}">
                <a16:creationId xmlns:a16="http://schemas.microsoft.com/office/drawing/2014/main" id="{F26C5CA9-D196-983D-B15B-BBC47D4B1C77}"/>
              </a:ext>
            </a:extLst>
          </p:cNvPr>
          <p:cNvPicPr>
            <a:picLocks/>
          </p:cNvPicPr>
          <p:nvPr userDrawn="1"/>
        </p:nvPicPr>
        <p:blipFill rotWithShape="1">
          <a:blip r:embed="rId2"/>
          <a:srcRect l="15978" t="7978" r="9299" b="17984"/>
          <a:stretch/>
        </p:blipFill>
        <p:spPr>
          <a:xfrm>
            <a:off x="0" y="0"/>
            <a:ext cx="8640147" cy="6858000"/>
          </a:xfrm>
          <a:prstGeom prst="rect">
            <a:avLst/>
          </a:prstGeom>
        </p:spPr>
      </p:pic>
      <p:pic>
        <p:nvPicPr>
          <p:cNvPr id="5" name="Picture 4" descr="A colorful envelope with a bell and a paper plane&#10;&#10;Description automatically generated">
            <a:extLst>
              <a:ext uri="{FF2B5EF4-FFF2-40B4-BE49-F238E27FC236}">
                <a16:creationId xmlns:a16="http://schemas.microsoft.com/office/drawing/2014/main" id="{9537D5C9-4D78-ABF1-D0CC-F31665FE599E}"/>
              </a:ext>
            </a:extLst>
          </p:cNvPr>
          <p:cNvPicPr>
            <a:picLocks noChangeAspect="1"/>
          </p:cNvPicPr>
          <p:nvPr userDrawn="1"/>
        </p:nvPicPr>
        <p:blipFill>
          <a:blip r:embed="rId3"/>
          <a:stretch>
            <a:fillRect/>
          </a:stretch>
        </p:blipFill>
        <p:spPr>
          <a:xfrm>
            <a:off x="2959171" y="151641"/>
            <a:ext cx="6456255" cy="5272608"/>
          </a:xfrm>
          <a:prstGeom prst="rect">
            <a:avLst/>
          </a:prstGeom>
        </p:spPr>
      </p:pic>
      <p:sp>
        <p:nvSpPr>
          <p:cNvPr id="3" name="TextBox 2">
            <a:extLst>
              <a:ext uri="{FF2B5EF4-FFF2-40B4-BE49-F238E27FC236}">
                <a16:creationId xmlns:a16="http://schemas.microsoft.com/office/drawing/2014/main" id="{F7027168-B0F0-CDF7-1D41-A45AFA8330BB}"/>
              </a:ext>
            </a:extLst>
          </p:cNvPr>
          <p:cNvSpPr txBox="1"/>
          <p:nvPr userDrawn="1"/>
        </p:nvSpPr>
        <p:spPr>
          <a:xfrm>
            <a:off x="4818246" y="4943139"/>
            <a:ext cx="2555508" cy="369332"/>
          </a:xfrm>
          <a:prstGeom prst="rect">
            <a:avLst/>
          </a:prstGeom>
          <a:noFill/>
        </p:spPr>
        <p:txBody>
          <a:bodyPr wrap="square">
            <a:spAutoFit/>
          </a:bodyPr>
          <a:lstStyle/>
          <a:p>
            <a:pPr algn="ctr"/>
            <a:r>
              <a:rPr lang="en-US" b="1" spc="300">
                <a:solidFill>
                  <a:schemeClr val="tx1"/>
                </a:solidFill>
                <a:latin typeface="Manrope" pitchFamily="2" charset="0"/>
              </a:rPr>
              <a:t>GET IN TOUCH</a:t>
            </a:r>
            <a:endParaRPr lang="en-US" spc="300">
              <a:solidFill>
                <a:schemeClr val="tx1"/>
              </a:solidFill>
              <a:latin typeface="Manrope" pitchFamily="2" charset="0"/>
            </a:endParaRPr>
          </a:p>
        </p:txBody>
      </p:sp>
      <p:sp>
        <p:nvSpPr>
          <p:cNvPr id="6" name="Content Placeholder 13">
            <a:extLst>
              <a:ext uri="{FF2B5EF4-FFF2-40B4-BE49-F238E27FC236}">
                <a16:creationId xmlns:a16="http://schemas.microsoft.com/office/drawing/2014/main" id="{E73B584E-849C-034C-83C9-1C95CA898CC8}"/>
              </a:ext>
            </a:extLst>
          </p:cNvPr>
          <p:cNvSpPr>
            <a:spLocks noGrp="1"/>
          </p:cNvSpPr>
          <p:nvPr>
            <p:ph sz="quarter" idx="11" hasCustomPrompt="1"/>
          </p:nvPr>
        </p:nvSpPr>
        <p:spPr>
          <a:xfrm>
            <a:off x="4818246" y="5424249"/>
            <a:ext cx="2555508" cy="607172"/>
          </a:xfrm>
          <a:solidFill>
            <a:schemeClr val="accent1"/>
          </a:solidFill>
          <a:ln>
            <a:noFill/>
          </a:ln>
        </p:spPr>
        <p:txBody>
          <a:bodyPr anchor="ctr">
            <a:noAutofit/>
          </a:bodyPr>
          <a:lstStyle>
            <a:lvl1pPr marL="0" indent="0" algn="ctr">
              <a:buNone/>
              <a:defRPr sz="14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Email goes here</a:t>
            </a:r>
            <a:endParaRPr lang="en-US"/>
          </a:p>
        </p:txBody>
      </p:sp>
    </p:spTree>
    <p:extLst>
      <p:ext uri="{BB962C8B-B14F-4D97-AF65-F5344CB8AC3E}">
        <p14:creationId xmlns:p14="http://schemas.microsoft.com/office/powerpoint/2010/main" val="33157397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Title with Section point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6BFD1D-A16B-1DFC-FDDF-7A48563BA6D0}"/>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517299F-41C9-75EB-1E19-5F874F5C2551}"/>
              </a:ext>
            </a:extLst>
          </p:cNvPr>
          <p:cNvSpPr>
            <a:spLocks noGrp="1"/>
          </p:cNvSpPr>
          <p:nvPr>
            <p:ph type="title"/>
          </p:nvPr>
        </p:nvSpPr>
        <p:spPr>
          <a:xfrm>
            <a:off x="838200" y="365126"/>
            <a:ext cx="5609492" cy="736844"/>
          </a:xfrm>
        </p:spPr>
        <p:txBody>
          <a:bodyPr/>
          <a:lstStyle>
            <a:lvl1pPr algn="l">
              <a:lnSpc>
                <a:spcPct val="100000"/>
              </a:lnSpc>
              <a:defRPr/>
            </a:lvl1pPr>
          </a:lstStyle>
          <a:p>
            <a:r>
              <a:rPr lang="en-GB"/>
              <a:t>Click to edit Master title style</a:t>
            </a:r>
            <a:endParaRPr lang="en-US"/>
          </a:p>
        </p:txBody>
      </p:sp>
      <p:sp>
        <p:nvSpPr>
          <p:cNvPr id="8" name="Round Same-side Corner of Rectangle 7">
            <a:extLst>
              <a:ext uri="{FF2B5EF4-FFF2-40B4-BE49-F238E27FC236}">
                <a16:creationId xmlns:a16="http://schemas.microsoft.com/office/drawing/2014/main" id="{DFA8E16A-C95E-090C-584B-DE8F51701381}"/>
              </a:ext>
            </a:extLst>
          </p:cNvPr>
          <p:cNvSpPr/>
          <p:nvPr userDrawn="1"/>
        </p:nvSpPr>
        <p:spPr>
          <a:xfrm>
            <a:off x="10301261" y="0"/>
            <a:ext cx="298477" cy="455477"/>
          </a:xfrm>
          <a:prstGeom prst="round2SameRect">
            <a:avLst>
              <a:gd name="adj1" fmla="val 0"/>
              <a:gd name="adj2" fmla="val 50000"/>
            </a:avLst>
          </a:prstGeom>
          <a:gradFill flip="none" rotWithShape="1">
            <a:gsLst>
              <a:gs pos="0">
                <a:srgbClr val="334DE8"/>
              </a:gs>
              <a:gs pos="100000">
                <a:srgbClr val="39C7A5"/>
              </a:gs>
            </a:gsLst>
            <a:lin ang="2700000" scaled="1"/>
            <a:tileRect/>
          </a:gradFill>
          <a:ln>
            <a:noFill/>
          </a:ln>
        </p:spPr>
        <p:txBody>
          <a:bodyPr spcFirstLastPara="1" wrap="square" lIns="90000" tIns="45700" rIns="91425" bIns="45700" anchor="b" anchorCtr="0">
            <a:noAutofit/>
          </a:bodyPr>
          <a:lstStyle/>
          <a:p>
            <a:pPr algn="ctr">
              <a:buClr>
                <a:srgbClr val="000000"/>
              </a:buClr>
            </a:pPr>
            <a:endParaRPr lang="en-US" sz="1400" b="1">
              <a:solidFill>
                <a:schemeClr val="bg1"/>
              </a:solidFill>
              <a:latin typeface="Manrope" pitchFamily="2" charset="0"/>
              <a:cs typeface="Arial"/>
            </a:endParaRPr>
          </a:p>
        </p:txBody>
      </p:sp>
      <p:sp>
        <p:nvSpPr>
          <p:cNvPr id="11" name="Text Placeholder 10">
            <a:extLst>
              <a:ext uri="{FF2B5EF4-FFF2-40B4-BE49-F238E27FC236}">
                <a16:creationId xmlns:a16="http://schemas.microsoft.com/office/drawing/2014/main" id="{CDA577B7-E9C2-99D7-CBB7-46D4B3D1591A}"/>
              </a:ext>
            </a:extLst>
          </p:cNvPr>
          <p:cNvSpPr>
            <a:spLocks noGrp="1"/>
          </p:cNvSpPr>
          <p:nvPr>
            <p:ph type="body" sz="quarter" idx="10" hasCustomPrompt="1"/>
          </p:nvPr>
        </p:nvSpPr>
        <p:spPr>
          <a:xfrm>
            <a:off x="10711569" y="92673"/>
            <a:ext cx="808404" cy="362804"/>
          </a:xfrm>
        </p:spPr>
        <p:txBody>
          <a:bodyPr>
            <a:noAutofit/>
          </a:bodyPr>
          <a:lstStyle>
            <a:lvl1pPr marL="0" indent="0">
              <a:lnSpc>
                <a:spcPct val="100000"/>
              </a:lnSpc>
              <a:buNone/>
              <a:defRPr sz="11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GB"/>
              <a:t>Section Title</a:t>
            </a:r>
            <a:endParaRPr lang="en-US"/>
          </a:p>
        </p:txBody>
      </p:sp>
      <p:sp>
        <p:nvSpPr>
          <p:cNvPr id="12" name="Text Placeholder 10">
            <a:extLst>
              <a:ext uri="{FF2B5EF4-FFF2-40B4-BE49-F238E27FC236}">
                <a16:creationId xmlns:a16="http://schemas.microsoft.com/office/drawing/2014/main" id="{8A004E1B-88D0-8180-E13F-E7D82BBE4C0D}"/>
              </a:ext>
            </a:extLst>
          </p:cNvPr>
          <p:cNvSpPr>
            <a:spLocks noGrp="1"/>
          </p:cNvSpPr>
          <p:nvPr>
            <p:ph type="body" sz="quarter" idx="11" hasCustomPrompt="1"/>
          </p:nvPr>
        </p:nvSpPr>
        <p:spPr>
          <a:xfrm>
            <a:off x="10279096" y="46336"/>
            <a:ext cx="342805" cy="362804"/>
          </a:xfrm>
        </p:spPr>
        <p:txBody>
          <a:bodyPr anchor="ctr">
            <a:noAutofit/>
          </a:bodyPr>
          <a:lstStyle>
            <a:lvl1pPr marL="0" indent="0" algn="ctr">
              <a:lnSpc>
                <a:spcPct val="100000"/>
              </a:lnSpc>
              <a:buNone/>
              <a:defRPr sz="1400" b="1">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GB"/>
              <a:t>#</a:t>
            </a:r>
            <a:endParaRPr lang="en-US"/>
          </a:p>
        </p:txBody>
      </p:sp>
    </p:spTree>
    <p:extLst>
      <p:ext uri="{BB962C8B-B14F-4D97-AF65-F5344CB8AC3E}">
        <p14:creationId xmlns:p14="http://schemas.microsoft.com/office/powerpoint/2010/main" val="37173842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eneric Cover Slide">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5AD6E1E0-661D-FA55-3664-20229F8C0CCA}"/>
              </a:ext>
            </a:extLst>
          </p:cNvPr>
          <p:cNvPicPr>
            <a:picLocks noChangeAspect="1"/>
          </p:cNvPicPr>
          <p:nvPr userDrawn="1"/>
        </p:nvPicPr>
        <p:blipFill>
          <a:blip r:embed="rId2"/>
          <a:stretch>
            <a:fillRect/>
          </a:stretch>
        </p:blipFill>
        <p:spPr>
          <a:xfrm>
            <a:off x="1019105" y="5094178"/>
            <a:ext cx="1919998" cy="576000"/>
          </a:xfrm>
          <a:prstGeom prst="rect">
            <a:avLst/>
          </a:prstGeom>
        </p:spPr>
      </p:pic>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1" y="1155120"/>
            <a:ext cx="4067907" cy="1175359"/>
          </a:xfrm>
        </p:spPr>
        <p:txBody>
          <a:bodyPr anchor="b">
            <a:noAutofit/>
          </a:bodyPr>
          <a:lstStyle>
            <a:lvl1pPr algn="l" defTabSz="914400" rtl="0" eaLnBrk="1" latinLnBrk="0" hangingPunct="1">
              <a:lnSpc>
                <a:spcPct val="100000"/>
              </a:lnSpc>
              <a:spcBef>
                <a:spcPct val="0"/>
              </a:spcBef>
              <a:buNone/>
              <a:defRPr lang="en-US" sz="36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5"/>
            <a:ext cx="3892060" cy="656746"/>
          </a:xfrm>
        </p:spPr>
        <p:txBody>
          <a:bodyPr>
            <a:noAutofit/>
          </a:bodyPr>
          <a:lstStyle>
            <a:lvl1pPr marL="0" indent="0" algn="l">
              <a:lnSpc>
                <a:spcPct val="100000"/>
              </a:lnSpc>
              <a:buNone/>
              <a:defRPr sz="1600" b="0" i="0">
                <a:latin typeface="Manrop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1" y="3624332"/>
            <a:ext cx="1633781" cy="258532"/>
          </a:xfrm>
          <a:noFill/>
        </p:spPr>
        <p:txBody>
          <a:bodyPr wrap="none" rtlCol="0">
            <a:spAutoFit/>
          </a:bodyPr>
          <a:lstStyle>
            <a:lvl1pPr marL="0" indent="0">
              <a:buNone/>
              <a:defRPr lang="en-GB" sz="1200" b="1" spc="300" dirty="0" smtClean="0">
                <a:solidFill>
                  <a:srgbClr val="5C5C7D"/>
                </a:solidFill>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MONTH, YEAR</a:t>
            </a:r>
          </a:p>
        </p:txBody>
      </p:sp>
      <p:pic>
        <p:nvPicPr>
          <p:cNvPr id="15" name="Picture 14">
            <a:extLst>
              <a:ext uri="{FF2B5EF4-FFF2-40B4-BE49-F238E27FC236}">
                <a16:creationId xmlns:a16="http://schemas.microsoft.com/office/drawing/2014/main" id="{9F68B4BC-6974-1D9F-2F3B-FC5CA5699E5F}"/>
              </a:ext>
            </a:extLst>
          </p:cNvPr>
          <p:cNvPicPr>
            <a:picLocks noChangeAspect="1"/>
          </p:cNvPicPr>
          <p:nvPr userDrawn="1"/>
        </p:nvPicPr>
        <p:blipFill>
          <a:blip r:embed="rId3"/>
          <a:srcRect/>
          <a:stretch/>
        </p:blipFill>
        <p:spPr>
          <a:xfrm>
            <a:off x="5683250" y="0"/>
            <a:ext cx="6508750" cy="6858000"/>
          </a:xfrm>
          <a:prstGeom prst="rect">
            <a:avLst/>
          </a:prstGeom>
        </p:spPr>
      </p:pic>
    </p:spTree>
    <p:extLst>
      <p:ext uri="{BB962C8B-B14F-4D97-AF65-F5344CB8AC3E}">
        <p14:creationId xmlns:p14="http://schemas.microsoft.com/office/powerpoint/2010/main" val="34405475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ver with Splas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1" y="1155120"/>
            <a:ext cx="4056184" cy="1175359"/>
          </a:xfrm>
        </p:spPr>
        <p:txBody>
          <a:bodyPr anchor="b">
            <a:noAutofit/>
          </a:bodyPr>
          <a:lstStyle>
            <a:lvl1pPr algn="l" defTabSz="914400" rtl="0" eaLnBrk="1" latinLnBrk="0" hangingPunct="1">
              <a:lnSpc>
                <a:spcPct val="100000"/>
              </a:lnSpc>
              <a:spcBef>
                <a:spcPct val="0"/>
              </a:spcBef>
              <a:buNone/>
              <a:defRPr lang="en-US" sz="36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5"/>
            <a:ext cx="3892060" cy="656746"/>
          </a:xfrm>
        </p:spPr>
        <p:txBody>
          <a:bodyPr>
            <a:noAutofit/>
          </a:bodyPr>
          <a:lstStyle>
            <a:lvl1pPr marL="0" indent="0" algn="l">
              <a:lnSpc>
                <a:spcPct val="100000"/>
              </a:lnSpc>
              <a:buNone/>
              <a:defRPr sz="1600" b="0" i="0">
                <a:latin typeface="Manrop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1" y="3624332"/>
            <a:ext cx="1633781" cy="258532"/>
          </a:xfrm>
          <a:noFill/>
        </p:spPr>
        <p:txBody>
          <a:bodyPr wrap="none" rtlCol="0">
            <a:spAutoFit/>
          </a:bodyPr>
          <a:lstStyle>
            <a:lvl1pPr marL="0" indent="0">
              <a:buNone/>
              <a:defRPr lang="en-GB" sz="1200" b="1" spc="300" dirty="0" smtClean="0">
                <a:solidFill>
                  <a:srgbClr val="5C5C7D"/>
                </a:solidFill>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MONTH, YEAR</a:t>
            </a:r>
          </a:p>
        </p:txBody>
      </p:sp>
      <p:sp>
        <p:nvSpPr>
          <p:cNvPr id="5" name="Picture Placeholder 4">
            <a:extLst>
              <a:ext uri="{FF2B5EF4-FFF2-40B4-BE49-F238E27FC236}">
                <a16:creationId xmlns:a16="http://schemas.microsoft.com/office/drawing/2014/main" id="{08CCD0A7-0CD4-997A-1174-671DC0A6BD4F}"/>
              </a:ext>
            </a:extLst>
          </p:cNvPr>
          <p:cNvSpPr>
            <a:spLocks noGrp="1"/>
          </p:cNvSpPr>
          <p:nvPr>
            <p:ph type="pic" sz="quarter" idx="11"/>
          </p:nvPr>
        </p:nvSpPr>
        <p:spPr>
          <a:xfrm>
            <a:off x="6304354" y="1023143"/>
            <a:ext cx="5157787" cy="4811713"/>
          </a:xfrm>
        </p:spPr>
        <p:txBody>
          <a:bodyPr/>
          <a:lstStyle/>
          <a:p>
            <a:endParaRPr lang="en-US"/>
          </a:p>
        </p:txBody>
      </p:sp>
      <p:pic>
        <p:nvPicPr>
          <p:cNvPr id="9" name="Picture 8">
            <a:extLst>
              <a:ext uri="{FF2B5EF4-FFF2-40B4-BE49-F238E27FC236}">
                <a16:creationId xmlns:a16="http://schemas.microsoft.com/office/drawing/2014/main" id="{C783FA81-17A6-6221-C70F-42E321F1990D}"/>
              </a:ext>
            </a:extLst>
          </p:cNvPr>
          <p:cNvPicPr>
            <a:picLocks noChangeAspect="1"/>
          </p:cNvPicPr>
          <p:nvPr userDrawn="1"/>
        </p:nvPicPr>
        <p:blipFill>
          <a:blip r:embed="rId2"/>
          <a:stretch>
            <a:fillRect/>
          </a:stretch>
        </p:blipFill>
        <p:spPr>
          <a:xfrm>
            <a:off x="1019105" y="5094178"/>
            <a:ext cx="1919998" cy="576000"/>
          </a:xfrm>
          <a:prstGeom prst="rect">
            <a:avLst/>
          </a:prstGeom>
        </p:spPr>
      </p:pic>
    </p:spTree>
    <p:extLst>
      <p:ext uri="{BB962C8B-B14F-4D97-AF65-F5344CB8AC3E}">
        <p14:creationId xmlns:p14="http://schemas.microsoft.com/office/powerpoint/2010/main" val="40962927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Single Colum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674800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Single Colum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A26F34-5333-EAF9-C3B2-103B400E8BDE}"/>
              </a:ext>
            </a:extLst>
          </p:cNvPr>
          <p:cNvSpPr/>
          <p:nvPr userDrawn="1"/>
        </p:nvSpPr>
        <p:spPr>
          <a:xfrm flipH="1">
            <a:off x="0" y="0"/>
            <a:ext cx="4302177" cy="6858000"/>
          </a:xfrm>
          <a:prstGeom prst="rect">
            <a:avLst/>
          </a:prstGeom>
          <a:solidFill>
            <a:srgbClr val="1C1C2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31525" y="2109866"/>
            <a:ext cx="3239125" cy="2638268"/>
          </a:xfrm>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126636" y="794479"/>
            <a:ext cx="6227163" cy="538248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374111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Single Column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67B83FA-2CD5-F995-89FE-0CC8F2A652DC}"/>
              </a:ext>
            </a:extLst>
          </p:cNvPr>
          <p:cNvSpPr/>
          <p:nvPr userDrawn="1"/>
        </p:nvSpPr>
        <p:spPr>
          <a:xfrm flipH="1">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hasCustomPrompt="1"/>
          </p:nvPr>
        </p:nvSpPr>
        <p:spPr>
          <a:xfrm>
            <a:off x="838200" y="1955150"/>
            <a:ext cx="4498298" cy="2947700"/>
          </a:xfrm>
        </p:spPr>
        <p:txBody>
          <a:bodyPr>
            <a:normAutofit/>
          </a:bodyPr>
          <a:lstStyle>
            <a:lvl1pPr algn="ctr" defTabSz="914400" rtl="0" eaLnBrk="1" latinLnBrk="0" hangingPunct="1">
              <a:lnSpc>
                <a:spcPct val="100000"/>
              </a:lnSpc>
              <a:spcBef>
                <a:spcPct val="0"/>
              </a:spcBef>
              <a:buNone/>
              <a:defRPr lang="en-US" sz="2800" b="1" i="0" kern="1200" baseline="0" dirty="0">
                <a:solidFill>
                  <a:schemeClr val="bg1"/>
                </a:solidFill>
                <a:latin typeface="Playfair Display Black" pitchFamily="2" charset="77"/>
                <a:ea typeface="+mj-ea"/>
                <a:cs typeface="+mj-cs"/>
              </a:defRPr>
            </a:lvl1pPr>
          </a:lstStyle>
          <a:p>
            <a:r>
              <a:rPr lang="en-GB"/>
              <a:t>Title goes here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6790543" y="749508"/>
            <a:ext cx="4781863" cy="542745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873143611"/>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Doub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0"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5" name="Straight Connector 4">
            <a:extLst>
              <a:ext uri="{FF2B5EF4-FFF2-40B4-BE49-F238E27FC236}">
                <a16:creationId xmlns:a16="http://schemas.microsoft.com/office/drawing/2014/main" id="{42686399-894F-E025-9C24-1F307B5567D7}"/>
              </a:ext>
            </a:extLst>
          </p:cNvPr>
          <p:cNvCxnSpPr/>
          <p:nvPr userDrawn="1"/>
        </p:nvCxnSpPr>
        <p:spPr>
          <a:xfrm>
            <a:off x="6096000" y="1634836"/>
            <a:ext cx="0" cy="4738255"/>
          </a:xfrm>
          <a:prstGeom prst="line">
            <a:avLst/>
          </a:prstGeom>
          <a:ln w="12700">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38808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Double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09" y="597877"/>
            <a:ext cx="2968450" cy="736844"/>
          </a:xfrm>
        </p:spPr>
        <p:txBody>
          <a:bodyPr>
            <a:noAutofit/>
          </a:bodyPr>
          <a:lstStyle>
            <a:lvl1pPr algn="l"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034321"/>
            <a:ext cx="4897582" cy="52614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8" y="504029"/>
            <a:ext cx="1324402" cy="286232"/>
          </a:xfrm>
          <a:solidFill>
            <a:schemeClr val="accent1"/>
          </a:solidFill>
        </p:spPr>
        <p:txBody>
          <a:bodyPr wrap="none" rtlCol="0">
            <a:spAutoFit/>
          </a:bodyPr>
          <a:lstStyle>
            <a:lvl1pPr marL="0" indent="0">
              <a:buNone/>
              <a:defRPr lang="en-GB" sz="1400" b="1" spc="300" dirty="0" smtClean="0"/>
            </a:lvl1pPr>
          </a:lstStyle>
          <a:p>
            <a:pPr marL="0" lvl="0"/>
            <a:r>
              <a:rPr lang="en-GB"/>
              <a:t>SUBTITLE</a:t>
            </a:r>
          </a:p>
        </p:txBody>
      </p:sp>
    </p:spTree>
    <p:extLst>
      <p:ext uri="{BB962C8B-B14F-4D97-AF65-F5344CB8AC3E}">
        <p14:creationId xmlns:p14="http://schemas.microsoft.com/office/powerpoint/2010/main" val="9171288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09" y="597877"/>
            <a:ext cx="2968450" cy="736844"/>
          </a:xfrm>
        </p:spPr>
        <p:txBody>
          <a:bodyPr>
            <a:noAutofit/>
          </a:bodyPr>
          <a:lstStyle>
            <a:lvl1pPr algn="l"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791221"/>
            <a:ext cx="5318248" cy="450452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8" y="504029"/>
            <a:ext cx="2592376" cy="286232"/>
          </a:xfrm>
          <a:solidFill>
            <a:schemeClr val="accent1"/>
          </a:solidFill>
        </p:spPr>
        <p:txBody>
          <a:bodyPr wrap="none" rtlCol="0">
            <a:spAutoFit/>
          </a:bodyPr>
          <a:lstStyle>
            <a:lvl1pPr marL="0" indent="0">
              <a:buNone/>
              <a:defRPr lang="en-GB" sz="1400" b="1" spc="300" dirty="0" smtClean="0"/>
            </a:lvl1pPr>
          </a:lstStyle>
          <a:p>
            <a:pPr marL="0" lvl="0"/>
            <a:r>
              <a:rPr lang="en-GB"/>
              <a:t>CHART/IMAGE TITLE</a:t>
            </a:r>
          </a:p>
        </p:txBody>
      </p:sp>
      <p:sp>
        <p:nvSpPr>
          <p:cNvPr id="7" name="Text Placeholder 6">
            <a:extLst>
              <a:ext uri="{FF2B5EF4-FFF2-40B4-BE49-F238E27FC236}">
                <a16:creationId xmlns:a16="http://schemas.microsoft.com/office/drawing/2014/main" id="{FB14B82B-F262-B42D-F5D3-9D8B4B104A65}"/>
              </a:ext>
            </a:extLst>
          </p:cNvPr>
          <p:cNvSpPr>
            <a:spLocks noGrp="1"/>
          </p:cNvSpPr>
          <p:nvPr>
            <p:ph type="body" sz="quarter" idx="13"/>
          </p:nvPr>
        </p:nvSpPr>
        <p:spPr>
          <a:xfrm>
            <a:off x="6456219" y="1001713"/>
            <a:ext cx="5318247" cy="51435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32582322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rds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Content Placeholder 5">
            <a:extLst>
              <a:ext uri="{FF2B5EF4-FFF2-40B4-BE49-F238E27FC236}">
                <a16:creationId xmlns:a16="http://schemas.microsoft.com/office/drawing/2014/main" id="{5D153EE1-8D13-4C4C-C95A-ED942D2CF8EE}"/>
              </a:ext>
            </a:extLst>
          </p:cNvPr>
          <p:cNvSpPr>
            <a:spLocks noGrp="1"/>
          </p:cNvSpPr>
          <p:nvPr>
            <p:ph sz="quarter" idx="10"/>
          </p:nvPr>
        </p:nvSpPr>
        <p:spPr>
          <a:xfrm>
            <a:off x="769468"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0" name="Content Placeholder 5">
            <a:extLst>
              <a:ext uri="{FF2B5EF4-FFF2-40B4-BE49-F238E27FC236}">
                <a16:creationId xmlns:a16="http://schemas.microsoft.com/office/drawing/2014/main" id="{148ECB8C-374E-AA81-A937-E360703F5A19}"/>
              </a:ext>
            </a:extLst>
          </p:cNvPr>
          <p:cNvSpPr>
            <a:spLocks noGrp="1"/>
          </p:cNvSpPr>
          <p:nvPr>
            <p:ph sz="quarter" idx="11"/>
          </p:nvPr>
        </p:nvSpPr>
        <p:spPr>
          <a:xfrm>
            <a:off x="2938237"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505B1693-20A9-0E47-F38E-BB8AC825C1A6}"/>
              </a:ext>
            </a:extLst>
          </p:cNvPr>
          <p:cNvSpPr>
            <a:spLocks noGrp="1"/>
          </p:cNvSpPr>
          <p:nvPr>
            <p:ph sz="quarter" idx="12"/>
          </p:nvPr>
        </p:nvSpPr>
        <p:spPr>
          <a:xfrm>
            <a:off x="5107006"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2" name="Content Placeholder 5">
            <a:extLst>
              <a:ext uri="{FF2B5EF4-FFF2-40B4-BE49-F238E27FC236}">
                <a16:creationId xmlns:a16="http://schemas.microsoft.com/office/drawing/2014/main" id="{E7219F50-43CF-2222-81E5-6D90295DD88D}"/>
              </a:ext>
            </a:extLst>
          </p:cNvPr>
          <p:cNvSpPr>
            <a:spLocks noGrp="1"/>
          </p:cNvSpPr>
          <p:nvPr>
            <p:ph sz="quarter" idx="13"/>
          </p:nvPr>
        </p:nvSpPr>
        <p:spPr>
          <a:xfrm>
            <a:off x="7275775"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BDC33F88-CCFB-40BC-129B-6D9B539904DD}"/>
              </a:ext>
            </a:extLst>
          </p:cNvPr>
          <p:cNvSpPr>
            <a:spLocks noGrp="1"/>
          </p:cNvSpPr>
          <p:nvPr>
            <p:ph sz="quarter" idx="14"/>
          </p:nvPr>
        </p:nvSpPr>
        <p:spPr>
          <a:xfrm>
            <a:off x="9444544" y="2731720"/>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39" y="1313230"/>
            <a:ext cx="10515600" cy="736844"/>
          </a:xfrm>
        </p:spPr>
        <p:txBody>
          <a:bodyPr>
            <a:noAutofit/>
          </a:bodyPr>
          <a:lstStyle>
            <a:lvl1pPr marL="0" indent="0" algn="ctr">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1121871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ards with icons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39" y="1313230"/>
            <a:ext cx="10515600" cy="503847"/>
          </a:xfrm>
        </p:spPr>
        <p:txBody>
          <a:bodyPr>
            <a:noAutofit/>
          </a:bodyPr>
          <a:lstStyle>
            <a:lvl1pPr marL="0" indent="0" algn="ctr">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3" name="Oval 2">
            <a:extLst>
              <a:ext uri="{FF2B5EF4-FFF2-40B4-BE49-F238E27FC236}">
                <a16:creationId xmlns:a16="http://schemas.microsoft.com/office/drawing/2014/main" id="{EE227378-E5F7-F46C-5089-FAC5D8568E7C}"/>
              </a:ext>
            </a:extLst>
          </p:cNvPr>
          <p:cNvSpPr/>
          <p:nvPr userDrawn="1"/>
        </p:nvSpPr>
        <p:spPr>
          <a:xfrm>
            <a:off x="1212013"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4" name="Oval 3">
            <a:extLst>
              <a:ext uri="{FF2B5EF4-FFF2-40B4-BE49-F238E27FC236}">
                <a16:creationId xmlns:a16="http://schemas.microsoft.com/office/drawing/2014/main" id="{A0FA4B6E-0038-28ED-8935-135AFA4CE8A9}"/>
              </a:ext>
            </a:extLst>
          </p:cNvPr>
          <p:cNvSpPr/>
          <p:nvPr userDrawn="1"/>
        </p:nvSpPr>
        <p:spPr>
          <a:xfrm>
            <a:off x="7718320"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5" name="Oval 4">
            <a:extLst>
              <a:ext uri="{FF2B5EF4-FFF2-40B4-BE49-F238E27FC236}">
                <a16:creationId xmlns:a16="http://schemas.microsoft.com/office/drawing/2014/main" id="{54550CAB-8324-28E9-70B4-BA00A99A3235}"/>
              </a:ext>
            </a:extLst>
          </p:cNvPr>
          <p:cNvSpPr/>
          <p:nvPr userDrawn="1"/>
        </p:nvSpPr>
        <p:spPr>
          <a:xfrm>
            <a:off x="3380782"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7" name="Oval 6">
            <a:extLst>
              <a:ext uri="{FF2B5EF4-FFF2-40B4-BE49-F238E27FC236}">
                <a16:creationId xmlns:a16="http://schemas.microsoft.com/office/drawing/2014/main" id="{93DA1F57-B025-EBB0-B2C6-805D0560752D}"/>
              </a:ext>
            </a:extLst>
          </p:cNvPr>
          <p:cNvSpPr/>
          <p:nvPr userDrawn="1"/>
        </p:nvSpPr>
        <p:spPr>
          <a:xfrm>
            <a:off x="5549551"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8" name="Oval 7">
            <a:extLst>
              <a:ext uri="{FF2B5EF4-FFF2-40B4-BE49-F238E27FC236}">
                <a16:creationId xmlns:a16="http://schemas.microsoft.com/office/drawing/2014/main" id="{6230CF9E-31AF-DD4A-3F71-D023F3D652CB}"/>
              </a:ext>
            </a:extLst>
          </p:cNvPr>
          <p:cNvSpPr/>
          <p:nvPr userDrawn="1"/>
        </p:nvSpPr>
        <p:spPr>
          <a:xfrm>
            <a:off x="9887089"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9" name="Content Placeholder 5">
            <a:extLst>
              <a:ext uri="{FF2B5EF4-FFF2-40B4-BE49-F238E27FC236}">
                <a16:creationId xmlns:a16="http://schemas.microsoft.com/office/drawing/2014/main" id="{86E6D084-5A52-0A3A-918A-208EB7A3B4CD}"/>
              </a:ext>
            </a:extLst>
          </p:cNvPr>
          <p:cNvSpPr>
            <a:spLocks noGrp="1"/>
          </p:cNvSpPr>
          <p:nvPr>
            <p:ph sz="quarter" idx="10"/>
          </p:nvPr>
        </p:nvSpPr>
        <p:spPr>
          <a:xfrm>
            <a:off x="769468"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6" name="Content Placeholder 5">
            <a:extLst>
              <a:ext uri="{FF2B5EF4-FFF2-40B4-BE49-F238E27FC236}">
                <a16:creationId xmlns:a16="http://schemas.microsoft.com/office/drawing/2014/main" id="{DC4DA439-89DD-0D21-0BD5-BE99285C5442}"/>
              </a:ext>
            </a:extLst>
          </p:cNvPr>
          <p:cNvSpPr>
            <a:spLocks noGrp="1"/>
          </p:cNvSpPr>
          <p:nvPr>
            <p:ph sz="quarter" idx="11"/>
          </p:nvPr>
        </p:nvSpPr>
        <p:spPr>
          <a:xfrm>
            <a:off x="2938237"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7" name="Content Placeholder 5">
            <a:extLst>
              <a:ext uri="{FF2B5EF4-FFF2-40B4-BE49-F238E27FC236}">
                <a16:creationId xmlns:a16="http://schemas.microsoft.com/office/drawing/2014/main" id="{4C56B25C-B293-091E-82C2-6018E8A5289A}"/>
              </a:ext>
            </a:extLst>
          </p:cNvPr>
          <p:cNvSpPr>
            <a:spLocks noGrp="1"/>
          </p:cNvSpPr>
          <p:nvPr>
            <p:ph sz="quarter" idx="12"/>
          </p:nvPr>
        </p:nvSpPr>
        <p:spPr>
          <a:xfrm>
            <a:off x="5107006"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8" name="Content Placeholder 5">
            <a:extLst>
              <a:ext uri="{FF2B5EF4-FFF2-40B4-BE49-F238E27FC236}">
                <a16:creationId xmlns:a16="http://schemas.microsoft.com/office/drawing/2014/main" id="{AA16CF04-3079-7948-01A4-F5CC3722FE8A}"/>
              </a:ext>
            </a:extLst>
          </p:cNvPr>
          <p:cNvSpPr>
            <a:spLocks noGrp="1"/>
          </p:cNvSpPr>
          <p:nvPr>
            <p:ph sz="quarter" idx="13"/>
          </p:nvPr>
        </p:nvSpPr>
        <p:spPr>
          <a:xfrm>
            <a:off x="7275775"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9" name="Content Placeholder 5">
            <a:extLst>
              <a:ext uri="{FF2B5EF4-FFF2-40B4-BE49-F238E27FC236}">
                <a16:creationId xmlns:a16="http://schemas.microsoft.com/office/drawing/2014/main" id="{B7C99060-24D1-23D0-903F-6D2263FFAB3B}"/>
              </a:ext>
            </a:extLst>
          </p:cNvPr>
          <p:cNvSpPr>
            <a:spLocks noGrp="1"/>
          </p:cNvSpPr>
          <p:nvPr>
            <p:ph sz="quarter" idx="14"/>
          </p:nvPr>
        </p:nvSpPr>
        <p:spPr>
          <a:xfrm>
            <a:off x="9444544" y="3544865"/>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2448542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ards with icons (2)">
    <p:spTree>
      <p:nvGrpSpPr>
        <p:cNvPr id="1" name=""/>
        <p:cNvGrpSpPr/>
        <p:nvPr/>
      </p:nvGrpSpPr>
      <p:grpSpPr>
        <a:xfrm>
          <a:off x="0" y="0"/>
          <a:ext cx="0" cy="0"/>
          <a:chOff x="0" y="0"/>
          <a:chExt cx="0" cy="0"/>
        </a:xfrm>
      </p:grpSpPr>
      <p:sp>
        <p:nvSpPr>
          <p:cNvPr id="2" name="Content Placeholder 5">
            <a:extLst>
              <a:ext uri="{FF2B5EF4-FFF2-40B4-BE49-F238E27FC236}">
                <a16:creationId xmlns:a16="http://schemas.microsoft.com/office/drawing/2014/main" id="{6FCA3AD0-8EDD-2D99-0D31-D3637D2B27EC}"/>
              </a:ext>
            </a:extLst>
          </p:cNvPr>
          <p:cNvSpPr>
            <a:spLocks noGrp="1"/>
          </p:cNvSpPr>
          <p:nvPr>
            <p:ph sz="quarter" idx="10" hasCustomPrompt="1"/>
          </p:nvPr>
        </p:nvSpPr>
        <p:spPr>
          <a:xfrm>
            <a:off x="5107005" y="1199165"/>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3" name="Rectangle 2">
            <a:extLst>
              <a:ext uri="{FF2B5EF4-FFF2-40B4-BE49-F238E27FC236}">
                <a16:creationId xmlns:a16="http://schemas.microsoft.com/office/drawing/2014/main" id="{62CA1A88-F25D-3DD9-9E1B-540555265B0F}"/>
              </a:ext>
            </a:extLst>
          </p:cNvPr>
          <p:cNvSpPr/>
          <p:nvPr userDrawn="1"/>
        </p:nvSpPr>
        <p:spPr>
          <a:xfrm flipH="1">
            <a:off x="0" y="0"/>
            <a:ext cx="4305600" cy="6858000"/>
          </a:xfrm>
          <a:prstGeom prst="rect">
            <a:avLst/>
          </a:prstGeom>
          <a:solidFill>
            <a:srgbClr val="1C1C2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p>
        </p:txBody>
      </p:sp>
      <p:sp>
        <p:nvSpPr>
          <p:cNvPr id="4" name="Text Placeholder 11">
            <a:extLst>
              <a:ext uri="{FF2B5EF4-FFF2-40B4-BE49-F238E27FC236}">
                <a16:creationId xmlns:a16="http://schemas.microsoft.com/office/drawing/2014/main" id="{74B809DE-59BD-C2A1-461F-5915AA9A5864}"/>
              </a:ext>
            </a:extLst>
          </p:cNvPr>
          <p:cNvSpPr>
            <a:spLocks noGrp="1"/>
          </p:cNvSpPr>
          <p:nvPr>
            <p:ph type="body" sz="quarter" idx="12" hasCustomPrompt="1"/>
          </p:nvPr>
        </p:nvSpPr>
        <p:spPr>
          <a:xfrm>
            <a:off x="5107005" y="562645"/>
            <a:ext cx="1324402" cy="286232"/>
          </a:xfrm>
          <a:solidFill>
            <a:schemeClr val="accent1"/>
          </a:solidFill>
        </p:spPr>
        <p:txBody>
          <a:bodyPr wrap="none" rtlCol="0">
            <a:spAutoFit/>
          </a:bodyPr>
          <a:lstStyle>
            <a:lvl1pPr marL="0" indent="0">
              <a:buNone/>
              <a:defRPr lang="en-GB" sz="1400" b="1" spc="300" dirty="0" smtClean="0"/>
            </a:lvl1pPr>
          </a:lstStyle>
          <a:p>
            <a:pPr marL="0" lvl="0"/>
            <a:r>
              <a:rPr lang="en-GB"/>
              <a:t>SUBTITLE</a:t>
            </a:r>
          </a:p>
        </p:txBody>
      </p:sp>
      <p:sp>
        <p:nvSpPr>
          <p:cNvPr id="5" name="Content Placeholder 5">
            <a:extLst>
              <a:ext uri="{FF2B5EF4-FFF2-40B4-BE49-F238E27FC236}">
                <a16:creationId xmlns:a16="http://schemas.microsoft.com/office/drawing/2014/main" id="{265E3F02-DE61-F2E4-00A4-BFC0ED9AE7D2}"/>
              </a:ext>
            </a:extLst>
          </p:cNvPr>
          <p:cNvSpPr>
            <a:spLocks noGrp="1"/>
          </p:cNvSpPr>
          <p:nvPr>
            <p:ph sz="quarter" idx="13"/>
          </p:nvPr>
        </p:nvSpPr>
        <p:spPr>
          <a:xfrm>
            <a:off x="6255866" y="1199164"/>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6" name="Title 5">
            <a:extLst>
              <a:ext uri="{FF2B5EF4-FFF2-40B4-BE49-F238E27FC236}">
                <a16:creationId xmlns:a16="http://schemas.microsoft.com/office/drawing/2014/main" id="{7454EEC0-AF35-F3EE-65A0-D5BCA40B426D}"/>
              </a:ext>
            </a:extLst>
          </p:cNvPr>
          <p:cNvSpPr>
            <a:spLocks noGrp="1"/>
          </p:cNvSpPr>
          <p:nvPr>
            <p:ph type="title"/>
          </p:nvPr>
        </p:nvSpPr>
        <p:spPr>
          <a:xfrm>
            <a:off x="578977" y="3060578"/>
            <a:ext cx="3147646" cy="736844"/>
          </a:xfrm>
        </p:spPr>
        <p:txBody>
          <a:bodyPr>
            <a:no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7" name="Content Placeholder 5">
            <a:extLst>
              <a:ext uri="{FF2B5EF4-FFF2-40B4-BE49-F238E27FC236}">
                <a16:creationId xmlns:a16="http://schemas.microsoft.com/office/drawing/2014/main" id="{E2A4315C-D942-CC31-0941-2565589D34C1}"/>
              </a:ext>
            </a:extLst>
          </p:cNvPr>
          <p:cNvSpPr>
            <a:spLocks noGrp="1"/>
          </p:cNvSpPr>
          <p:nvPr>
            <p:ph sz="quarter" idx="14" hasCustomPrompt="1"/>
          </p:nvPr>
        </p:nvSpPr>
        <p:spPr>
          <a:xfrm>
            <a:off x="5107005" y="2266098"/>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8" name="Content Placeholder 5">
            <a:extLst>
              <a:ext uri="{FF2B5EF4-FFF2-40B4-BE49-F238E27FC236}">
                <a16:creationId xmlns:a16="http://schemas.microsoft.com/office/drawing/2014/main" id="{CCCDB590-0FD1-9D69-EEF2-083D0E1AE1E1}"/>
              </a:ext>
            </a:extLst>
          </p:cNvPr>
          <p:cNvSpPr>
            <a:spLocks noGrp="1"/>
          </p:cNvSpPr>
          <p:nvPr>
            <p:ph sz="quarter" idx="15"/>
          </p:nvPr>
        </p:nvSpPr>
        <p:spPr>
          <a:xfrm>
            <a:off x="6255866" y="2266097"/>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9" name="Content Placeholder 5">
            <a:extLst>
              <a:ext uri="{FF2B5EF4-FFF2-40B4-BE49-F238E27FC236}">
                <a16:creationId xmlns:a16="http://schemas.microsoft.com/office/drawing/2014/main" id="{1409480A-62D1-5755-D9A7-0767E1BEC49A}"/>
              </a:ext>
            </a:extLst>
          </p:cNvPr>
          <p:cNvSpPr>
            <a:spLocks noGrp="1"/>
          </p:cNvSpPr>
          <p:nvPr>
            <p:ph sz="quarter" idx="16" hasCustomPrompt="1"/>
          </p:nvPr>
        </p:nvSpPr>
        <p:spPr>
          <a:xfrm>
            <a:off x="5107005" y="3333031"/>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0" name="Content Placeholder 5">
            <a:extLst>
              <a:ext uri="{FF2B5EF4-FFF2-40B4-BE49-F238E27FC236}">
                <a16:creationId xmlns:a16="http://schemas.microsoft.com/office/drawing/2014/main" id="{12C65410-0144-D02A-0CD5-66C6780F7E65}"/>
              </a:ext>
            </a:extLst>
          </p:cNvPr>
          <p:cNvSpPr>
            <a:spLocks noGrp="1"/>
          </p:cNvSpPr>
          <p:nvPr>
            <p:ph sz="quarter" idx="17"/>
          </p:nvPr>
        </p:nvSpPr>
        <p:spPr>
          <a:xfrm>
            <a:off x="6255866" y="3333030"/>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DCB11797-3E0D-7630-94F2-36A6006EA6A8}"/>
              </a:ext>
            </a:extLst>
          </p:cNvPr>
          <p:cNvSpPr>
            <a:spLocks noGrp="1"/>
          </p:cNvSpPr>
          <p:nvPr>
            <p:ph sz="quarter" idx="18" hasCustomPrompt="1"/>
          </p:nvPr>
        </p:nvSpPr>
        <p:spPr>
          <a:xfrm>
            <a:off x="5107005" y="4399964"/>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2" name="Content Placeholder 5">
            <a:extLst>
              <a:ext uri="{FF2B5EF4-FFF2-40B4-BE49-F238E27FC236}">
                <a16:creationId xmlns:a16="http://schemas.microsoft.com/office/drawing/2014/main" id="{07884FF0-5460-7A70-29EA-D08A8FD57C04}"/>
              </a:ext>
            </a:extLst>
          </p:cNvPr>
          <p:cNvSpPr>
            <a:spLocks noGrp="1"/>
          </p:cNvSpPr>
          <p:nvPr>
            <p:ph sz="quarter" idx="19"/>
          </p:nvPr>
        </p:nvSpPr>
        <p:spPr>
          <a:xfrm>
            <a:off x="6255866" y="4399963"/>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E278DE42-BAD1-9EDC-B888-FC3F0A689AC4}"/>
              </a:ext>
            </a:extLst>
          </p:cNvPr>
          <p:cNvSpPr>
            <a:spLocks noGrp="1"/>
          </p:cNvSpPr>
          <p:nvPr>
            <p:ph sz="quarter" idx="20" hasCustomPrompt="1"/>
          </p:nvPr>
        </p:nvSpPr>
        <p:spPr>
          <a:xfrm>
            <a:off x="5107004" y="5466896"/>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4" name="Content Placeholder 5">
            <a:extLst>
              <a:ext uri="{FF2B5EF4-FFF2-40B4-BE49-F238E27FC236}">
                <a16:creationId xmlns:a16="http://schemas.microsoft.com/office/drawing/2014/main" id="{70F216DB-B780-E3E7-612E-40011894E4EE}"/>
              </a:ext>
            </a:extLst>
          </p:cNvPr>
          <p:cNvSpPr>
            <a:spLocks noGrp="1"/>
          </p:cNvSpPr>
          <p:nvPr>
            <p:ph sz="quarter" idx="21"/>
          </p:nvPr>
        </p:nvSpPr>
        <p:spPr>
          <a:xfrm>
            <a:off x="6255866" y="5466897"/>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41276721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lide break">
    <p:spTree>
      <p:nvGrpSpPr>
        <p:cNvPr id="1" name=""/>
        <p:cNvGrpSpPr/>
        <p:nvPr/>
      </p:nvGrpSpPr>
      <p:grpSpPr>
        <a:xfrm>
          <a:off x="0" y="0"/>
          <a:ext cx="0" cy="0"/>
          <a:chOff x="0" y="0"/>
          <a:chExt cx="0" cy="0"/>
        </a:xfrm>
      </p:grpSpPr>
      <p:pic>
        <p:nvPicPr>
          <p:cNvPr id="6" name="Picture 5" descr="A grid of lines on a black background&#10;&#10;Description automatically generated">
            <a:extLst>
              <a:ext uri="{FF2B5EF4-FFF2-40B4-BE49-F238E27FC236}">
                <a16:creationId xmlns:a16="http://schemas.microsoft.com/office/drawing/2014/main" id="{D387F483-0E38-82BA-CD06-B08DAF071F59}"/>
              </a:ext>
            </a:extLst>
          </p:cNvPr>
          <p:cNvPicPr/>
          <p:nvPr userDrawn="1"/>
        </p:nvPicPr>
        <p:blipFill rotWithShape="1">
          <a:blip r:embed="rId2">
            <a:alphaModFix amt="55000"/>
          </a:blip>
          <a:srcRect l="6511" t="13271" r="4231" b="7756"/>
          <a:stretch/>
        </p:blipFill>
        <p:spPr>
          <a:xfrm>
            <a:off x="0" y="-1"/>
            <a:ext cx="12192000" cy="6858001"/>
          </a:xfrm>
          <a:prstGeom prst="rect">
            <a:avLst/>
          </a:prstGeom>
          <a:effectLst>
            <a:outerShdw blurRad="50800" dist="50800" dir="5400000" sx="1000" sy="1000" algn="ctr" rotWithShape="0">
              <a:srgbClr val="000000"/>
            </a:outerShdw>
          </a:effectLst>
        </p:spPr>
      </p:pic>
      <p:sp>
        <p:nvSpPr>
          <p:cNvPr id="11" name="Title 10">
            <a:extLst>
              <a:ext uri="{FF2B5EF4-FFF2-40B4-BE49-F238E27FC236}">
                <a16:creationId xmlns:a16="http://schemas.microsoft.com/office/drawing/2014/main" id="{80FE4188-D35C-C62E-D6A6-E937C096C154}"/>
              </a:ext>
            </a:extLst>
          </p:cNvPr>
          <p:cNvSpPr>
            <a:spLocks noGrp="1"/>
          </p:cNvSpPr>
          <p:nvPr>
            <p:ph type="title" hasCustomPrompt="1"/>
          </p:nvPr>
        </p:nvSpPr>
        <p:spPr>
          <a:xfrm>
            <a:off x="3140127" y="2592232"/>
            <a:ext cx="5911746" cy="1673537"/>
          </a:xfrm>
        </p:spPr>
        <p:txBody>
          <a:bodyPr>
            <a:noAutofit/>
          </a:bodyPr>
          <a:lstStyle>
            <a:lvl1pPr algn="ctr" defTabSz="914400" rtl="0" eaLnBrk="1" latinLnBrk="0" hangingPunct="1">
              <a:lnSpc>
                <a:spcPct val="100000"/>
              </a:lnSpc>
              <a:spcBef>
                <a:spcPct val="0"/>
              </a:spcBef>
              <a:buNone/>
              <a:defRPr lang="en-US" sz="4800" b="1" i="0" kern="1200" baseline="0" dirty="0">
                <a:solidFill>
                  <a:schemeClr val="tx1"/>
                </a:solidFill>
                <a:latin typeface="Playfair Display Black" pitchFamily="2" charset="77"/>
                <a:ea typeface="+mj-ea"/>
                <a:cs typeface="+mj-cs"/>
              </a:defRPr>
            </a:lvl1pPr>
          </a:lstStyle>
          <a:p>
            <a:r>
              <a:rPr lang="en-GB"/>
              <a:t>Click to edit title </a:t>
            </a:r>
            <a:endParaRPr lang="en-US"/>
          </a:p>
        </p:txBody>
      </p:sp>
    </p:spTree>
    <p:extLst>
      <p:ext uri="{BB962C8B-B14F-4D97-AF65-F5344CB8AC3E}">
        <p14:creationId xmlns:p14="http://schemas.microsoft.com/office/powerpoint/2010/main" val="30119530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673581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9BDEB7B-C156-5A00-FCA6-10790A0A29CF}"/>
              </a:ext>
            </a:extLst>
          </p:cNvPr>
          <p:cNvSpPr/>
          <p:nvPr userDrawn="1"/>
        </p:nvSpPr>
        <p:spPr>
          <a:xfrm>
            <a:off x="0" y="0"/>
            <a:ext cx="12192000" cy="4283901"/>
          </a:xfrm>
          <a:prstGeom prst="rect">
            <a:avLst/>
          </a:prstGeom>
          <a:gradFill flip="none" rotWithShape="1">
            <a:gsLst>
              <a:gs pos="14000">
                <a:srgbClr val="1E41EB">
                  <a:alpha val="15000"/>
                </a:srgbClr>
              </a:gs>
              <a:gs pos="100000">
                <a:schemeClr val="bg2"/>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4694A8F-390A-06B0-5CBF-CB34FB5A1FA3}"/>
              </a:ext>
            </a:extLst>
          </p:cNvPr>
          <p:cNvPicPr>
            <a:picLocks noChangeAspect="1"/>
          </p:cNvPicPr>
          <p:nvPr userDrawn="1"/>
        </p:nvPicPr>
        <p:blipFill>
          <a:blip r:embed="rId2"/>
          <a:stretch>
            <a:fillRect/>
          </a:stretch>
        </p:blipFill>
        <p:spPr>
          <a:xfrm>
            <a:off x="2308069" y="2667000"/>
            <a:ext cx="1879600" cy="1524000"/>
          </a:xfrm>
          <a:prstGeom prst="rect">
            <a:avLst/>
          </a:prstGeom>
        </p:spPr>
      </p:pic>
      <p:sp>
        <p:nvSpPr>
          <p:cNvPr id="10" name="Text Placeholder 9">
            <a:extLst>
              <a:ext uri="{FF2B5EF4-FFF2-40B4-BE49-F238E27FC236}">
                <a16:creationId xmlns:a16="http://schemas.microsoft.com/office/drawing/2014/main" id="{9D09BCC6-6D61-DA13-5CC0-8DEB1ED14463}"/>
              </a:ext>
            </a:extLst>
          </p:cNvPr>
          <p:cNvSpPr>
            <a:spLocks noGrp="1"/>
          </p:cNvSpPr>
          <p:nvPr>
            <p:ph type="body" sz="quarter" idx="11" hasCustomPrompt="1"/>
          </p:nvPr>
        </p:nvSpPr>
        <p:spPr>
          <a:xfrm>
            <a:off x="5186363" y="4962525"/>
            <a:ext cx="2938306" cy="613816"/>
          </a:xfrm>
          <a:solidFill>
            <a:schemeClr val="accent3"/>
          </a:solidFill>
        </p:spPr>
        <p:txBody>
          <a:bodyPr lIns="216000" anchor="ctr"/>
          <a:lstStyle>
            <a:lvl1pPr marL="0" indent="0">
              <a:buNone/>
              <a:defRPr>
                <a:solidFill>
                  <a:schemeClr val="tx1"/>
                </a:solidFill>
                <a:latin typeface="Playfair Display Medium" pitchFamily="2" charset="77"/>
              </a:defRPr>
            </a:lvl1pPr>
          </a:lstStyle>
          <a:p>
            <a:pPr lvl="0"/>
            <a:r>
              <a:rPr lang="en-GB"/>
              <a:t>Who said it </a:t>
            </a:r>
            <a:endParaRPr lang="en-US"/>
          </a:p>
        </p:txBody>
      </p:sp>
      <p:sp>
        <p:nvSpPr>
          <p:cNvPr id="11" name="Text Placeholder 9">
            <a:extLst>
              <a:ext uri="{FF2B5EF4-FFF2-40B4-BE49-F238E27FC236}">
                <a16:creationId xmlns:a16="http://schemas.microsoft.com/office/drawing/2014/main" id="{4C6C8DD7-E181-3945-DE67-F243DBAB5DE2}"/>
              </a:ext>
            </a:extLst>
          </p:cNvPr>
          <p:cNvSpPr>
            <a:spLocks noGrp="1"/>
          </p:cNvSpPr>
          <p:nvPr>
            <p:ph type="body" sz="quarter" idx="12" hasCustomPrompt="1"/>
          </p:nvPr>
        </p:nvSpPr>
        <p:spPr>
          <a:xfrm>
            <a:off x="5186363" y="5576341"/>
            <a:ext cx="2938306" cy="479685"/>
          </a:xfrm>
          <a:solidFill>
            <a:schemeClr val="accent3"/>
          </a:solidFill>
        </p:spPr>
        <p:txBody>
          <a:bodyPr lIns="216000" anchor="ctr">
            <a:normAutofit/>
          </a:bodyPr>
          <a:lstStyle>
            <a:lvl1pPr marL="0" indent="0">
              <a:buNone/>
              <a:defRPr sz="1600">
                <a:solidFill>
                  <a:srgbClr val="150359"/>
                </a:solidFill>
                <a:latin typeface="Manrope" pitchFamily="2" charset="0"/>
              </a:defRPr>
            </a:lvl1pPr>
          </a:lstStyle>
          <a:p>
            <a:pPr lvl="0"/>
            <a:r>
              <a:rPr lang="en-GB"/>
              <a:t>CONTEXT</a:t>
            </a:r>
            <a:endParaRPr lang="en-US"/>
          </a:p>
        </p:txBody>
      </p:sp>
      <p:sp>
        <p:nvSpPr>
          <p:cNvPr id="3" name="Content Placeholder 2">
            <a:extLst>
              <a:ext uri="{FF2B5EF4-FFF2-40B4-BE49-F238E27FC236}">
                <a16:creationId xmlns:a16="http://schemas.microsoft.com/office/drawing/2014/main" id="{75700892-7442-C196-A9AF-BD393FD00517}"/>
              </a:ext>
            </a:extLst>
          </p:cNvPr>
          <p:cNvSpPr>
            <a:spLocks noGrp="1"/>
          </p:cNvSpPr>
          <p:nvPr>
            <p:ph sz="quarter" idx="13" hasCustomPrompt="1"/>
          </p:nvPr>
        </p:nvSpPr>
        <p:spPr>
          <a:xfrm>
            <a:off x="5186363" y="903288"/>
            <a:ext cx="4976812" cy="3598862"/>
          </a:xfrm>
        </p:spPr>
        <p:txBody>
          <a:bodyPr>
            <a:normAutofit/>
          </a:bodyPr>
          <a:lstStyle>
            <a:lvl1pPr marL="0" indent="0">
              <a:lnSpc>
                <a:spcPct val="100000"/>
              </a:lnSpc>
              <a:buNone/>
              <a:defRPr sz="4000" b="1" i="1">
                <a:latin typeface="Playfair Display SemiBold" pitchFamily="2" charset="77"/>
              </a:defRPr>
            </a:lvl1pPr>
            <a:lvl2pPr marL="457200" indent="0">
              <a:buNone/>
              <a:defRPr b="1" i="1">
                <a:latin typeface="Playfair Display Black" pitchFamily="2" charset="77"/>
              </a:defRPr>
            </a:lvl2pPr>
            <a:lvl3pPr marL="914400" indent="0">
              <a:buNone/>
              <a:defRPr b="1" i="1">
                <a:latin typeface="Playfair Display Black" pitchFamily="2" charset="77"/>
              </a:defRPr>
            </a:lvl3pPr>
            <a:lvl4pPr marL="1371600" indent="0">
              <a:buNone/>
              <a:defRPr b="1" i="1">
                <a:latin typeface="Playfair Display Black" pitchFamily="2" charset="77"/>
              </a:defRPr>
            </a:lvl4pPr>
            <a:lvl5pPr marL="1828800" indent="0">
              <a:buNone/>
              <a:defRPr b="1" i="1">
                <a:latin typeface="Playfair Display Black" pitchFamily="2" charset="77"/>
              </a:defRPr>
            </a:lvl5pPr>
          </a:lstStyle>
          <a:p>
            <a:pPr lvl="0"/>
            <a:r>
              <a:rPr lang="en-GB"/>
              <a:t>Quote goes here</a:t>
            </a:r>
          </a:p>
        </p:txBody>
      </p:sp>
    </p:spTree>
    <p:extLst>
      <p:ext uri="{BB962C8B-B14F-4D97-AF65-F5344CB8AC3E}">
        <p14:creationId xmlns:p14="http://schemas.microsoft.com/office/powerpoint/2010/main" val="3669076142"/>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et in touch (1)">
    <p:spTree>
      <p:nvGrpSpPr>
        <p:cNvPr id="1" name=""/>
        <p:cNvGrpSpPr/>
        <p:nvPr/>
      </p:nvGrpSpPr>
      <p:grpSpPr>
        <a:xfrm>
          <a:off x="0" y="0"/>
          <a:ext cx="0" cy="0"/>
          <a:chOff x="0" y="0"/>
          <a:chExt cx="0" cy="0"/>
        </a:xfrm>
      </p:grpSpPr>
      <p:sp>
        <p:nvSpPr>
          <p:cNvPr id="3" name="Google Shape;302;p9">
            <a:extLst>
              <a:ext uri="{FF2B5EF4-FFF2-40B4-BE49-F238E27FC236}">
                <a16:creationId xmlns:a16="http://schemas.microsoft.com/office/drawing/2014/main" id="{4CFCA3CB-482B-759F-041F-2FDAE30B9654}"/>
              </a:ext>
            </a:extLst>
          </p:cNvPr>
          <p:cNvSpPr/>
          <p:nvPr userDrawn="1"/>
        </p:nvSpPr>
        <p:spPr>
          <a:xfrm>
            <a:off x="7140283" y="3102022"/>
            <a:ext cx="2279290" cy="653956"/>
          </a:xfrm>
          <a:prstGeom prst="rect">
            <a:avLst/>
          </a:prstGeom>
          <a:noFill/>
          <a:ln>
            <a:solidFill>
              <a:schemeClr val="tx1"/>
            </a:solid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a:solidFill>
                  <a:srgbClr val="DAF0F0"/>
                </a:solidFill>
                <a:latin typeface="Manrope" pitchFamily="2" charset="0"/>
                <a:ea typeface="Poppins"/>
                <a:cs typeface="Poppins"/>
                <a:sym typeface="Poppins"/>
              </a:rPr>
              <a:t>info@zoomrx.com</a:t>
            </a:r>
            <a:endParaRPr>
              <a:latin typeface="Manrope" pitchFamily="2" charset="0"/>
            </a:endParaRPr>
          </a:p>
        </p:txBody>
      </p:sp>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2"/>
            <a:ext cx="2845547" cy="387798"/>
          </a:xfrm>
          <a:prstGeom prst="rect">
            <a:avLst/>
          </a:prstGeom>
          <a:noFill/>
        </p:spPr>
        <p:txBody>
          <a:bodyPr wrap="square" lIns="91440" tIns="0" rIns="91440" bIns="0" rtlCol="0" anchor="t">
            <a:spAutoFit/>
          </a:bodyPr>
          <a:lstStyle/>
          <a:p>
            <a:pPr algn="l" defTabSz="914400" rtl="0" eaLnBrk="1" latinLnBrk="0" hangingPunct="1">
              <a:lnSpc>
                <a:spcPct val="90000"/>
              </a:lnSpc>
              <a:spcBef>
                <a:spcPct val="0"/>
              </a:spcBef>
              <a:buClrTx/>
              <a:buFontTx/>
              <a:buNone/>
              <a:defRPr/>
            </a:pPr>
            <a:r>
              <a:rPr lang="en-US" sz="2800" b="1" i="0" kern="1200" baseline="0">
                <a:solidFill>
                  <a:schemeClr val="tx1"/>
                </a:solidFill>
                <a:latin typeface="Playfair Display Black" pitchFamily="2" charset="77"/>
                <a:ea typeface="+mj-ea"/>
                <a:cs typeface="+mj-cs"/>
              </a:rPr>
              <a:t>Get</a:t>
            </a:r>
            <a:r>
              <a:rPr lang="en-US" sz="2800" b="1" i="0" kern="1200" baseline="0" noProof="0">
                <a:solidFill>
                  <a:schemeClr val="tx1"/>
                </a:solidFill>
                <a:latin typeface="Playfair Display Black" pitchFamily="2" charset="77"/>
                <a:ea typeface="+mj-ea"/>
                <a:cs typeface="+mj-cs"/>
              </a:rPr>
              <a:t> </a:t>
            </a:r>
            <a:r>
              <a:rPr lang="en-US" sz="2800" b="1" i="0" kern="1200" baseline="0">
                <a:solidFill>
                  <a:schemeClr val="tx1"/>
                </a:solidFill>
                <a:latin typeface="Playfair Display Black" pitchFamily="2" charset="77"/>
                <a:ea typeface="+mj-ea"/>
                <a:cs typeface="+mj-cs"/>
              </a:rPr>
              <a:t>in t</a:t>
            </a:r>
            <a:r>
              <a:rPr lang="en-US" sz="2800" b="1" i="0" kern="1200" baseline="0" noProof="0">
                <a:solidFill>
                  <a:schemeClr val="tx1"/>
                </a:solidFill>
                <a:latin typeface="Playfair Display Black" pitchFamily="2" charset="77"/>
                <a:ea typeface="+mj-ea"/>
                <a:cs typeface="+mj-cs"/>
              </a:rPr>
              <a:t>ouch</a:t>
            </a:r>
            <a:endParaRPr lang="en-US" sz="2800" b="1" i="0" kern="1200" baseline="0">
              <a:solidFill>
                <a:schemeClr val="tx1"/>
              </a:solidFill>
              <a:latin typeface="Playfair Display Black" pitchFamily="2" charset="77"/>
              <a:ea typeface="+mj-ea"/>
              <a:cs typeface="+mj-cs"/>
            </a:endParaRPr>
          </a:p>
        </p:txBody>
      </p:sp>
      <p:pic>
        <p:nvPicPr>
          <p:cNvPr id="2" name="Graphic 4">
            <a:extLst>
              <a:ext uri="{FF2B5EF4-FFF2-40B4-BE49-F238E27FC236}">
                <a16:creationId xmlns:a16="http://schemas.microsoft.com/office/drawing/2014/main" id="{ACA9C858-37F8-4EA0-0D13-69531B3E8531}"/>
              </a:ext>
            </a:extLst>
          </p:cNvPr>
          <p:cNvPicPr>
            <a:picLocks noChangeAspect="1"/>
          </p:cNvPicPr>
          <p:nvPr userDrawn="1"/>
        </p:nvPicPr>
        <p:blipFill>
          <a:blip r:embed="rId2"/>
          <a:srcRect/>
          <a:stretch/>
        </p:blipFill>
        <p:spPr>
          <a:xfrm>
            <a:off x="1531963" y="1572981"/>
            <a:ext cx="4564036" cy="2996589"/>
          </a:xfrm>
          <a:prstGeom prst="rect">
            <a:avLst/>
          </a:prstGeom>
        </p:spPr>
      </p:pic>
      <p:pic>
        <p:nvPicPr>
          <p:cNvPr id="6" name="Picture 5">
            <a:extLst>
              <a:ext uri="{FF2B5EF4-FFF2-40B4-BE49-F238E27FC236}">
                <a16:creationId xmlns:a16="http://schemas.microsoft.com/office/drawing/2014/main" id="{5BEEE910-8298-E38D-9B31-1B4AA1AE8D8E}"/>
              </a:ext>
            </a:extLst>
          </p:cNvPr>
          <p:cNvPicPr>
            <a:picLocks noChangeAspect="1"/>
          </p:cNvPicPr>
          <p:nvPr userDrawn="1"/>
        </p:nvPicPr>
        <p:blipFill>
          <a:blip r:embed="rId3"/>
          <a:stretch>
            <a:fillRect/>
          </a:stretch>
        </p:blipFill>
        <p:spPr>
          <a:xfrm>
            <a:off x="5177537" y="5593937"/>
            <a:ext cx="1836926" cy="551078"/>
          </a:xfrm>
          <a:prstGeom prst="rect">
            <a:avLst/>
          </a:prstGeom>
        </p:spPr>
      </p:pic>
    </p:spTree>
    <p:extLst>
      <p:ext uri="{BB962C8B-B14F-4D97-AF65-F5344CB8AC3E}">
        <p14:creationId xmlns:p14="http://schemas.microsoft.com/office/powerpoint/2010/main" val="18302972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et in touch (2)">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2"/>
            <a:ext cx="2845547" cy="387798"/>
          </a:xfrm>
          <a:prstGeom prst="rect">
            <a:avLst/>
          </a:prstGeom>
          <a:noFill/>
        </p:spPr>
        <p:txBody>
          <a:bodyPr wrap="square" lIns="91440" tIns="0" rIns="91440" bIns="0" rtlCol="0" anchor="t">
            <a:spAutoFit/>
          </a:bodyPr>
          <a:lstStyle/>
          <a:p>
            <a:pPr marL="0" algn="l" defTabSz="914400" rtl="0" eaLnBrk="1" latinLnBrk="0" hangingPunct="1">
              <a:lnSpc>
                <a:spcPct val="90000"/>
              </a:lnSpc>
              <a:spcBef>
                <a:spcPct val="0"/>
              </a:spcBef>
              <a:buClrTx/>
              <a:buFontTx/>
              <a:buNone/>
              <a:defRPr/>
            </a:pPr>
            <a:r>
              <a:rPr lang="en-US" sz="2800" b="1" i="0" kern="1200" baseline="0">
                <a:solidFill>
                  <a:schemeClr val="tx1"/>
                </a:solidFill>
                <a:latin typeface="Playfair Display Black" pitchFamily="2" charset="77"/>
                <a:ea typeface="+mj-ea"/>
                <a:cs typeface="+mj-cs"/>
              </a:rPr>
              <a:t>Get</a:t>
            </a:r>
            <a:r>
              <a:rPr lang="en-US" sz="2800" b="1" i="0" kern="1200" baseline="0" noProof="0">
                <a:solidFill>
                  <a:schemeClr val="tx1"/>
                </a:solidFill>
                <a:latin typeface="Playfair Display Black" pitchFamily="2" charset="77"/>
                <a:ea typeface="+mj-ea"/>
                <a:cs typeface="+mj-cs"/>
              </a:rPr>
              <a:t> </a:t>
            </a:r>
            <a:r>
              <a:rPr lang="en-US" sz="2800" b="1" i="0" kern="1200" baseline="0">
                <a:solidFill>
                  <a:schemeClr val="tx1"/>
                </a:solidFill>
                <a:latin typeface="Playfair Display Black" pitchFamily="2" charset="77"/>
                <a:ea typeface="+mj-ea"/>
                <a:cs typeface="+mj-cs"/>
              </a:rPr>
              <a:t>in t</a:t>
            </a:r>
            <a:r>
              <a:rPr lang="en-US" sz="2800" b="1" i="0" kern="1200" baseline="0" noProof="0">
                <a:solidFill>
                  <a:schemeClr val="tx1"/>
                </a:solidFill>
                <a:latin typeface="Playfair Display Black" pitchFamily="2" charset="77"/>
                <a:ea typeface="+mj-ea"/>
                <a:cs typeface="+mj-cs"/>
              </a:rPr>
              <a:t>ouch</a:t>
            </a:r>
            <a:endParaRPr lang="en-US" sz="2800" b="1" i="0" kern="1200" baseline="0">
              <a:solidFill>
                <a:schemeClr val="tx1"/>
              </a:solidFill>
              <a:latin typeface="Playfair Display Black" pitchFamily="2" charset="77"/>
              <a:ea typeface="+mj-ea"/>
              <a:cs typeface="+mj-cs"/>
            </a:endParaRPr>
          </a:p>
        </p:txBody>
      </p:sp>
      <p:pic>
        <p:nvPicPr>
          <p:cNvPr id="5" name="Graphic 4">
            <a:extLst>
              <a:ext uri="{FF2B5EF4-FFF2-40B4-BE49-F238E27FC236}">
                <a16:creationId xmlns:a16="http://schemas.microsoft.com/office/drawing/2014/main" id="{1DF6A125-61E2-5F97-DC80-A11AB37D9D6C}"/>
              </a:ext>
            </a:extLst>
          </p:cNvPr>
          <p:cNvPicPr>
            <a:picLocks noChangeAspect="1"/>
          </p:cNvPicPr>
          <p:nvPr userDrawn="1"/>
        </p:nvPicPr>
        <p:blipFill>
          <a:blip r:embed="rId2"/>
          <a:srcRect/>
          <a:stretch/>
        </p:blipFill>
        <p:spPr>
          <a:xfrm>
            <a:off x="1531963" y="1572981"/>
            <a:ext cx="4564036" cy="2996589"/>
          </a:xfrm>
          <a:prstGeom prst="rect">
            <a:avLst/>
          </a:prstGeom>
        </p:spPr>
      </p:pic>
      <p:cxnSp>
        <p:nvCxnSpPr>
          <p:cNvPr id="6" name="Straight Connector 5">
            <a:extLst>
              <a:ext uri="{FF2B5EF4-FFF2-40B4-BE49-F238E27FC236}">
                <a16:creationId xmlns:a16="http://schemas.microsoft.com/office/drawing/2014/main" id="{CC911A06-BA38-80F5-32E3-E057797F0F79}"/>
              </a:ext>
            </a:extLst>
          </p:cNvPr>
          <p:cNvCxnSpPr/>
          <p:nvPr userDrawn="1"/>
        </p:nvCxnSpPr>
        <p:spPr>
          <a:xfrm>
            <a:off x="7152007" y="3071275"/>
            <a:ext cx="2746738" cy="0"/>
          </a:xfrm>
          <a:prstGeom prst="line">
            <a:avLst/>
          </a:prstGeom>
          <a:ln w="6350">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Content Placeholder 8">
            <a:extLst>
              <a:ext uri="{FF2B5EF4-FFF2-40B4-BE49-F238E27FC236}">
                <a16:creationId xmlns:a16="http://schemas.microsoft.com/office/drawing/2014/main" id="{E95F49D7-4930-964F-60D3-6EBE8D724B41}"/>
              </a:ext>
            </a:extLst>
          </p:cNvPr>
          <p:cNvSpPr>
            <a:spLocks noGrp="1"/>
          </p:cNvSpPr>
          <p:nvPr>
            <p:ph sz="quarter" idx="10" hasCustomPrompt="1"/>
          </p:nvPr>
        </p:nvSpPr>
        <p:spPr>
          <a:xfrm>
            <a:off x="7152007" y="3467929"/>
            <a:ext cx="2815194" cy="369332"/>
          </a:xfrm>
          <a:noFill/>
        </p:spPr>
        <p:txBody>
          <a:bodyPr wrap="none" rtlCol="0">
            <a:spAutoFit/>
          </a:bodyPr>
          <a:lstStyle>
            <a:lvl1pPr marL="0" indent="0">
              <a:buNone/>
              <a:defRPr lang="en-GB" sz="2000" b="1" i="0" dirty="0" smtClean="0">
                <a:solidFill>
                  <a:schemeClr val="accent1"/>
                </a:solidFill>
                <a:latin typeface="Playfair Display Black" pitchFamily="2" charset="77"/>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First Name Last Name</a:t>
            </a:r>
          </a:p>
        </p:txBody>
      </p:sp>
      <p:sp>
        <p:nvSpPr>
          <p:cNvPr id="14" name="Content Placeholder 13">
            <a:extLst>
              <a:ext uri="{FF2B5EF4-FFF2-40B4-BE49-F238E27FC236}">
                <a16:creationId xmlns:a16="http://schemas.microsoft.com/office/drawing/2014/main" id="{5515009B-9282-FA15-616A-80A5ED924CCA}"/>
              </a:ext>
            </a:extLst>
          </p:cNvPr>
          <p:cNvSpPr>
            <a:spLocks noGrp="1"/>
          </p:cNvSpPr>
          <p:nvPr>
            <p:ph sz="quarter" idx="11" hasCustomPrompt="1"/>
          </p:nvPr>
        </p:nvSpPr>
        <p:spPr>
          <a:xfrm>
            <a:off x="7175453" y="4028940"/>
            <a:ext cx="2555508" cy="341632"/>
          </a:xfrm>
          <a:ln>
            <a:solidFill>
              <a:schemeClr val="tx1"/>
            </a:solidFill>
          </a:ln>
        </p:spPr>
        <p:txBody>
          <a:bodyPr anchor="ctr">
            <a:noAutofit/>
          </a:bodyPr>
          <a:lstStyle>
            <a:lvl1pPr marL="0" indent="0" algn="l">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Email goes here</a:t>
            </a:r>
            <a:endParaRPr lang="en-US"/>
          </a:p>
        </p:txBody>
      </p:sp>
      <p:pic>
        <p:nvPicPr>
          <p:cNvPr id="15" name="Picture 14">
            <a:extLst>
              <a:ext uri="{FF2B5EF4-FFF2-40B4-BE49-F238E27FC236}">
                <a16:creationId xmlns:a16="http://schemas.microsoft.com/office/drawing/2014/main" id="{767D5D12-7F80-363F-9A06-A3B9D3C668F9}"/>
              </a:ext>
            </a:extLst>
          </p:cNvPr>
          <p:cNvPicPr>
            <a:picLocks noChangeAspect="1"/>
          </p:cNvPicPr>
          <p:nvPr userDrawn="1"/>
        </p:nvPicPr>
        <p:blipFill>
          <a:blip r:embed="rId3"/>
          <a:stretch>
            <a:fillRect/>
          </a:stretch>
        </p:blipFill>
        <p:spPr>
          <a:xfrm>
            <a:off x="5177537" y="5593937"/>
            <a:ext cx="1836926" cy="551078"/>
          </a:xfrm>
          <a:prstGeom prst="rect">
            <a:avLst/>
          </a:prstGeom>
        </p:spPr>
      </p:pic>
    </p:spTree>
    <p:extLst>
      <p:ext uri="{BB962C8B-B14F-4D97-AF65-F5344CB8AC3E}">
        <p14:creationId xmlns:p14="http://schemas.microsoft.com/office/powerpoint/2010/main" val="1033668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Get in touch (3)">
    <p:spTree>
      <p:nvGrpSpPr>
        <p:cNvPr id="1" name=""/>
        <p:cNvGrpSpPr/>
        <p:nvPr/>
      </p:nvGrpSpPr>
      <p:grpSpPr>
        <a:xfrm>
          <a:off x="0" y="0"/>
          <a:ext cx="0" cy="0"/>
          <a:chOff x="0" y="0"/>
          <a:chExt cx="0" cy="0"/>
        </a:xfrm>
      </p:grpSpPr>
      <p:pic>
        <p:nvPicPr>
          <p:cNvPr id="2" name="Picture 1" descr="A black circle with a white circle in the middle&#10;&#10;Description automatically generated">
            <a:extLst>
              <a:ext uri="{FF2B5EF4-FFF2-40B4-BE49-F238E27FC236}">
                <a16:creationId xmlns:a16="http://schemas.microsoft.com/office/drawing/2014/main" id="{F26C5CA9-D196-983D-B15B-BBC47D4B1C77}"/>
              </a:ext>
            </a:extLst>
          </p:cNvPr>
          <p:cNvPicPr>
            <a:picLocks/>
          </p:cNvPicPr>
          <p:nvPr userDrawn="1"/>
        </p:nvPicPr>
        <p:blipFill rotWithShape="1">
          <a:blip r:embed="rId2"/>
          <a:srcRect l="15978" t="7978" r="9299" b="17984"/>
          <a:stretch/>
        </p:blipFill>
        <p:spPr>
          <a:xfrm>
            <a:off x="0" y="0"/>
            <a:ext cx="8640147" cy="6858000"/>
          </a:xfrm>
          <a:prstGeom prst="rect">
            <a:avLst/>
          </a:prstGeom>
        </p:spPr>
      </p:pic>
      <p:pic>
        <p:nvPicPr>
          <p:cNvPr id="5" name="Picture 4" descr="A colorful envelope with a bell and a paper plane&#10;&#10;Description automatically generated">
            <a:extLst>
              <a:ext uri="{FF2B5EF4-FFF2-40B4-BE49-F238E27FC236}">
                <a16:creationId xmlns:a16="http://schemas.microsoft.com/office/drawing/2014/main" id="{9537D5C9-4D78-ABF1-D0CC-F31665FE599E}"/>
              </a:ext>
            </a:extLst>
          </p:cNvPr>
          <p:cNvPicPr>
            <a:picLocks noChangeAspect="1"/>
          </p:cNvPicPr>
          <p:nvPr userDrawn="1"/>
        </p:nvPicPr>
        <p:blipFill>
          <a:blip r:embed="rId3"/>
          <a:stretch>
            <a:fillRect/>
          </a:stretch>
        </p:blipFill>
        <p:spPr>
          <a:xfrm>
            <a:off x="2959171" y="151641"/>
            <a:ext cx="6456255" cy="5272608"/>
          </a:xfrm>
          <a:prstGeom prst="rect">
            <a:avLst/>
          </a:prstGeom>
        </p:spPr>
      </p:pic>
      <p:sp>
        <p:nvSpPr>
          <p:cNvPr id="3" name="TextBox 2">
            <a:extLst>
              <a:ext uri="{FF2B5EF4-FFF2-40B4-BE49-F238E27FC236}">
                <a16:creationId xmlns:a16="http://schemas.microsoft.com/office/drawing/2014/main" id="{F7027168-B0F0-CDF7-1D41-A45AFA8330BB}"/>
              </a:ext>
            </a:extLst>
          </p:cNvPr>
          <p:cNvSpPr txBox="1"/>
          <p:nvPr userDrawn="1"/>
        </p:nvSpPr>
        <p:spPr>
          <a:xfrm>
            <a:off x="4818246" y="4943139"/>
            <a:ext cx="2555508" cy="369332"/>
          </a:xfrm>
          <a:prstGeom prst="rect">
            <a:avLst/>
          </a:prstGeom>
          <a:noFill/>
        </p:spPr>
        <p:txBody>
          <a:bodyPr wrap="square">
            <a:spAutoFit/>
          </a:bodyPr>
          <a:lstStyle/>
          <a:p>
            <a:pPr algn="ctr"/>
            <a:r>
              <a:rPr lang="en-US" b="1" spc="300">
                <a:solidFill>
                  <a:schemeClr val="tx1"/>
                </a:solidFill>
                <a:latin typeface="Manrope" pitchFamily="2" charset="0"/>
              </a:rPr>
              <a:t>GET IN TOUCH</a:t>
            </a:r>
            <a:endParaRPr lang="en-US" spc="300">
              <a:solidFill>
                <a:schemeClr val="tx1"/>
              </a:solidFill>
              <a:latin typeface="Manrope" pitchFamily="2" charset="0"/>
            </a:endParaRPr>
          </a:p>
        </p:txBody>
      </p:sp>
      <p:sp>
        <p:nvSpPr>
          <p:cNvPr id="6" name="Content Placeholder 13">
            <a:extLst>
              <a:ext uri="{FF2B5EF4-FFF2-40B4-BE49-F238E27FC236}">
                <a16:creationId xmlns:a16="http://schemas.microsoft.com/office/drawing/2014/main" id="{E73B584E-849C-034C-83C9-1C95CA898CC8}"/>
              </a:ext>
            </a:extLst>
          </p:cNvPr>
          <p:cNvSpPr>
            <a:spLocks noGrp="1"/>
          </p:cNvSpPr>
          <p:nvPr>
            <p:ph sz="quarter" idx="11" hasCustomPrompt="1"/>
          </p:nvPr>
        </p:nvSpPr>
        <p:spPr>
          <a:xfrm>
            <a:off x="4818246" y="5424249"/>
            <a:ext cx="2555508" cy="607172"/>
          </a:xfrm>
          <a:solidFill>
            <a:schemeClr val="accent1"/>
          </a:solidFill>
          <a:ln>
            <a:noFill/>
          </a:ln>
        </p:spPr>
        <p:txBody>
          <a:bodyPr anchor="ctr">
            <a:noAutofit/>
          </a:bodyPr>
          <a:lstStyle>
            <a:lvl1pPr marL="0" indent="0" algn="ctr">
              <a:buNone/>
              <a:defRPr sz="14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Email goes here</a:t>
            </a:r>
            <a:endParaRPr lang="en-US"/>
          </a:p>
        </p:txBody>
      </p:sp>
    </p:spTree>
    <p:extLst>
      <p:ext uri="{BB962C8B-B14F-4D97-AF65-F5344CB8AC3E}">
        <p14:creationId xmlns:p14="http://schemas.microsoft.com/office/powerpoint/2010/main" val="3464877625"/>
      </p:ext>
    </p:extLst>
  </p:cSld>
  <p:clrMapOvr>
    <a:masterClrMapping/>
  </p:clrMapOvr>
  <p:transition spd="slow">
    <p:push dir="u"/>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eneric Cover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5334AC-D48B-4FF7-5279-19F5B6748F9E}"/>
              </a:ext>
            </a:extLst>
          </p:cNvPr>
          <p:cNvSpPr/>
          <p:nvPr userDrawn="1"/>
        </p:nvSpPr>
        <p:spPr>
          <a:xfrm>
            <a:off x="0" y="0"/>
            <a:ext cx="12192001" cy="6858000"/>
          </a:xfrm>
          <a:prstGeom prst="rect">
            <a:avLst/>
          </a:prstGeom>
          <a:gradFill>
            <a:gsLst>
              <a:gs pos="100000">
                <a:schemeClr val="bg2"/>
              </a:gs>
              <a:gs pos="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1" y="1155120"/>
            <a:ext cx="4044461" cy="1175359"/>
          </a:xfrm>
        </p:spPr>
        <p:txBody>
          <a:bodyPr anchor="b">
            <a:noAutofit/>
          </a:bodyPr>
          <a:lstStyle>
            <a:lvl1pPr algn="l" defTabSz="914400" rtl="0" eaLnBrk="1" latinLnBrk="0" hangingPunct="1">
              <a:lnSpc>
                <a:spcPct val="90000"/>
              </a:lnSpc>
              <a:spcBef>
                <a:spcPct val="0"/>
              </a:spcBef>
              <a:buNone/>
              <a:defRPr lang="en-US" sz="36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5"/>
            <a:ext cx="3892060" cy="656746"/>
          </a:xfrm>
        </p:spPr>
        <p:txBody>
          <a:bodyPr>
            <a:noAutofit/>
          </a:bodyPr>
          <a:lstStyle>
            <a:lvl1pPr marL="0" indent="0" algn="l">
              <a:lnSpc>
                <a:spcPct val="100000"/>
              </a:lnSpc>
              <a:buNone/>
              <a:defRPr sz="1600" b="0" i="0">
                <a:latin typeface="Manrop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7" name="Graphic 6">
            <a:extLst>
              <a:ext uri="{FF2B5EF4-FFF2-40B4-BE49-F238E27FC236}">
                <a16:creationId xmlns:a16="http://schemas.microsoft.com/office/drawing/2014/main" id="{6BFFE00F-7FFB-78E8-3B95-117376FFBF3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9260" y="5256416"/>
            <a:ext cx="2189494" cy="394109"/>
          </a:xfrm>
          <a:prstGeom prst="rect">
            <a:avLst/>
          </a:prstGeom>
        </p:spPr>
      </p:pic>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1" y="3624332"/>
            <a:ext cx="1633781" cy="258532"/>
          </a:xfrm>
          <a:noFill/>
        </p:spPr>
        <p:txBody>
          <a:bodyPr wrap="none" rtlCol="0">
            <a:spAutoFit/>
          </a:bodyPr>
          <a:lstStyle>
            <a:lvl1pPr marL="0" indent="0">
              <a:buNone/>
              <a:defRPr lang="en-GB" sz="1200" b="1" spc="300" dirty="0" smtClean="0">
                <a:solidFill>
                  <a:schemeClr val="accent6">
                    <a:lumMod val="60000"/>
                    <a:lumOff val="40000"/>
                  </a:schemeClr>
                </a:solidFill>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MONTH, YEAR</a:t>
            </a:r>
          </a:p>
        </p:txBody>
      </p:sp>
      <p:pic>
        <p:nvPicPr>
          <p:cNvPr id="14" name="Picture 13">
            <a:extLst>
              <a:ext uri="{FF2B5EF4-FFF2-40B4-BE49-F238E27FC236}">
                <a16:creationId xmlns:a16="http://schemas.microsoft.com/office/drawing/2014/main" id="{53FFA692-EBF3-DE8B-12C2-4B985B93C6B9}"/>
              </a:ext>
            </a:extLst>
          </p:cNvPr>
          <p:cNvPicPr>
            <a:picLocks noChangeAspect="1"/>
          </p:cNvPicPr>
          <p:nvPr userDrawn="1"/>
        </p:nvPicPr>
        <p:blipFill>
          <a:blip r:embed="rId4"/>
          <a:srcRect/>
          <a:stretch/>
        </p:blipFill>
        <p:spPr>
          <a:xfrm>
            <a:off x="5683250" y="0"/>
            <a:ext cx="6508750" cy="6858000"/>
          </a:xfrm>
          <a:prstGeom prst="rect">
            <a:avLst/>
          </a:prstGeom>
        </p:spPr>
      </p:pic>
      <p:pic>
        <p:nvPicPr>
          <p:cNvPr id="5" name="Picture 4">
            <a:extLst>
              <a:ext uri="{FF2B5EF4-FFF2-40B4-BE49-F238E27FC236}">
                <a16:creationId xmlns:a16="http://schemas.microsoft.com/office/drawing/2014/main" id="{E0B3804E-CBD7-8E88-F8C7-43B8E237184A}"/>
              </a:ext>
            </a:extLst>
          </p:cNvPr>
          <p:cNvPicPr>
            <a:picLocks noChangeAspect="1"/>
          </p:cNvPicPr>
          <p:nvPr userDrawn="1"/>
        </p:nvPicPr>
        <p:blipFill>
          <a:blip r:embed="rId5"/>
          <a:stretch>
            <a:fillRect/>
          </a:stretch>
        </p:blipFill>
        <p:spPr>
          <a:xfrm>
            <a:off x="1019105" y="5094178"/>
            <a:ext cx="1919998" cy="576000"/>
          </a:xfrm>
          <a:prstGeom prst="rect">
            <a:avLst/>
          </a:prstGeom>
        </p:spPr>
      </p:pic>
    </p:spTree>
    <p:extLst>
      <p:ext uri="{BB962C8B-B14F-4D97-AF65-F5344CB8AC3E}">
        <p14:creationId xmlns:p14="http://schemas.microsoft.com/office/powerpoint/2010/main" val="4171117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ver with Splash">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034069-6770-EAF4-E60B-D906DFEC8850}"/>
              </a:ext>
            </a:extLst>
          </p:cNvPr>
          <p:cNvSpPr/>
          <p:nvPr userDrawn="1"/>
        </p:nvSpPr>
        <p:spPr>
          <a:xfrm>
            <a:off x="0" y="0"/>
            <a:ext cx="12192001" cy="6858000"/>
          </a:xfrm>
          <a:prstGeom prst="rect">
            <a:avLst/>
          </a:prstGeom>
          <a:gradFill>
            <a:gsLst>
              <a:gs pos="100000">
                <a:schemeClr val="bg2"/>
              </a:gs>
              <a:gs pos="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1" y="1155120"/>
            <a:ext cx="3892060" cy="1175359"/>
          </a:xfrm>
        </p:spPr>
        <p:txBody>
          <a:bodyPr anchor="b">
            <a:noAutofit/>
          </a:bodyPr>
          <a:lstStyle>
            <a:lvl1pPr algn="l" defTabSz="914400" rtl="0" eaLnBrk="1" latinLnBrk="0" hangingPunct="1">
              <a:lnSpc>
                <a:spcPct val="90000"/>
              </a:lnSpc>
              <a:spcBef>
                <a:spcPct val="0"/>
              </a:spcBef>
              <a:buNone/>
              <a:defRPr lang="en-US" sz="36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5"/>
            <a:ext cx="3892060" cy="656746"/>
          </a:xfrm>
        </p:spPr>
        <p:txBody>
          <a:bodyPr>
            <a:noAutofit/>
          </a:bodyPr>
          <a:lstStyle>
            <a:lvl1pPr marL="0" indent="0" algn="l">
              <a:lnSpc>
                <a:spcPct val="100000"/>
              </a:lnSpc>
              <a:buNone/>
              <a:defRPr sz="1600" b="0" i="0">
                <a:latin typeface="Manrop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7" name="Graphic 6">
            <a:extLst>
              <a:ext uri="{FF2B5EF4-FFF2-40B4-BE49-F238E27FC236}">
                <a16:creationId xmlns:a16="http://schemas.microsoft.com/office/drawing/2014/main" id="{6BFFE00F-7FFB-78E8-3B95-117376FFBF3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9260" y="5256416"/>
            <a:ext cx="2189494" cy="394109"/>
          </a:xfrm>
          <a:prstGeom prst="rect">
            <a:avLst/>
          </a:prstGeom>
        </p:spPr>
      </p:pic>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1" y="3624332"/>
            <a:ext cx="1633781" cy="258532"/>
          </a:xfrm>
          <a:noFill/>
        </p:spPr>
        <p:txBody>
          <a:bodyPr wrap="none" rtlCol="0">
            <a:spAutoFit/>
          </a:bodyPr>
          <a:lstStyle>
            <a:lvl1pPr marL="0" indent="0">
              <a:buNone/>
              <a:defRPr lang="en-GB" sz="1200" b="1" spc="300" dirty="0" smtClean="0">
                <a:solidFill>
                  <a:schemeClr val="accent6">
                    <a:lumMod val="60000"/>
                    <a:lumOff val="40000"/>
                  </a:schemeClr>
                </a:solidFill>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MONTH, YEAR</a:t>
            </a:r>
          </a:p>
        </p:txBody>
      </p:sp>
      <p:sp>
        <p:nvSpPr>
          <p:cNvPr id="5" name="Picture Placeholder 4">
            <a:extLst>
              <a:ext uri="{FF2B5EF4-FFF2-40B4-BE49-F238E27FC236}">
                <a16:creationId xmlns:a16="http://schemas.microsoft.com/office/drawing/2014/main" id="{08CCD0A7-0CD4-997A-1174-671DC0A6BD4F}"/>
              </a:ext>
            </a:extLst>
          </p:cNvPr>
          <p:cNvSpPr>
            <a:spLocks noGrp="1"/>
          </p:cNvSpPr>
          <p:nvPr>
            <p:ph type="pic" sz="quarter" idx="11"/>
          </p:nvPr>
        </p:nvSpPr>
        <p:spPr>
          <a:xfrm>
            <a:off x="6304354" y="1023143"/>
            <a:ext cx="5157787" cy="4811713"/>
          </a:xfrm>
        </p:spPr>
        <p:txBody>
          <a:bodyPr/>
          <a:lstStyle/>
          <a:p>
            <a:endParaRPr lang="en-US"/>
          </a:p>
        </p:txBody>
      </p:sp>
      <p:pic>
        <p:nvPicPr>
          <p:cNvPr id="4" name="Picture 3">
            <a:extLst>
              <a:ext uri="{FF2B5EF4-FFF2-40B4-BE49-F238E27FC236}">
                <a16:creationId xmlns:a16="http://schemas.microsoft.com/office/drawing/2014/main" id="{00552280-0F90-2356-4C65-5C7DFE4BBE70}"/>
              </a:ext>
            </a:extLst>
          </p:cNvPr>
          <p:cNvPicPr>
            <a:picLocks noChangeAspect="1"/>
          </p:cNvPicPr>
          <p:nvPr userDrawn="1"/>
        </p:nvPicPr>
        <p:blipFill>
          <a:blip r:embed="rId4"/>
          <a:stretch>
            <a:fillRect/>
          </a:stretch>
        </p:blipFill>
        <p:spPr>
          <a:xfrm>
            <a:off x="1019105" y="5094178"/>
            <a:ext cx="1919998" cy="576000"/>
          </a:xfrm>
          <a:prstGeom prst="rect">
            <a:avLst/>
          </a:prstGeom>
        </p:spPr>
      </p:pic>
    </p:spTree>
    <p:extLst>
      <p:ext uri="{BB962C8B-B14F-4D97-AF65-F5344CB8AC3E}">
        <p14:creationId xmlns:p14="http://schemas.microsoft.com/office/powerpoint/2010/main" val="298183569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Sing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971919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Single Colum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A26F34-5333-EAF9-C3B2-103B400E8BDE}"/>
              </a:ext>
            </a:extLst>
          </p:cNvPr>
          <p:cNvSpPr/>
          <p:nvPr userDrawn="1"/>
        </p:nvSpPr>
        <p:spPr>
          <a:xfrm flipH="1">
            <a:off x="0" y="0"/>
            <a:ext cx="4302177" cy="6858000"/>
          </a:xfrm>
          <a:prstGeom prst="rect">
            <a:avLst/>
          </a:prstGeom>
          <a:solidFill>
            <a:schemeClr val="accent6">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31525" y="2109866"/>
            <a:ext cx="3239125" cy="2638268"/>
          </a:xfrm>
        </p:spPr>
        <p:txBody>
          <a:bodyP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126636" y="794479"/>
            <a:ext cx="6227163" cy="538248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05896348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Single Column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67B83FA-2CD5-F995-89FE-0CC8F2A652DC}"/>
              </a:ext>
            </a:extLst>
          </p:cNvPr>
          <p:cNvSpPr/>
          <p:nvPr userDrawn="1"/>
        </p:nvSpPr>
        <p:spPr>
          <a:xfrm flipH="1">
            <a:off x="-1" y="0"/>
            <a:ext cx="6096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hasCustomPrompt="1"/>
          </p:nvPr>
        </p:nvSpPr>
        <p:spPr>
          <a:xfrm>
            <a:off x="838200" y="1955150"/>
            <a:ext cx="4498298" cy="2947700"/>
          </a:xfrm>
        </p:spPr>
        <p:txBody>
          <a:bodyPr>
            <a:normAutofit/>
          </a:bodyPr>
          <a:lstStyle>
            <a:lvl1pPr algn="ctr" defTabSz="914400" rtl="0" eaLnBrk="1" latinLnBrk="0" hangingPunct="1">
              <a:lnSpc>
                <a:spcPct val="90000"/>
              </a:lnSpc>
              <a:spcBef>
                <a:spcPct val="0"/>
              </a:spcBef>
              <a:buNone/>
              <a:defRPr lang="en-US" sz="2800" b="1" i="0" kern="1200" baseline="0" dirty="0">
                <a:solidFill>
                  <a:schemeClr val="bg1"/>
                </a:solidFill>
                <a:latin typeface="Playfair Display Black" pitchFamily="2" charset="77"/>
                <a:ea typeface="+mj-ea"/>
                <a:cs typeface="+mj-cs"/>
              </a:defRPr>
            </a:lvl1pPr>
          </a:lstStyle>
          <a:p>
            <a:r>
              <a:rPr lang="en-GB"/>
              <a:t>Title goes here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6790543" y="749508"/>
            <a:ext cx="4781863" cy="542745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3374113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Doub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0"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5" name="Straight Connector 4">
            <a:extLst>
              <a:ext uri="{FF2B5EF4-FFF2-40B4-BE49-F238E27FC236}">
                <a16:creationId xmlns:a16="http://schemas.microsoft.com/office/drawing/2014/main" id="{42686399-894F-E025-9C24-1F307B5567D7}"/>
              </a:ext>
            </a:extLst>
          </p:cNvPr>
          <p:cNvCxnSpPr/>
          <p:nvPr userDrawn="1"/>
        </p:nvCxnSpPr>
        <p:spPr>
          <a:xfrm>
            <a:off x="6096000" y="1634836"/>
            <a:ext cx="0" cy="4738255"/>
          </a:xfrm>
          <a:prstGeom prst="line">
            <a:avLst/>
          </a:prstGeom>
          <a:ln w="12700">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594700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Double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09" y="597877"/>
            <a:ext cx="2968450" cy="736844"/>
          </a:xfrm>
        </p:spPr>
        <p:txBody>
          <a:bodyPr>
            <a:noAutofit/>
          </a:bodyPr>
          <a:lstStyle>
            <a:lvl1pPr algn="l"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034321"/>
            <a:ext cx="4897582" cy="52614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8" y="504029"/>
            <a:ext cx="1324402" cy="286232"/>
          </a:xfrm>
          <a:solidFill>
            <a:schemeClr val="accent1"/>
          </a:solidFill>
        </p:spPr>
        <p:txBody>
          <a:bodyPr wrap="none" rtlCol="0">
            <a:spAutoFit/>
          </a:bodyPr>
          <a:lstStyle>
            <a:lvl1pPr marL="0" indent="0">
              <a:buNone/>
              <a:defRPr lang="en-GB" sz="1400" b="1" spc="300" dirty="0" smtClean="0">
                <a:solidFill>
                  <a:schemeClr val="bg1"/>
                </a:solidFill>
              </a:defRPr>
            </a:lvl1pPr>
          </a:lstStyle>
          <a:p>
            <a:pPr marL="0" lvl="0"/>
            <a:r>
              <a:rPr lang="en-GB"/>
              <a:t>SUBTITLE</a:t>
            </a:r>
          </a:p>
        </p:txBody>
      </p:sp>
    </p:spTree>
    <p:extLst>
      <p:ext uri="{BB962C8B-B14F-4D97-AF65-F5344CB8AC3E}">
        <p14:creationId xmlns:p14="http://schemas.microsoft.com/office/powerpoint/2010/main" val="119275142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09" y="597877"/>
            <a:ext cx="2968450" cy="736844"/>
          </a:xfrm>
        </p:spPr>
        <p:txBody>
          <a:bodyPr>
            <a:noAutofit/>
          </a:bodyPr>
          <a:lstStyle>
            <a:lvl1pPr algn="l"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791221"/>
            <a:ext cx="5318248" cy="450452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8" y="504029"/>
            <a:ext cx="1723549" cy="286232"/>
          </a:xfrm>
          <a:solidFill>
            <a:schemeClr val="accent1"/>
          </a:solidFill>
        </p:spPr>
        <p:txBody>
          <a:bodyPr wrap="none" rtlCol="0">
            <a:spAutoFit/>
          </a:bodyPr>
          <a:lstStyle>
            <a:lvl1pPr marL="0" indent="0">
              <a:buNone/>
              <a:defRPr lang="en-GB" sz="1400" b="1" spc="300" dirty="0" smtClean="0">
                <a:solidFill>
                  <a:schemeClr val="bg1"/>
                </a:solidFill>
              </a:defRPr>
            </a:lvl1pPr>
          </a:lstStyle>
          <a:p>
            <a:pPr marL="0" lvl="0"/>
            <a:r>
              <a:rPr lang="en-GB"/>
              <a:t>CHART TITLE</a:t>
            </a:r>
          </a:p>
        </p:txBody>
      </p:sp>
      <p:sp>
        <p:nvSpPr>
          <p:cNvPr id="7" name="Text Placeholder 6">
            <a:extLst>
              <a:ext uri="{FF2B5EF4-FFF2-40B4-BE49-F238E27FC236}">
                <a16:creationId xmlns:a16="http://schemas.microsoft.com/office/drawing/2014/main" id="{FB14B82B-F262-B42D-F5D3-9D8B4B104A65}"/>
              </a:ext>
            </a:extLst>
          </p:cNvPr>
          <p:cNvSpPr>
            <a:spLocks noGrp="1"/>
          </p:cNvSpPr>
          <p:nvPr>
            <p:ph type="body" sz="quarter" idx="13"/>
          </p:nvPr>
        </p:nvSpPr>
        <p:spPr>
          <a:xfrm>
            <a:off x="6456219" y="1001713"/>
            <a:ext cx="5318247" cy="51435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5120728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ards">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Content Placeholder 5">
            <a:extLst>
              <a:ext uri="{FF2B5EF4-FFF2-40B4-BE49-F238E27FC236}">
                <a16:creationId xmlns:a16="http://schemas.microsoft.com/office/drawing/2014/main" id="{5D153EE1-8D13-4C4C-C95A-ED942D2CF8EE}"/>
              </a:ext>
            </a:extLst>
          </p:cNvPr>
          <p:cNvSpPr>
            <a:spLocks noGrp="1"/>
          </p:cNvSpPr>
          <p:nvPr>
            <p:ph sz="quarter" idx="10"/>
          </p:nvPr>
        </p:nvSpPr>
        <p:spPr>
          <a:xfrm>
            <a:off x="769468" y="2731721"/>
            <a:ext cx="1940169" cy="3294063"/>
          </a:xfrm>
          <a:ln>
            <a:solidFill>
              <a:schemeClr val="accent6">
                <a:lumMod val="60000"/>
                <a:lumOff val="40000"/>
              </a:schemeClr>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0" name="Content Placeholder 5">
            <a:extLst>
              <a:ext uri="{FF2B5EF4-FFF2-40B4-BE49-F238E27FC236}">
                <a16:creationId xmlns:a16="http://schemas.microsoft.com/office/drawing/2014/main" id="{148ECB8C-374E-AA81-A937-E360703F5A19}"/>
              </a:ext>
            </a:extLst>
          </p:cNvPr>
          <p:cNvSpPr>
            <a:spLocks noGrp="1"/>
          </p:cNvSpPr>
          <p:nvPr>
            <p:ph sz="quarter" idx="11"/>
          </p:nvPr>
        </p:nvSpPr>
        <p:spPr>
          <a:xfrm>
            <a:off x="2938237" y="2731721"/>
            <a:ext cx="1940169" cy="3294063"/>
          </a:xfrm>
          <a:ln>
            <a:solidFill>
              <a:schemeClr val="accent6">
                <a:lumMod val="60000"/>
                <a:lumOff val="40000"/>
              </a:schemeClr>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505B1693-20A9-0E47-F38E-BB8AC825C1A6}"/>
              </a:ext>
            </a:extLst>
          </p:cNvPr>
          <p:cNvSpPr>
            <a:spLocks noGrp="1"/>
          </p:cNvSpPr>
          <p:nvPr>
            <p:ph sz="quarter" idx="12"/>
          </p:nvPr>
        </p:nvSpPr>
        <p:spPr>
          <a:xfrm>
            <a:off x="5107006" y="2731721"/>
            <a:ext cx="1940169" cy="3294063"/>
          </a:xfrm>
          <a:ln>
            <a:solidFill>
              <a:schemeClr val="accent6">
                <a:lumMod val="60000"/>
                <a:lumOff val="40000"/>
              </a:schemeClr>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2" name="Content Placeholder 5">
            <a:extLst>
              <a:ext uri="{FF2B5EF4-FFF2-40B4-BE49-F238E27FC236}">
                <a16:creationId xmlns:a16="http://schemas.microsoft.com/office/drawing/2014/main" id="{E7219F50-43CF-2222-81E5-6D90295DD88D}"/>
              </a:ext>
            </a:extLst>
          </p:cNvPr>
          <p:cNvSpPr>
            <a:spLocks noGrp="1"/>
          </p:cNvSpPr>
          <p:nvPr>
            <p:ph sz="quarter" idx="13"/>
          </p:nvPr>
        </p:nvSpPr>
        <p:spPr>
          <a:xfrm>
            <a:off x="7275775" y="2731721"/>
            <a:ext cx="1940169" cy="3294063"/>
          </a:xfrm>
          <a:ln>
            <a:solidFill>
              <a:schemeClr val="accent6">
                <a:lumMod val="60000"/>
                <a:lumOff val="40000"/>
              </a:schemeClr>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BDC33F88-CCFB-40BC-129B-6D9B539904DD}"/>
              </a:ext>
            </a:extLst>
          </p:cNvPr>
          <p:cNvSpPr>
            <a:spLocks noGrp="1"/>
          </p:cNvSpPr>
          <p:nvPr>
            <p:ph sz="quarter" idx="14"/>
          </p:nvPr>
        </p:nvSpPr>
        <p:spPr>
          <a:xfrm>
            <a:off x="9444544" y="2731720"/>
            <a:ext cx="1940169" cy="3294063"/>
          </a:xfrm>
          <a:ln>
            <a:solidFill>
              <a:schemeClr val="accent6">
                <a:lumMod val="60000"/>
                <a:lumOff val="40000"/>
              </a:schemeClr>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39" y="1313230"/>
            <a:ext cx="10515600" cy="736844"/>
          </a:xfrm>
        </p:spPr>
        <p:txBody>
          <a:bodyPr>
            <a:noAutofit/>
          </a:bodyPr>
          <a:lstStyle>
            <a:lvl1pPr marL="0" indent="0" algn="ctr">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30281769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ards with icons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39" y="1313230"/>
            <a:ext cx="10515600" cy="503847"/>
          </a:xfrm>
        </p:spPr>
        <p:txBody>
          <a:bodyPr>
            <a:noAutofit/>
          </a:bodyPr>
          <a:lstStyle>
            <a:lvl1pPr marL="0" indent="0" algn="ctr">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3" name="Oval 2">
            <a:extLst>
              <a:ext uri="{FF2B5EF4-FFF2-40B4-BE49-F238E27FC236}">
                <a16:creationId xmlns:a16="http://schemas.microsoft.com/office/drawing/2014/main" id="{EE227378-E5F7-F46C-5089-FAC5D8568E7C}"/>
              </a:ext>
            </a:extLst>
          </p:cNvPr>
          <p:cNvSpPr/>
          <p:nvPr userDrawn="1"/>
        </p:nvSpPr>
        <p:spPr>
          <a:xfrm>
            <a:off x="1212013" y="2368199"/>
            <a:ext cx="1055077" cy="1055077"/>
          </a:xfrm>
          <a:prstGeom prst="ellipse">
            <a:avLst/>
          </a:prstGeom>
          <a:solidFill>
            <a:schemeClr val="tx1"/>
          </a:solidFill>
          <a:ln>
            <a:solidFill>
              <a:schemeClr val="accent6">
                <a:lumMod val="60000"/>
                <a:lumOff val="40000"/>
              </a:schemeClr>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4" name="Oval 3">
            <a:extLst>
              <a:ext uri="{FF2B5EF4-FFF2-40B4-BE49-F238E27FC236}">
                <a16:creationId xmlns:a16="http://schemas.microsoft.com/office/drawing/2014/main" id="{A0FA4B6E-0038-28ED-8935-135AFA4CE8A9}"/>
              </a:ext>
            </a:extLst>
          </p:cNvPr>
          <p:cNvSpPr/>
          <p:nvPr userDrawn="1"/>
        </p:nvSpPr>
        <p:spPr>
          <a:xfrm>
            <a:off x="7718320" y="2368199"/>
            <a:ext cx="1055077" cy="1055077"/>
          </a:xfrm>
          <a:prstGeom prst="ellipse">
            <a:avLst/>
          </a:prstGeom>
          <a:solidFill>
            <a:schemeClr val="tx1"/>
          </a:solidFill>
          <a:ln>
            <a:solidFill>
              <a:schemeClr val="accent6">
                <a:lumMod val="60000"/>
                <a:lumOff val="40000"/>
              </a:schemeClr>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5" name="Oval 4">
            <a:extLst>
              <a:ext uri="{FF2B5EF4-FFF2-40B4-BE49-F238E27FC236}">
                <a16:creationId xmlns:a16="http://schemas.microsoft.com/office/drawing/2014/main" id="{54550CAB-8324-28E9-70B4-BA00A99A3235}"/>
              </a:ext>
            </a:extLst>
          </p:cNvPr>
          <p:cNvSpPr/>
          <p:nvPr userDrawn="1"/>
        </p:nvSpPr>
        <p:spPr>
          <a:xfrm>
            <a:off x="3380782" y="2368199"/>
            <a:ext cx="1055077" cy="1055077"/>
          </a:xfrm>
          <a:prstGeom prst="ellipse">
            <a:avLst/>
          </a:prstGeom>
          <a:solidFill>
            <a:schemeClr val="tx1"/>
          </a:solidFill>
          <a:ln>
            <a:solidFill>
              <a:schemeClr val="accent6">
                <a:lumMod val="60000"/>
                <a:lumOff val="40000"/>
              </a:schemeClr>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7" name="Oval 6">
            <a:extLst>
              <a:ext uri="{FF2B5EF4-FFF2-40B4-BE49-F238E27FC236}">
                <a16:creationId xmlns:a16="http://schemas.microsoft.com/office/drawing/2014/main" id="{93DA1F57-B025-EBB0-B2C6-805D0560752D}"/>
              </a:ext>
            </a:extLst>
          </p:cNvPr>
          <p:cNvSpPr/>
          <p:nvPr userDrawn="1"/>
        </p:nvSpPr>
        <p:spPr>
          <a:xfrm>
            <a:off x="5549551" y="2368199"/>
            <a:ext cx="1055077" cy="1055077"/>
          </a:xfrm>
          <a:prstGeom prst="ellipse">
            <a:avLst/>
          </a:prstGeom>
          <a:solidFill>
            <a:schemeClr val="tx1"/>
          </a:solidFill>
          <a:ln>
            <a:solidFill>
              <a:schemeClr val="accent6">
                <a:lumMod val="60000"/>
                <a:lumOff val="40000"/>
              </a:schemeClr>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8" name="Oval 7">
            <a:extLst>
              <a:ext uri="{FF2B5EF4-FFF2-40B4-BE49-F238E27FC236}">
                <a16:creationId xmlns:a16="http://schemas.microsoft.com/office/drawing/2014/main" id="{6230CF9E-31AF-DD4A-3F71-D023F3D652CB}"/>
              </a:ext>
            </a:extLst>
          </p:cNvPr>
          <p:cNvSpPr/>
          <p:nvPr userDrawn="1"/>
        </p:nvSpPr>
        <p:spPr>
          <a:xfrm>
            <a:off x="9887089" y="2368199"/>
            <a:ext cx="1055077" cy="1055077"/>
          </a:xfrm>
          <a:prstGeom prst="ellipse">
            <a:avLst/>
          </a:prstGeom>
          <a:solidFill>
            <a:schemeClr val="tx1"/>
          </a:solidFill>
          <a:ln>
            <a:solidFill>
              <a:schemeClr val="accent6">
                <a:lumMod val="60000"/>
                <a:lumOff val="40000"/>
              </a:schemeClr>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9" name="Content Placeholder 5">
            <a:extLst>
              <a:ext uri="{FF2B5EF4-FFF2-40B4-BE49-F238E27FC236}">
                <a16:creationId xmlns:a16="http://schemas.microsoft.com/office/drawing/2014/main" id="{86E6D084-5A52-0A3A-918A-208EB7A3B4CD}"/>
              </a:ext>
            </a:extLst>
          </p:cNvPr>
          <p:cNvSpPr>
            <a:spLocks noGrp="1"/>
          </p:cNvSpPr>
          <p:nvPr>
            <p:ph sz="quarter" idx="10"/>
          </p:nvPr>
        </p:nvSpPr>
        <p:spPr>
          <a:xfrm>
            <a:off x="769468" y="3544866"/>
            <a:ext cx="1940169" cy="2931854"/>
          </a:xfrm>
          <a:ln>
            <a:solidFill>
              <a:schemeClr val="accent6">
                <a:lumMod val="60000"/>
                <a:lumOff val="40000"/>
              </a:schemeClr>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6" name="Content Placeholder 5">
            <a:extLst>
              <a:ext uri="{FF2B5EF4-FFF2-40B4-BE49-F238E27FC236}">
                <a16:creationId xmlns:a16="http://schemas.microsoft.com/office/drawing/2014/main" id="{DC4DA439-89DD-0D21-0BD5-BE99285C5442}"/>
              </a:ext>
            </a:extLst>
          </p:cNvPr>
          <p:cNvSpPr>
            <a:spLocks noGrp="1"/>
          </p:cNvSpPr>
          <p:nvPr>
            <p:ph sz="quarter" idx="11"/>
          </p:nvPr>
        </p:nvSpPr>
        <p:spPr>
          <a:xfrm>
            <a:off x="2938237" y="3544866"/>
            <a:ext cx="1940169" cy="2931854"/>
          </a:xfrm>
          <a:ln>
            <a:solidFill>
              <a:schemeClr val="accent6">
                <a:lumMod val="60000"/>
                <a:lumOff val="40000"/>
              </a:schemeClr>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7" name="Content Placeholder 5">
            <a:extLst>
              <a:ext uri="{FF2B5EF4-FFF2-40B4-BE49-F238E27FC236}">
                <a16:creationId xmlns:a16="http://schemas.microsoft.com/office/drawing/2014/main" id="{4C56B25C-B293-091E-82C2-6018E8A5289A}"/>
              </a:ext>
            </a:extLst>
          </p:cNvPr>
          <p:cNvSpPr>
            <a:spLocks noGrp="1"/>
          </p:cNvSpPr>
          <p:nvPr>
            <p:ph sz="quarter" idx="12"/>
          </p:nvPr>
        </p:nvSpPr>
        <p:spPr>
          <a:xfrm>
            <a:off x="5107006" y="3544866"/>
            <a:ext cx="1940169" cy="2931854"/>
          </a:xfrm>
          <a:ln>
            <a:solidFill>
              <a:schemeClr val="accent6">
                <a:lumMod val="60000"/>
                <a:lumOff val="40000"/>
              </a:schemeClr>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8" name="Content Placeholder 5">
            <a:extLst>
              <a:ext uri="{FF2B5EF4-FFF2-40B4-BE49-F238E27FC236}">
                <a16:creationId xmlns:a16="http://schemas.microsoft.com/office/drawing/2014/main" id="{AA16CF04-3079-7948-01A4-F5CC3722FE8A}"/>
              </a:ext>
            </a:extLst>
          </p:cNvPr>
          <p:cNvSpPr>
            <a:spLocks noGrp="1"/>
          </p:cNvSpPr>
          <p:nvPr>
            <p:ph sz="quarter" idx="13"/>
          </p:nvPr>
        </p:nvSpPr>
        <p:spPr>
          <a:xfrm>
            <a:off x="7275775" y="3544866"/>
            <a:ext cx="1940169" cy="2931854"/>
          </a:xfrm>
          <a:ln>
            <a:solidFill>
              <a:schemeClr val="accent6">
                <a:lumMod val="60000"/>
                <a:lumOff val="40000"/>
              </a:schemeClr>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9" name="Content Placeholder 5">
            <a:extLst>
              <a:ext uri="{FF2B5EF4-FFF2-40B4-BE49-F238E27FC236}">
                <a16:creationId xmlns:a16="http://schemas.microsoft.com/office/drawing/2014/main" id="{B7C99060-24D1-23D0-903F-6D2263FFAB3B}"/>
              </a:ext>
            </a:extLst>
          </p:cNvPr>
          <p:cNvSpPr>
            <a:spLocks noGrp="1"/>
          </p:cNvSpPr>
          <p:nvPr>
            <p:ph sz="quarter" idx="14"/>
          </p:nvPr>
        </p:nvSpPr>
        <p:spPr>
          <a:xfrm>
            <a:off x="9444544" y="3544865"/>
            <a:ext cx="1940169" cy="2931854"/>
          </a:xfrm>
          <a:ln>
            <a:solidFill>
              <a:schemeClr val="accent6">
                <a:lumMod val="60000"/>
                <a:lumOff val="40000"/>
              </a:schemeClr>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12846317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ards with icons (2)">
    <p:spTree>
      <p:nvGrpSpPr>
        <p:cNvPr id="1" name=""/>
        <p:cNvGrpSpPr/>
        <p:nvPr/>
      </p:nvGrpSpPr>
      <p:grpSpPr>
        <a:xfrm>
          <a:off x="0" y="0"/>
          <a:ext cx="0" cy="0"/>
          <a:chOff x="0" y="0"/>
          <a:chExt cx="0" cy="0"/>
        </a:xfrm>
      </p:grpSpPr>
      <p:sp>
        <p:nvSpPr>
          <p:cNvPr id="2" name="Content Placeholder 5">
            <a:extLst>
              <a:ext uri="{FF2B5EF4-FFF2-40B4-BE49-F238E27FC236}">
                <a16:creationId xmlns:a16="http://schemas.microsoft.com/office/drawing/2014/main" id="{6FCA3AD0-8EDD-2D99-0D31-D3637D2B27EC}"/>
              </a:ext>
            </a:extLst>
          </p:cNvPr>
          <p:cNvSpPr>
            <a:spLocks noGrp="1"/>
          </p:cNvSpPr>
          <p:nvPr>
            <p:ph sz="quarter" idx="10" hasCustomPrompt="1"/>
          </p:nvPr>
        </p:nvSpPr>
        <p:spPr>
          <a:xfrm>
            <a:off x="5107005" y="1199165"/>
            <a:ext cx="988995" cy="957881"/>
          </a:xfrm>
          <a:solidFill>
            <a:schemeClr val="tx1"/>
          </a:solidFill>
          <a:ln>
            <a:solidFill>
              <a:schemeClr val="accent6">
                <a:lumMod val="60000"/>
                <a:lumOff val="40000"/>
              </a:schemeClr>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3" name="Rectangle 2">
            <a:extLst>
              <a:ext uri="{FF2B5EF4-FFF2-40B4-BE49-F238E27FC236}">
                <a16:creationId xmlns:a16="http://schemas.microsoft.com/office/drawing/2014/main" id="{62CA1A88-F25D-3DD9-9E1B-540555265B0F}"/>
              </a:ext>
            </a:extLst>
          </p:cNvPr>
          <p:cNvSpPr/>
          <p:nvPr userDrawn="1"/>
        </p:nvSpPr>
        <p:spPr>
          <a:xfrm flipH="1">
            <a:off x="0" y="0"/>
            <a:ext cx="4305600" cy="6858000"/>
          </a:xfrm>
          <a:prstGeom prst="rect">
            <a:avLst/>
          </a:prstGeom>
          <a:solidFill>
            <a:schemeClr val="bg2">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4" name="Text Placeholder 11">
            <a:extLst>
              <a:ext uri="{FF2B5EF4-FFF2-40B4-BE49-F238E27FC236}">
                <a16:creationId xmlns:a16="http://schemas.microsoft.com/office/drawing/2014/main" id="{74B809DE-59BD-C2A1-461F-5915AA9A5864}"/>
              </a:ext>
            </a:extLst>
          </p:cNvPr>
          <p:cNvSpPr>
            <a:spLocks noGrp="1"/>
          </p:cNvSpPr>
          <p:nvPr>
            <p:ph type="body" sz="quarter" idx="12" hasCustomPrompt="1"/>
          </p:nvPr>
        </p:nvSpPr>
        <p:spPr>
          <a:xfrm>
            <a:off x="5107005" y="562645"/>
            <a:ext cx="1324402" cy="286232"/>
          </a:xfrm>
          <a:solidFill>
            <a:schemeClr val="accent1"/>
          </a:solidFill>
        </p:spPr>
        <p:txBody>
          <a:bodyPr wrap="none" rtlCol="0">
            <a:spAutoFit/>
          </a:bodyPr>
          <a:lstStyle>
            <a:lvl1pPr marL="0" indent="0">
              <a:buNone/>
              <a:defRPr lang="en-GB" sz="1400" b="1" spc="300" dirty="0" smtClean="0">
                <a:solidFill>
                  <a:schemeClr val="bg1"/>
                </a:solidFill>
              </a:defRPr>
            </a:lvl1pPr>
          </a:lstStyle>
          <a:p>
            <a:pPr marL="0" lvl="0"/>
            <a:r>
              <a:rPr lang="en-GB"/>
              <a:t>SUBTITLE</a:t>
            </a:r>
          </a:p>
        </p:txBody>
      </p:sp>
      <p:sp>
        <p:nvSpPr>
          <p:cNvPr id="5" name="Content Placeholder 5">
            <a:extLst>
              <a:ext uri="{FF2B5EF4-FFF2-40B4-BE49-F238E27FC236}">
                <a16:creationId xmlns:a16="http://schemas.microsoft.com/office/drawing/2014/main" id="{265E3F02-DE61-F2E4-00A4-BFC0ED9AE7D2}"/>
              </a:ext>
            </a:extLst>
          </p:cNvPr>
          <p:cNvSpPr>
            <a:spLocks noGrp="1"/>
          </p:cNvSpPr>
          <p:nvPr>
            <p:ph sz="quarter" idx="13"/>
          </p:nvPr>
        </p:nvSpPr>
        <p:spPr>
          <a:xfrm>
            <a:off x="6255866" y="1199164"/>
            <a:ext cx="5162411" cy="957881"/>
          </a:xfrm>
          <a:ln>
            <a:solidFill>
              <a:schemeClr val="accent6">
                <a:lumMod val="60000"/>
                <a:lumOff val="40000"/>
              </a:schemeClr>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6" name="Title 5">
            <a:extLst>
              <a:ext uri="{FF2B5EF4-FFF2-40B4-BE49-F238E27FC236}">
                <a16:creationId xmlns:a16="http://schemas.microsoft.com/office/drawing/2014/main" id="{7454EEC0-AF35-F3EE-65A0-D5BCA40B426D}"/>
              </a:ext>
            </a:extLst>
          </p:cNvPr>
          <p:cNvSpPr>
            <a:spLocks noGrp="1"/>
          </p:cNvSpPr>
          <p:nvPr>
            <p:ph type="title"/>
          </p:nvPr>
        </p:nvSpPr>
        <p:spPr>
          <a:xfrm>
            <a:off x="578977" y="3060578"/>
            <a:ext cx="3147646" cy="736844"/>
          </a:xfrm>
        </p:spPr>
        <p:txBody>
          <a:bodyPr>
            <a:no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7" name="Content Placeholder 5">
            <a:extLst>
              <a:ext uri="{FF2B5EF4-FFF2-40B4-BE49-F238E27FC236}">
                <a16:creationId xmlns:a16="http://schemas.microsoft.com/office/drawing/2014/main" id="{E2A4315C-D942-CC31-0941-2565589D34C1}"/>
              </a:ext>
            </a:extLst>
          </p:cNvPr>
          <p:cNvSpPr>
            <a:spLocks noGrp="1"/>
          </p:cNvSpPr>
          <p:nvPr>
            <p:ph sz="quarter" idx="14" hasCustomPrompt="1"/>
          </p:nvPr>
        </p:nvSpPr>
        <p:spPr>
          <a:xfrm>
            <a:off x="5107005" y="2266098"/>
            <a:ext cx="988995" cy="957881"/>
          </a:xfrm>
          <a:solidFill>
            <a:schemeClr val="tx1"/>
          </a:solidFill>
          <a:ln>
            <a:solidFill>
              <a:schemeClr val="accent6">
                <a:lumMod val="60000"/>
                <a:lumOff val="40000"/>
              </a:schemeClr>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8" name="Content Placeholder 5">
            <a:extLst>
              <a:ext uri="{FF2B5EF4-FFF2-40B4-BE49-F238E27FC236}">
                <a16:creationId xmlns:a16="http://schemas.microsoft.com/office/drawing/2014/main" id="{CCCDB590-0FD1-9D69-EEF2-083D0E1AE1E1}"/>
              </a:ext>
            </a:extLst>
          </p:cNvPr>
          <p:cNvSpPr>
            <a:spLocks noGrp="1"/>
          </p:cNvSpPr>
          <p:nvPr>
            <p:ph sz="quarter" idx="15"/>
          </p:nvPr>
        </p:nvSpPr>
        <p:spPr>
          <a:xfrm>
            <a:off x="6255866" y="2266097"/>
            <a:ext cx="5162411" cy="957881"/>
          </a:xfrm>
          <a:ln>
            <a:solidFill>
              <a:schemeClr val="accent6">
                <a:lumMod val="60000"/>
                <a:lumOff val="40000"/>
              </a:schemeClr>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9" name="Content Placeholder 5">
            <a:extLst>
              <a:ext uri="{FF2B5EF4-FFF2-40B4-BE49-F238E27FC236}">
                <a16:creationId xmlns:a16="http://schemas.microsoft.com/office/drawing/2014/main" id="{1409480A-62D1-5755-D9A7-0767E1BEC49A}"/>
              </a:ext>
            </a:extLst>
          </p:cNvPr>
          <p:cNvSpPr>
            <a:spLocks noGrp="1"/>
          </p:cNvSpPr>
          <p:nvPr>
            <p:ph sz="quarter" idx="16" hasCustomPrompt="1"/>
          </p:nvPr>
        </p:nvSpPr>
        <p:spPr>
          <a:xfrm>
            <a:off x="5107005" y="3333031"/>
            <a:ext cx="988995" cy="957881"/>
          </a:xfrm>
          <a:solidFill>
            <a:schemeClr val="tx1"/>
          </a:solidFill>
          <a:ln>
            <a:solidFill>
              <a:schemeClr val="accent6">
                <a:lumMod val="60000"/>
                <a:lumOff val="40000"/>
              </a:schemeClr>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0" name="Content Placeholder 5">
            <a:extLst>
              <a:ext uri="{FF2B5EF4-FFF2-40B4-BE49-F238E27FC236}">
                <a16:creationId xmlns:a16="http://schemas.microsoft.com/office/drawing/2014/main" id="{12C65410-0144-D02A-0CD5-66C6780F7E65}"/>
              </a:ext>
            </a:extLst>
          </p:cNvPr>
          <p:cNvSpPr>
            <a:spLocks noGrp="1"/>
          </p:cNvSpPr>
          <p:nvPr>
            <p:ph sz="quarter" idx="17"/>
          </p:nvPr>
        </p:nvSpPr>
        <p:spPr>
          <a:xfrm>
            <a:off x="6255866" y="3333030"/>
            <a:ext cx="5162411" cy="957881"/>
          </a:xfrm>
          <a:ln>
            <a:solidFill>
              <a:schemeClr val="accent6">
                <a:lumMod val="60000"/>
                <a:lumOff val="40000"/>
              </a:schemeClr>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DCB11797-3E0D-7630-94F2-36A6006EA6A8}"/>
              </a:ext>
            </a:extLst>
          </p:cNvPr>
          <p:cNvSpPr>
            <a:spLocks noGrp="1"/>
          </p:cNvSpPr>
          <p:nvPr>
            <p:ph sz="quarter" idx="18" hasCustomPrompt="1"/>
          </p:nvPr>
        </p:nvSpPr>
        <p:spPr>
          <a:xfrm>
            <a:off x="5107005" y="4399964"/>
            <a:ext cx="988995" cy="957881"/>
          </a:xfrm>
          <a:solidFill>
            <a:schemeClr val="tx1"/>
          </a:solidFill>
          <a:ln>
            <a:solidFill>
              <a:schemeClr val="accent6">
                <a:lumMod val="60000"/>
                <a:lumOff val="40000"/>
              </a:schemeClr>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2" name="Content Placeholder 5">
            <a:extLst>
              <a:ext uri="{FF2B5EF4-FFF2-40B4-BE49-F238E27FC236}">
                <a16:creationId xmlns:a16="http://schemas.microsoft.com/office/drawing/2014/main" id="{07884FF0-5460-7A70-29EA-D08A8FD57C04}"/>
              </a:ext>
            </a:extLst>
          </p:cNvPr>
          <p:cNvSpPr>
            <a:spLocks noGrp="1"/>
          </p:cNvSpPr>
          <p:nvPr>
            <p:ph sz="quarter" idx="19"/>
          </p:nvPr>
        </p:nvSpPr>
        <p:spPr>
          <a:xfrm>
            <a:off x="6255866" y="4399963"/>
            <a:ext cx="5162411" cy="957881"/>
          </a:xfrm>
          <a:ln>
            <a:solidFill>
              <a:schemeClr val="accent6">
                <a:lumMod val="60000"/>
                <a:lumOff val="40000"/>
              </a:schemeClr>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E278DE42-BAD1-9EDC-B888-FC3F0A689AC4}"/>
              </a:ext>
            </a:extLst>
          </p:cNvPr>
          <p:cNvSpPr>
            <a:spLocks noGrp="1"/>
          </p:cNvSpPr>
          <p:nvPr>
            <p:ph sz="quarter" idx="20" hasCustomPrompt="1"/>
          </p:nvPr>
        </p:nvSpPr>
        <p:spPr>
          <a:xfrm>
            <a:off x="5107004" y="5466896"/>
            <a:ext cx="988995" cy="957881"/>
          </a:xfrm>
          <a:solidFill>
            <a:schemeClr val="tx1"/>
          </a:solidFill>
          <a:ln>
            <a:solidFill>
              <a:schemeClr val="accent6">
                <a:lumMod val="60000"/>
                <a:lumOff val="40000"/>
              </a:schemeClr>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4" name="Content Placeholder 5">
            <a:extLst>
              <a:ext uri="{FF2B5EF4-FFF2-40B4-BE49-F238E27FC236}">
                <a16:creationId xmlns:a16="http://schemas.microsoft.com/office/drawing/2014/main" id="{70F216DB-B780-E3E7-612E-40011894E4EE}"/>
              </a:ext>
            </a:extLst>
          </p:cNvPr>
          <p:cNvSpPr>
            <a:spLocks noGrp="1"/>
          </p:cNvSpPr>
          <p:nvPr>
            <p:ph sz="quarter" idx="21"/>
          </p:nvPr>
        </p:nvSpPr>
        <p:spPr>
          <a:xfrm>
            <a:off x="6255866" y="5466897"/>
            <a:ext cx="5162411" cy="957881"/>
          </a:xfrm>
          <a:ln>
            <a:solidFill>
              <a:schemeClr val="accent6">
                <a:lumMod val="60000"/>
                <a:lumOff val="40000"/>
              </a:schemeClr>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4803430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lide break">
    <p:spTree>
      <p:nvGrpSpPr>
        <p:cNvPr id="1" name=""/>
        <p:cNvGrpSpPr/>
        <p:nvPr/>
      </p:nvGrpSpPr>
      <p:grpSpPr>
        <a:xfrm>
          <a:off x="0" y="0"/>
          <a:ext cx="0" cy="0"/>
          <a:chOff x="0" y="0"/>
          <a:chExt cx="0" cy="0"/>
        </a:xfrm>
      </p:grpSpPr>
      <p:pic>
        <p:nvPicPr>
          <p:cNvPr id="6" name="Picture 5" descr="A grid of lines on a black background&#10;&#10;Description automatically generated">
            <a:extLst>
              <a:ext uri="{FF2B5EF4-FFF2-40B4-BE49-F238E27FC236}">
                <a16:creationId xmlns:a16="http://schemas.microsoft.com/office/drawing/2014/main" id="{D387F483-0E38-82BA-CD06-B08DAF071F59}"/>
              </a:ext>
            </a:extLst>
          </p:cNvPr>
          <p:cNvPicPr/>
          <p:nvPr userDrawn="1"/>
        </p:nvPicPr>
        <p:blipFill rotWithShape="1">
          <a:blip r:embed="rId2">
            <a:duotone>
              <a:prstClr val="black"/>
              <a:schemeClr val="accent4">
                <a:tint val="45000"/>
                <a:satMod val="400000"/>
              </a:schemeClr>
            </a:duotone>
            <a:alphaModFix amt="28000"/>
          </a:blip>
          <a:srcRect l="6511" t="13271" r="4231" b="7756"/>
          <a:stretch/>
        </p:blipFill>
        <p:spPr>
          <a:xfrm>
            <a:off x="0" y="-1"/>
            <a:ext cx="12192000" cy="6858001"/>
          </a:xfrm>
          <a:prstGeom prst="rect">
            <a:avLst/>
          </a:prstGeom>
          <a:effectLst>
            <a:outerShdw blurRad="50800" dist="50800" dir="5400000" sx="1000" sy="1000" algn="ctr" rotWithShape="0">
              <a:srgbClr val="000000"/>
            </a:outerShdw>
          </a:effectLst>
        </p:spPr>
      </p:pic>
      <p:sp>
        <p:nvSpPr>
          <p:cNvPr id="11" name="Title 10">
            <a:extLst>
              <a:ext uri="{FF2B5EF4-FFF2-40B4-BE49-F238E27FC236}">
                <a16:creationId xmlns:a16="http://schemas.microsoft.com/office/drawing/2014/main" id="{80FE4188-D35C-C62E-D6A6-E937C096C154}"/>
              </a:ext>
            </a:extLst>
          </p:cNvPr>
          <p:cNvSpPr>
            <a:spLocks noGrp="1"/>
          </p:cNvSpPr>
          <p:nvPr>
            <p:ph type="title" hasCustomPrompt="1"/>
          </p:nvPr>
        </p:nvSpPr>
        <p:spPr>
          <a:xfrm>
            <a:off x="3140127" y="2592232"/>
            <a:ext cx="5911746" cy="1673537"/>
          </a:xfrm>
        </p:spPr>
        <p:txBody>
          <a:bodyPr>
            <a:noAutofit/>
          </a:bodyPr>
          <a:lstStyle>
            <a:lvl1pPr algn="ctr" defTabSz="914400" rtl="0" eaLnBrk="1" latinLnBrk="0" hangingPunct="1">
              <a:lnSpc>
                <a:spcPct val="90000"/>
              </a:lnSpc>
              <a:spcBef>
                <a:spcPct val="0"/>
              </a:spcBef>
              <a:buNone/>
              <a:defRPr lang="en-US" sz="4800" b="1" i="0" kern="1200" baseline="0" dirty="0">
                <a:solidFill>
                  <a:schemeClr val="tx1"/>
                </a:solidFill>
                <a:latin typeface="Playfair Display Black" pitchFamily="2" charset="77"/>
                <a:ea typeface="+mj-ea"/>
                <a:cs typeface="+mj-cs"/>
              </a:defRPr>
            </a:lvl1pPr>
          </a:lstStyle>
          <a:p>
            <a:r>
              <a:rPr lang="en-GB"/>
              <a:t>Click to edit title </a:t>
            </a:r>
            <a:endParaRPr lang="en-US"/>
          </a:p>
        </p:txBody>
      </p:sp>
    </p:spTree>
    <p:extLst>
      <p:ext uri="{BB962C8B-B14F-4D97-AF65-F5344CB8AC3E}">
        <p14:creationId xmlns:p14="http://schemas.microsoft.com/office/powerpoint/2010/main" val="21955735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1926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5C0A21-A849-72A2-AED2-997B2AC7EE72}"/>
              </a:ext>
            </a:extLst>
          </p:cNvPr>
          <p:cNvSpPr/>
          <p:nvPr userDrawn="1"/>
        </p:nvSpPr>
        <p:spPr>
          <a:xfrm>
            <a:off x="0" y="-1"/>
            <a:ext cx="12192000" cy="4283901"/>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4694A8F-390A-06B0-5CBF-CB34FB5A1FA3}"/>
              </a:ext>
            </a:extLst>
          </p:cNvPr>
          <p:cNvPicPr>
            <a:picLocks noChangeAspect="1"/>
          </p:cNvPicPr>
          <p:nvPr userDrawn="1"/>
        </p:nvPicPr>
        <p:blipFill>
          <a:blip r:embed="rId2"/>
          <a:stretch>
            <a:fillRect/>
          </a:stretch>
        </p:blipFill>
        <p:spPr>
          <a:xfrm>
            <a:off x="2308069" y="2667000"/>
            <a:ext cx="1879600" cy="1524000"/>
          </a:xfrm>
          <a:prstGeom prst="rect">
            <a:avLst/>
          </a:prstGeom>
        </p:spPr>
      </p:pic>
      <p:sp>
        <p:nvSpPr>
          <p:cNvPr id="6" name="Text Placeholder 5">
            <a:extLst>
              <a:ext uri="{FF2B5EF4-FFF2-40B4-BE49-F238E27FC236}">
                <a16:creationId xmlns:a16="http://schemas.microsoft.com/office/drawing/2014/main" id="{C40EA873-EA4E-2207-09FA-ADD1B491ABF7}"/>
              </a:ext>
            </a:extLst>
          </p:cNvPr>
          <p:cNvSpPr>
            <a:spLocks noGrp="1"/>
          </p:cNvSpPr>
          <p:nvPr>
            <p:ph type="body" sz="quarter" idx="10" hasCustomPrompt="1"/>
          </p:nvPr>
        </p:nvSpPr>
        <p:spPr>
          <a:xfrm>
            <a:off x="5186363" y="974725"/>
            <a:ext cx="5395912" cy="3616325"/>
          </a:xfrm>
        </p:spPr>
        <p:txBody>
          <a:bodyPr lIns="216000" tIns="216000" rIns="216000" bIns="216000">
            <a:normAutofit/>
          </a:bodyPr>
          <a:lstStyle>
            <a:lvl1pPr marL="0" indent="0">
              <a:buNone/>
              <a:defRPr lang="en-US" sz="4000" b="1" i="1" kern="1200" baseline="0" dirty="0">
                <a:solidFill>
                  <a:schemeClr val="tx1"/>
                </a:solidFill>
                <a:latin typeface="Playfair Display SemiBold" pitchFamily="2" charset="77"/>
                <a:ea typeface="+mn-ea"/>
                <a:cs typeface="+mn-cs"/>
              </a:defRPr>
            </a:lvl1pPr>
            <a:lvl2pPr marL="457200" indent="0">
              <a:buNone/>
              <a:defRPr b="1" i="1">
                <a:latin typeface="Playfair Display Black" pitchFamily="2" charset="77"/>
              </a:defRPr>
            </a:lvl2pPr>
            <a:lvl3pPr marL="914400" indent="0">
              <a:buNone/>
              <a:defRPr b="1" i="1">
                <a:latin typeface="Playfair Display Black" pitchFamily="2" charset="77"/>
              </a:defRPr>
            </a:lvl3pPr>
            <a:lvl4pPr marL="1371600" indent="0">
              <a:buNone/>
              <a:defRPr b="1" i="1">
                <a:latin typeface="Playfair Display Black" pitchFamily="2" charset="77"/>
              </a:defRPr>
            </a:lvl4pPr>
            <a:lvl5pPr marL="1828800" indent="0">
              <a:buNone/>
              <a:defRPr b="1" i="1">
                <a:latin typeface="Playfair Display Black" pitchFamily="2" charset="77"/>
              </a:defRPr>
            </a:lvl5pPr>
          </a:lstStyle>
          <a:p>
            <a:pPr marL="0" lvl="0" indent="0" algn="l" defTabSz="914400" rtl="0" eaLnBrk="1" latinLnBrk="0" hangingPunct="1">
              <a:lnSpc>
                <a:spcPct val="90000"/>
              </a:lnSpc>
              <a:spcBef>
                <a:spcPts val="1000"/>
              </a:spcBef>
              <a:buFont typeface="Arial" panose="020B0604020202020204" pitchFamily="34" charset="0"/>
              <a:buNone/>
            </a:pPr>
            <a:r>
              <a:rPr lang="en-GB"/>
              <a:t>Quote goes here</a:t>
            </a:r>
            <a:endParaRPr lang="en-US"/>
          </a:p>
        </p:txBody>
      </p:sp>
      <p:sp>
        <p:nvSpPr>
          <p:cNvPr id="10" name="Text Placeholder 9">
            <a:extLst>
              <a:ext uri="{FF2B5EF4-FFF2-40B4-BE49-F238E27FC236}">
                <a16:creationId xmlns:a16="http://schemas.microsoft.com/office/drawing/2014/main" id="{9D09BCC6-6D61-DA13-5CC0-8DEB1ED14463}"/>
              </a:ext>
            </a:extLst>
          </p:cNvPr>
          <p:cNvSpPr>
            <a:spLocks noGrp="1"/>
          </p:cNvSpPr>
          <p:nvPr>
            <p:ph type="body" sz="quarter" idx="11" hasCustomPrompt="1"/>
          </p:nvPr>
        </p:nvSpPr>
        <p:spPr>
          <a:xfrm>
            <a:off x="5186363" y="4962525"/>
            <a:ext cx="2938306" cy="613816"/>
          </a:xfrm>
          <a:solidFill>
            <a:schemeClr val="accent3"/>
          </a:solidFill>
        </p:spPr>
        <p:txBody>
          <a:bodyPr lIns="216000" anchor="ctr"/>
          <a:lstStyle>
            <a:lvl1pPr marL="0" indent="0">
              <a:buNone/>
              <a:defRPr>
                <a:solidFill>
                  <a:schemeClr val="bg1"/>
                </a:solidFill>
                <a:latin typeface="Playfair Display Medium" pitchFamily="2" charset="77"/>
              </a:defRPr>
            </a:lvl1pPr>
          </a:lstStyle>
          <a:p>
            <a:pPr lvl="0"/>
            <a:r>
              <a:rPr lang="en-GB"/>
              <a:t>Who said it </a:t>
            </a:r>
            <a:endParaRPr lang="en-US"/>
          </a:p>
        </p:txBody>
      </p:sp>
      <p:sp>
        <p:nvSpPr>
          <p:cNvPr id="11" name="Text Placeholder 9">
            <a:extLst>
              <a:ext uri="{FF2B5EF4-FFF2-40B4-BE49-F238E27FC236}">
                <a16:creationId xmlns:a16="http://schemas.microsoft.com/office/drawing/2014/main" id="{4C6C8DD7-E181-3945-DE67-F243DBAB5DE2}"/>
              </a:ext>
            </a:extLst>
          </p:cNvPr>
          <p:cNvSpPr>
            <a:spLocks noGrp="1"/>
          </p:cNvSpPr>
          <p:nvPr>
            <p:ph type="body" sz="quarter" idx="12" hasCustomPrompt="1"/>
          </p:nvPr>
        </p:nvSpPr>
        <p:spPr>
          <a:xfrm>
            <a:off x="5186363" y="5576341"/>
            <a:ext cx="2938306" cy="479685"/>
          </a:xfrm>
          <a:solidFill>
            <a:schemeClr val="accent3"/>
          </a:solidFill>
        </p:spPr>
        <p:txBody>
          <a:bodyPr lIns="216000" anchor="ctr">
            <a:normAutofit/>
          </a:bodyPr>
          <a:lstStyle>
            <a:lvl1pPr marL="0" indent="0">
              <a:buNone/>
              <a:defRPr sz="1600">
                <a:solidFill>
                  <a:srgbClr val="150359"/>
                </a:solidFill>
                <a:latin typeface="Manrope" pitchFamily="2" charset="0"/>
              </a:defRPr>
            </a:lvl1pPr>
          </a:lstStyle>
          <a:p>
            <a:pPr lvl="0"/>
            <a:r>
              <a:rPr lang="en-GB"/>
              <a:t>CONTEXT</a:t>
            </a:r>
            <a:endParaRPr lang="en-US"/>
          </a:p>
        </p:txBody>
      </p:sp>
    </p:spTree>
    <p:extLst>
      <p:ext uri="{BB962C8B-B14F-4D97-AF65-F5344CB8AC3E}">
        <p14:creationId xmlns:p14="http://schemas.microsoft.com/office/powerpoint/2010/main" val="3007249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et in touch">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1A9AB2-0FBF-42F8-6B28-0BDCE3C71A4A}"/>
              </a:ext>
            </a:extLst>
          </p:cNvPr>
          <p:cNvSpPr/>
          <p:nvPr userDrawn="1"/>
        </p:nvSpPr>
        <p:spPr>
          <a:xfrm>
            <a:off x="0" y="-1"/>
            <a:ext cx="12192000" cy="4283901"/>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302;p9">
            <a:extLst>
              <a:ext uri="{FF2B5EF4-FFF2-40B4-BE49-F238E27FC236}">
                <a16:creationId xmlns:a16="http://schemas.microsoft.com/office/drawing/2014/main" id="{4CFCA3CB-482B-759F-041F-2FDAE30B9654}"/>
              </a:ext>
            </a:extLst>
          </p:cNvPr>
          <p:cNvSpPr/>
          <p:nvPr userDrawn="1"/>
        </p:nvSpPr>
        <p:spPr>
          <a:xfrm>
            <a:off x="7140283" y="3102022"/>
            <a:ext cx="2279290" cy="653956"/>
          </a:xfrm>
          <a:prstGeom prst="rect">
            <a:avLst/>
          </a:prstGeom>
          <a:noFill/>
          <a:ln>
            <a:solidFill>
              <a:schemeClr val="tx1"/>
            </a:solid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a:solidFill>
                  <a:schemeClr val="tx1"/>
                </a:solidFill>
                <a:latin typeface="Manrope" pitchFamily="2" charset="0"/>
                <a:ea typeface="Poppins"/>
                <a:cs typeface="Poppins"/>
                <a:sym typeface="Poppins"/>
              </a:rPr>
              <a:t>info@zoomrx.com</a:t>
            </a:r>
            <a:endParaRPr>
              <a:solidFill>
                <a:schemeClr val="tx1"/>
              </a:solidFill>
              <a:latin typeface="Manrope" pitchFamily="2" charset="0"/>
            </a:endParaRPr>
          </a:p>
        </p:txBody>
      </p:sp>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2"/>
            <a:ext cx="2845547" cy="387798"/>
          </a:xfrm>
          <a:prstGeom prst="rect">
            <a:avLst/>
          </a:prstGeom>
          <a:noFill/>
        </p:spPr>
        <p:txBody>
          <a:bodyPr wrap="square" lIns="91440" tIns="0" rIns="91440" bIns="0" rtlCol="0" anchor="t">
            <a:spAutoFit/>
          </a:bodyPr>
          <a:lstStyle/>
          <a:p>
            <a:pPr marL="0" algn="l" defTabSz="914400" rtl="0" eaLnBrk="1" latinLnBrk="0" hangingPunct="1">
              <a:lnSpc>
                <a:spcPct val="90000"/>
              </a:lnSpc>
              <a:spcBef>
                <a:spcPct val="0"/>
              </a:spcBef>
              <a:buClrTx/>
              <a:buFontTx/>
              <a:buNone/>
              <a:defRPr/>
            </a:pPr>
            <a:r>
              <a:rPr lang="en-US" sz="2800" b="1" i="0" kern="1200" baseline="0">
                <a:solidFill>
                  <a:schemeClr val="tx1"/>
                </a:solidFill>
                <a:latin typeface="Playfair Display Black" pitchFamily="2" charset="77"/>
                <a:ea typeface="+mj-ea"/>
                <a:cs typeface="+mj-cs"/>
              </a:rPr>
              <a:t>Get</a:t>
            </a:r>
            <a:r>
              <a:rPr lang="en-US" sz="2800" b="1" i="0" kern="1200" baseline="0" noProof="0">
                <a:solidFill>
                  <a:schemeClr val="tx1"/>
                </a:solidFill>
                <a:latin typeface="Playfair Display Black" pitchFamily="2" charset="77"/>
                <a:ea typeface="+mj-ea"/>
                <a:cs typeface="+mj-cs"/>
              </a:rPr>
              <a:t> </a:t>
            </a:r>
            <a:r>
              <a:rPr lang="en-US" sz="2800" b="1" i="0" kern="1200" baseline="0">
                <a:solidFill>
                  <a:schemeClr val="tx1"/>
                </a:solidFill>
                <a:latin typeface="Playfair Display Black" pitchFamily="2" charset="77"/>
                <a:ea typeface="+mj-ea"/>
                <a:cs typeface="+mj-cs"/>
              </a:rPr>
              <a:t>in t</a:t>
            </a:r>
            <a:r>
              <a:rPr lang="en-US" sz="2800" b="1" i="0" kern="1200" baseline="0" noProof="0">
                <a:solidFill>
                  <a:schemeClr val="tx1"/>
                </a:solidFill>
                <a:latin typeface="Playfair Display Black" pitchFamily="2" charset="77"/>
                <a:ea typeface="+mj-ea"/>
                <a:cs typeface="+mj-cs"/>
              </a:rPr>
              <a:t>ouch</a:t>
            </a:r>
            <a:endParaRPr lang="en-US" sz="2800" b="1" i="0" kern="1200" baseline="0">
              <a:solidFill>
                <a:schemeClr val="tx1"/>
              </a:solidFill>
              <a:latin typeface="Playfair Display Black" pitchFamily="2" charset="77"/>
              <a:ea typeface="+mj-ea"/>
              <a:cs typeface="+mj-cs"/>
            </a:endParaRPr>
          </a:p>
        </p:txBody>
      </p:sp>
      <p:pic>
        <p:nvPicPr>
          <p:cNvPr id="7" name="Picture 6">
            <a:extLst>
              <a:ext uri="{FF2B5EF4-FFF2-40B4-BE49-F238E27FC236}">
                <a16:creationId xmlns:a16="http://schemas.microsoft.com/office/drawing/2014/main" id="{0193DC20-8ED8-6CD9-84FC-2DD266502105}"/>
              </a:ext>
            </a:extLst>
          </p:cNvPr>
          <p:cNvPicPr>
            <a:picLocks noChangeAspect="1"/>
          </p:cNvPicPr>
          <p:nvPr userDrawn="1"/>
        </p:nvPicPr>
        <p:blipFill>
          <a:blip r:embed="rId2"/>
          <a:stretch>
            <a:fillRect/>
          </a:stretch>
        </p:blipFill>
        <p:spPr>
          <a:xfrm>
            <a:off x="5177537" y="5593937"/>
            <a:ext cx="1836926" cy="551078"/>
          </a:xfrm>
          <a:prstGeom prst="rect">
            <a:avLst/>
          </a:prstGeom>
        </p:spPr>
      </p:pic>
      <p:pic>
        <p:nvPicPr>
          <p:cNvPr id="6" name="Graphic 4">
            <a:extLst>
              <a:ext uri="{FF2B5EF4-FFF2-40B4-BE49-F238E27FC236}">
                <a16:creationId xmlns:a16="http://schemas.microsoft.com/office/drawing/2014/main" id="{8D3C7129-DA1A-2005-831A-F0F64503E933}"/>
              </a:ext>
            </a:extLst>
          </p:cNvPr>
          <p:cNvPicPr>
            <a:picLocks noChangeAspect="1"/>
          </p:cNvPicPr>
          <p:nvPr userDrawn="1"/>
        </p:nvPicPr>
        <p:blipFill>
          <a:blip r:embed="rId3"/>
          <a:srcRect/>
          <a:stretch/>
        </p:blipFill>
        <p:spPr>
          <a:xfrm>
            <a:off x="1531963" y="1572981"/>
            <a:ext cx="4564036" cy="2996589"/>
          </a:xfrm>
          <a:prstGeom prst="rect">
            <a:avLst/>
          </a:prstGeom>
        </p:spPr>
      </p:pic>
    </p:spTree>
    <p:extLst>
      <p:ext uri="{BB962C8B-B14F-4D97-AF65-F5344CB8AC3E}">
        <p14:creationId xmlns:p14="http://schemas.microsoft.com/office/powerpoint/2010/main" val="10063308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Get in touch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D6CF9B-C707-AECD-825C-665E4493A5B3}"/>
              </a:ext>
            </a:extLst>
          </p:cNvPr>
          <p:cNvSpPr/>
          <p:nvPr userDrawn="1"/>
        </p:nvSpPr>
        <p:spPr>
          <a:xfrm>
            <a:off x="0" y="-1"/>
            <a:ext cx="12192000" cy="4283901"/>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2"/>
            <a:ext cx="2845547" cy="387798"/>
          </a:xfrm>
          <a:prstGeom prst="rect">
            <a:avLst/>
          </a:prstGeom>
          <a:noFill/>
        </p:spPr>
        <p:txBody>
          <a:bodyPr wrap="square" lIns="91440" tIns="0" rIns="91440" bIns="0" rtlCol="0" anchor="t">
            <a:spAutoFit/>
          </a:bodyPr>
          <a:lstStyle/>
          <a:p>
            <a:pPr marL="0" algn="l" defTabSz="914400" rtl="0" eaLnBrk="1" latinLnBrk="0" hangingPunct="1">
              <a:lnSpc>
                <a:spcPct val="90000"/>
              </a:lnSpc>
              <a:spcBef>
                <a:spcPct val="0"/>
              </a:spcBef>
              <a:buClrTx/>
              <a:buFontTx/>
              <a:buNone/>
              <a:defRPr/>
            </a:pPr>
            <a:r>
              <a:rPr lang="en-US" sz="2800" b="1" i="0" kern="1200" baseline="0">
                <a:solidFill>
                  <a:schemeClr val="tx1"/>
                </a:solidFill>
                <a:latin typeface="Playfair Display Black" pitchFamily="2" charset="77"/>
                <a:ea typeface="+mj-ea"/>
                <a:cs typeface="+mj-cs"/>
              </a:rPr>
              <a:t>Get</a:t>
            </a:r>
            <a:r>
              <a:rPr lang="en-US" sz="2800" b="1" i="0" kern="1200" baseline="0" noProof="0">
                <a:solidFill>
                  <a:schemeClr val="tx1"/>
                </a:solidFill>
                <a:latin typeface="Playfair Display Black" pitchFamily="2" charset="77"/>
                <a:ea typeface="+mj-ea"/>
                <a:cs typeface="+mj-cs"/>
              </a:rPr>
              <a:t> </a:t>
            </a:r>
            <a:r>
              <a:rPr lang="en-US" sz="2800" b="1" i="0" kern="1200" baseline="0">
                <a:solidFill>
                  <a:schemeClr val="tx1"/>
                </a:solidFill>
                <a:latin typeface="Playfair Display Black" pitchFamily="2" charset="77"/>
                <a:ea typeface="+mj-ea"/>
                <a:cs typeface="+mj-cs"/>
              </a:rPr>
              <a:t>in t</a:t>
            </a:r>
            <a:r>
              <a:rPr lang="en-US" sz="2800" b="1" i="0" kern="1200" baseline="0" noProof="0">
                <a:solidFill>
                  <a:schemeClr val="tx1"/>
                </a:solidFill>
                <a:latin typeface="Playfair Display Black" pitchFamily="2" charset="77"/>
                <a:ea typeface="+mj-ea"/>
                <a:cs typeface="+mj-cs"/>
              </a:rPr>
              <a:t>ouch</a:t>
            </a:r>
            <a:endParaRPr lang="en-US" sz="2800" b="1" i="0" kern="1200" baseline="0">
              <a:solidFill>
                <a:schemeClr val="tx1"/>
              </a:solidFill>
              <a:latin typeface="Playfair Display Black" pitchFamily="2" charset="77"/>
              <a:ea typeface="+mj-ea"/>
              <a:cs typeface="+mj-cs"/>
            </a:endParaRPr>
          </a:p>
        </p:txBody>
      </p:sp>
      <p:pic>
        <p:nvPicPr>
          <p:cNvPr id="5" name="Graphic 4">
            <a:extLst>
              <a:ext uri="{FF2B5EF4-FFF2-40B4-BE49-F238E27FC236}">
                <a16:creationId xmlns:a16="http://schemas.microsoft.com/office/drawing/2014/main" id="{1DF6A125-61E2-5F97-DC80-A11AB37D9D6C}"/>
              </a:ext>
            </a:extLst>
          </p:cNvPr>
          <p:cNvPicPr>
            <a:picLocks noChangeAspect="1"/>
          </p:cNvPicPr>
          <p:nvPr userDrawn="1"/>
        </p:nvPicPr>
        <p:blipFill>
          <a:blip r:embed="rId2"/>
          <a:srcRect/>
          <a:stretch/>
        </p:blipFill>
        <p:spPr>
          <a:xfrm>
            <a:off x="1531963" y="1572981"/>
            <a:ext cx="4564036" cy="2996589"/>
          </a:xfrm>
          <a:prstGeom prst="rect">
            <a:avLst/>
          </a:prstGeom>
        </p:spPr>
      </p:pic>
      <p:pic>
        <p:nvPicPr>
          <p:cNvPr id="16" name="Picture 15">
            <a:extLst>
              <a:ext uri="{FF2B5EF4-FFF2-40B4-BE49-F238E27FC236}">
                <a16:creationId xmlns:a16="http://schemas.microsoft.com/office/drawing/2014/main" id="{28E24249-EDE6-1CE5-E1B7-BF6CA5302FB7}"/>
              </a:ext>
            </a:extLst>
          </p:cNvPr>
          <p:cNvPicPr>
            <a:picLocks noChangeAspect="1"/>
          </p:cNvPicPr>
          <p:nvPr userDrawn="1"/>
        </p:nvPicPr>
        <p:blipFill>
          <a:blip r:embed="rId3"/>
          <a:stretch>
            <a:fillRect/>
          </a:stretch>
        </p:blipFill>
        <p:spPr>
          <a:xfrm>
            <a:off x="5177537" y="5593937"/>
            <a:ext cx="1836926" cy="551078"/>
          </a:xfrm>
          <a:prstGeom prst="rect">
            <a:avLst/>
          </a:prstGeom>
        </p:spPr>
      </p:pic>
      <p:cxnSp>
        <p:nvCxnSpPr>
          <p:cNvPr id="6" name="Straight Connector 5">
            <a:extLst>
              <a:ext uri="{FF2B5EF4-FFF2-40B4-BE49-F238E27FC236}">
                <a16:creationId xmlns:a16="http://schemas.microsoft.com/office/drawing/2014/main" id="{CC911A06-BA38-80F5-32E3-E057797F0F79}"/>
              </a:ext>
            </a:extLst>
          </p:cNvPr>
          <p:cNvCxnSpPr/>
          <p:nvPr userDrawn="1"/>
        </p:nvCxnSpPr>
        <p:spPr>
          <a:xfrm>
            <a:off x="7152007" y="3071275"/>
            <a:ext cx="2746738" cy="0"/>
          </a:xfrm>
          <a:prstGeom prst="line">
            <a:avLst/>
          </a:prstGeom>
          <a:ln w="6350">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Content Placeholder 8">
            <a:extLst>
              <a:ext uri="{FF2B5EF4-FFF2-40B4-BE49-F238E27FC236}">
                <a16:creationId xmlns:a16="http://schemas.microsoft.com/office/drawing/2014/main" id="{E95F49D7-4930-964F-60D3-6EBE8D724B41}"/>
              </a:ext>
            </a:extLst>
          </p:cNvPr>
          <p:cNvSpPr>
            <a:spLocks noGrp="1"/>
          </p:cNvSpPr>
          <p:nvPr>
            <p:ph sz="quarter" idx="10" hasCustomPrompt="1"/>
          </p:nvPr>
        </p:nvSpPr>
        <p:spPr>
          <a:xfrm>
            <a:off x="7152007" y="3467929"/>
            <a:ext cx="2815194" cy="369332"/>
          </a:xfrm>
          <a:noFill/>
        </p:spPr>
        <p:txBody>
          <a:bodyPr wrap="none" rtlCol="0">
            <a:spAutoFit/>
          </a:bodyPr>
          <a:lstStyle>
            <a:lvl1pPr marL="0" indent="0">
              <a:buNone/>
              <a:defRPr lang="en-GB" sz="2000" b="1" i="0" dirty="0" smtClean="0">
                <a:solidFill>
                  <a:schemeClr val="accent1"/>
                </a:solidFill>
                <a:latin typeface="Playfair Display Black" pitchFamily="2" charset="77"/>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First Name Last Name</a:t>
            </a:r>
          </a:p>
        </p:txBody>
      </p:sp>
      <p:sp>
        <p:nvSpPr>
          <p:cNvPr id="14" name="Content Placeholder 13">
            <a:extLst>
              <a:ext uri="{FF2B5EF4-FFF2-40B4-BE49-F238E27FC236}">
                <a16:creationId xmlns:a16="http://schemas.microsoft.com/office/drawing/2014/main" id="{5515009B-9282-FA15-616A-80A5ED924CCA}"/>
              </a:ext>
            </a:extLst>
          </p:cNvPr>
          <p:cNvSpPr>
            <a:spLocks noGrp="1"/>
          </p:cNvSpPr>
          <p:nvPr>
            <p:ph sz="quarter" idx="11" hasCustomPrompt="1"/>
          </p:nvPr>
        </p:nvSpPr>
        <p:spPr>
          <a:xfrm>
            <a:off x="7257514" y="4028940"/>
            <a:ext cx="2555508" cy="341632"/>
          </a:xfrm>
          <a:ln>
            <a:solidFill>
              <a:schemeClr val="tx1"/>
            </a:solidFill>
          </a:ln>
        </p:spPr>
        <p:txBody>
          <a:bodyPr anchor="ctr">
            <a:noAutofit/>
          </a:bodyPr>
          <a:lstStyle>
            <a:lvl1pPr marL="0" indent="0" algn="l">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Email goes here</a:t>
            </a:r>
            <a:endParaRPr lang="en-US"/>
          </a:p>
        </p:txBody>
      </p:sp>
    </p:spTree>
    <p:extLst>
      <p:ext uri="{BB962C8B-B14F-4D97-AF65-F5344CB8AC3E}">
        <p14:creationId xmlns:p14="http://schemas.microsoft.com/office/powerpoint/2010/main" val="9536135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Get in touch (3)">
    <p:bg>
      <p:bgRef idx="1003">
        <a:schemeClr val="bg2"/>
      </p:bgRef>
    </p:bg>
    <p:spTree>
      <p:nvGrpSpPr>
        <p:cNvPr id="1" name=""/>
        <p:cNvGrpSpPr/>
        <p:nvPr/>
      </p:nvGrpSpPr>
      <p:grpSpPr>
        <a:xfrm>
          <a:off x="0" y="0"/>
          <a:ext cx="0" cy="0"/>
          <a:chOff x="0" y="0"/>
          <a:chExt cx="0" cy="0"/>
        </a:xfrm>
      </p:grpSpPr>
      <p:pic>
        <p:nvPicPr>
          <p:cNvPr id="2" name="Picture 1" descr="A colorful envelope with a bell and a paper plane&#10;&#10;Description automatically generated">
            <a:extLst>
              <a:ext uri="{FF2B5EF4-FFF2-40B4-BE49-F238E27FC236}">
                <a16:creationId xmlns:a16="http://schemas.microsoft.com/office/drawing/2014/main" id="{596022C9-E1B6-4E92-C30B-9ECB2BCAB212}"/>
              </a:ext>
            </a:extLst>
          </p:cNvPr>
          <p:cNvPicPr>
            <a:picLocks noChangeAspect="1"/>
          </p:cNvPicPr>
          <p:nvPr userDrawn="1"/>
        </p:nvPicPr>
        <p:blipFill>
          <a:blip r:embed="rId2"/>
          <a:stretch>
            <a:fillRect/>
          </a:stretch>
        </p:blipFill>
        <p:spPr>
          <a:xfrm>
            <a:off x="2959171" y="151641"/>
            <a:ext cx="6456255" cy="5272608"/>
          </a:xfrm>
          <a:prstGeom prst="rect">
            <a:avLst/>
          </a:prstGeom>
        </p:spPr>
      </p:pic>
      <p:sp>
        <p:nvSpPr>
          <p:cNvPr id="3" name="TextBox 2">
            <a:extLst>
              <a:ext uri="{FF2B5EF4-FFF2-40B4-BE49-F238E27FC236}">
                <a16:creationId xmlns:a16="http://schemas.microsoft.com/office/drawing/2014/main" id="{C4CC19F5-61F4-952F-A569-FEB350309855}"/>
              </a:ext>
            </a:extLst>
          </p:cNvPr>
          <p:cNvSpPr txBox="1"/>
          <p:nvPr userDrawn="1"/>
        </p:nvSpPr>
        <p:spPr>
          <a:xfrm>
            <a:off x="4818246" y="4943139"/>
            <a:ext cx="2555508" cy="369332"/>
          </a:xfrm>
          <a:prstGeom prst="rect">
            <a:avLst/>
          </a:prstGeom>
          <a:noFill/>
        </p:spPr>
        <p:txBody>
          <a:bodyPr wrap="square">
            <a:spAutoFit/>
          </a:bodyPr>
          <a:lstStyle/>
          <a:p>
            <a:pPr algn="ctr"/>
            <a:r>
              <a:rPr lang="en-US" b="1" spc="300">
                <a:solidFill>
                  <a:schemeClr val="tx1"/>
                </a:solidFill>
                <a:latin typeface="Manrope" pitchFamily="2" charset="0"/>
              </a:rPr>
              <a:t>GET IN TOUCH</a:t>
            </a:r>
            <a:endParaRPr lang="en-US" spc="300">
              <a:solidFill>
                <a:schemeClr val="tx1"/>
              </a:solidFill>
              <a:latin typeface="Manrope" pitchFamily="2" charset="0"/>
            </a:endParaRPr>
          </a:p>
        </p:txBody>
      </p:sp>
      <p:sp>
        <p:nvSpPr>
          <p:cNvPr id="4" name="Content Placeholder 13">
            <a:extLst>
              <a:ext uri="{FF2B5EF4-FFF2-40B4-BE49-F238E27FC236}">
                <a16:creationId xmlns:a16="http://schemas.microsoft.com/office/drawing/2014/main" id="{323DB434-CF78-CF82-8DD6-617444B3A940}"/>
              </a:ext>
            </a:extLst>
          </p:cNvPr>
          <p:cNvSpPr>
            <a:spLocks noGrp="1"/>
          </p:cNvSpPr>
          <p:nvPr>
            <p:ph sz="quarter" idx="11" hasCustomPrompt="1"/>
          </p:nvPr>
        </p:nvSpPr>
        <p:spPr>
          <a:xfrm>
            <a:off x="4818246" y="5424249"/>
            <a:ext cx="2555508" cy="607172"/>
          </a:xfrm>
          <a:solidFill>
            <a:schemeClr val="accent1"/>
          </a:solidFill>
          <a:ln>
            <a:noFill/>
          </a:ln>
        </p:spPr>
        <p:txBody>
          <a:bodyPr anchor="ctr">
            <a:noAutofit/>
          </a:bodyPr>
          <a:lstStyle>
            <a:lvl1pPr marL="0" indent="0" algn="ctr">
              <a:buNone/>
              <a:defRPr sz="1400">
                <a:solidFill>
                  <a:schemeClr val="bg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Email goes here</a:t>
            </a:r>
            <a:endParaRPr lang="en-US"/>
          </a:p>
        </p:txBody>
      </p:sp>
    </p:spTree>
    <p:extLst>
      <p:ext uri="{BB962C8B-B14F-4D97-AF65-F5344CB8AC3E}">
        <p14:creationId xmlns:p14="http://schemas.microsoft.com/office/powerpoint/2010/main" val="3514730133"/>
      </p:ext>
    </p:extLst>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with Section point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6BFD1D-A16B-1DFC-FDDF-7A48563BA6D0}"/>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517299F-41C9-75EB-1E19-5F874F5C2551}"/>
              </a:ext>
            </a:extLst>
          </p:cNvPr>
          <p:cNvSpPr>
            <a:spLocks noGrp="1"/>
          </p:cNvSpPr>
          <p:nvPr>
            <p:ph type="title"/>
          </p:nvPr>
        </p:nvSpPr>
        <p:spPr>
          <a:xfrm>
            <a:off x="838200" y="365126"/>
            <a:ext cx="5609492" cy="736844"/>
          </a:xfrm>
        </p:spPr>
        <p:txBody>
          <a:bodyPr/>
          <a:lstStyle>
            <a:lvl1pPr algn="l">
              <a:defRPr/>
            </a:lvl1pPr>
          </a:lstStyle>
          <a:p>
            <a:r>
              <a:rPr lang="en-GB"/>
              <a:t>Click to edit Master title style</a:t>
            </a:r>
            <a:endParaRPr lang="en-US"/>
          </a:p>
        </p:txBody>
      </p:sp>
      <p:sp>
        <p:nvSpPr>
          <p:cNvPr id="8" name="Round Same-side Corner of Rectangle 7">
            <a:extLst>
              <a:ext uri="{FF2B5EF4-FFF2-40B4-BE49-F238E27FC236}">
                <a16:creationId xmlns:a16="http://schemas.microsoft.com/office/drawing/2014/main" id="{DFA8E16A-C95E-090C-584B-DE8F51701381}"/>
              </a:ext>
            </a:extLst>
          </p:cNvPr>
          <p:cNvSpPr/>
          <p:nvPr userDrawn="1"/>
        </p:nvSpPr>
        <p:spPr>
          <a:xfrm>
            <a:off x="10301261" y="0"/>
            <a:ext cx="298477" cy="455477"/>
          </a:xfrm>
          <a:prstGeom prst="round2SameRect">
            <a:avLst>
              <a:gd name="adj1" fmla="val 0"/>
              <a:gd name="adj2" fmla="val 50000"/>
            </a:avLst>
          </a:prstGeom>
          <a:gradFill flip="none" rotWithShape="1">
            <a:gsLst>
              <a:gs pos="0">
                <a:srgbClr val="334DE8"/>
              </a:gs>
              <a:gs pos="100000">
                <a:srgbClr val="39C7A5"/>
              </a:gs>
            </a:gsLst>
            <a:lin ang="2700000" scaled="1"/>
            <a:tileRect/>
          </a:gradFill>
          <a:ln>
            <a:noFill/>
          </a:ln>
        </p:spPr>
        <p:txBody>
          <a:bodyPr spcFirstLastPara="1" wrap="square" lIns="90000" tIns="45700" rIns="91425" bIns="45700" anchor="b" anchorCtr="0">
            <a:noAutofit/>
          </a:bodyPr>
          <a:lstStyle/>
          <a:p>
            <a:pPr algn="ctr">
              <a:buClr>
                <a:srgbClr val="000000"/>
              </a:buClr>
            </a:pPr>
            <a:endParaRPr lang="en-US" sz="1400" b="1">
              <a:solidFill>
                <a:schemeClr val="bg1"/>
              </a:solidFill>
              <a:latin typeface="Manrope" pitchFamily="2" charset="0"/>
              <a:cs typeface="Arial"/>
            </a:endParaRPr>
          </a:p>
        </p:txBody>
      </p:sp>
      <p:sp>
        <p:nvSpPr>
          <p:cNvPr id="11" name="Text Placeholder 10">
            <a:extLst>
              <a:ext uri="{FF2B5EF4-FFF2-40B4-BE49-F238E27FC236}">
                <a16:creationId xmlns:a16="http://schemas.microsoft.com/office/drawing/2014/main" id="{CDA577B7-E9C2-99D7-CBB7-46D4B3D1591A}"/>
              </a:ext>
            </a:extLst>
          </p:cNvPr>
          <p:cNvSpPr>
            <a:spLocks noGrp="1"/>
          </p:cNvSpPr>
          <p:nvPr>
            <p:ph type="body" sz="quarter" idx="10" hasCustomPrompt="1"/>
          </p:nvPr>
        </p:nvSpPr>
        <p:spPr>
          <a:xfrm>
            <a:off x="10711569" y="92673"/>
            <a:ext cx="808404" cy="362804"/>
          </a:xfrm>
        </p:spPr>
        <p:txBody>
          <a:bodyPr>
            <a:noAutofit/>
          </a:bodyPr>
          <a:lstStyle>
            <a:lvl1pPr marL="0" indent="0">
              <a:lnSpc>
                <a:spcPct val="100000"/>
              </a:lnSpc>
              <a:buNone/>
              <a:defRPr sz="11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GB"/>
              <a:t>Section Title</a:t>
            </a:r>
            <a:endParaRPr lang="en-US"/>
          </a:p>
        </p:txBody>
      </p:sp>
      <p:sp>
        <p:nvSpPr>
          <p:cNvPr id="12" name="Text Placeholder 10">
            <a:extLst>
              <a:ext uri="{FF2B5EF4-FFF2-40B4-BE49-F238E27FC236}">
                <a16:creationId xmlns:a16="http://schemas.microsoft.com/office/drawing/2014/main" id="{8A004E1B-88D0-8180-E13F-E7D82BBE4C0D}"/>
              </a:ext>
            </a:extLst>
          </p:cNvPr>
          <p:cNvSpPr>
            <a:spLocks noGrp="1"/>
          </p:cNvSpPr>
          <p:nvPr>
            <p:ph type="body" sz="quarter" idx="11" hasCustomPrompt="1"/>
          </p:nvPr>
        </p:nvSpPr>
        <p:spPr>
          <a:xfrm>
            <a:off x="10279096" y="46336"/>
            <a:ext cx="342805" cy="362804"/>
          </a:xfrm>
        </p:spPr>
        <p:txBody>
          <a:bodyPr anchor="ctr">
            <a:noAutofit/>
          </a:bodyPr>
          <a:lstStyle>
            <a:lvl1pPr marL="0" indent="0" algn="ctr">
              <a:lnSpc>
                <a:spcPct val="100000"/>
              </a:lnSpc>
              <a:buNone/>
              <a:defRPr sz="1400" b="1">
                <a:solidFill>
                  <a:schemeClr val="bg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GB"/>
              <a:t>#</a:t>
            </a:r>
            <a:endParaRPr lang="en-US"/>
          </a:p>
        </p:txBody>
      </p:sp>
    </p:spTree>
    <p:extLst>
      <p:ext uri="{BB962C8B-B14F-4D97-AF65-F5344CB8AC3E}">
        <p14:creationId xmlns:p14="http://schemas.microsoft.com/office/powerpoint/2010/main" val="3687622287"/>
      </p:ext>
    </p:extLst>
  </p:cSld>
  <p:clrMapOvr>
    <a:masterClrMapping/>
  </p:clrMapOvr>
  <p:transition spd="slow">
    <p:push dir="u"/>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Generic Cover Slide">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5AD6E1E0-661D-FA55-3664-20229F8C0CCA}"/>
              </a:ext>
            </a:extLst>
          </p:cNvPr>
          <p:cNvPicPr>
            <a:picLocks noChangeAspect="1"/>
          </p:cNvPicPr>
          <p:nvPr userDrawn="1"/>
        </p:nvPicPr>
        <p:blipFill>
          <a:blip r:embed="rId2"/>
          <a:stretch>
            <a:fillRect/>
          </a:stretch>
        </p:blipFill>
        <p:spPr>
          <a:xfrm>
            <a:off x="1019105" y="5094178"/>
            <a:ext cx="1919998" cy="576000"/>
          </a:xfrm>
          <a:prstGeom prst="rect">
            <a:avLst/>
          </a:prstGeom>
        </p:spPr>
      </p:pic>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1" y="1155120"/>
            <a:ext cx="4067907" cy="1175359"/>
          </a:xfrm>
        </p:spPr>
        <p:txBody>
          <a:bodyPr anchor="b">
            <a:noAutofit/>
          </a:bodyPr>
          <a:lstStyle>
            <a:lvl1pPr algn="l" defTabSz="914400" rtl="0" eaLnBrk="1" latinLnBrk="0" hangingPunct="1">
              <a:lnSpc>
                <a:spcPct val="100000"/>
              </a:lnSpc>
              <a:spcBef>
                <a:spcPct val="0"/>
              </a:spcBef>
              <a:buNone/>
              <a:defRPr lang="en-US" sz="36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5"/>
            <a:ext cx="3892060" cy="656746"/>
          </a:xfrm>
        </p:spPr>
        <p:txBody>
          <a:bodyPr>
            <a:noAutofit/>
          </a:bodyPr>
          <a:lstStyle>
            <a:lvl1pPr marL="0" indent="0" algn="l">
              <a:lnSpc>
                <a:spcPct val="100000"/>
              </a:lnSpc>
              <a:buNone/>
              <a:defRPr sz="1600" b="0" i="0">
                <a:latin typeface="Manrop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1" y="3624332"/>
            <a:ext cx="1633781" cy="258532"/>
          </a:xfrm>
          <a:noFill/>
        </p:spPr>
        <p:txBody>
          <a:bodyPr wrap="none" rtlCol="0">
            <a:spAutoFit/>
          </a:bodyPr>
          <a:lstStyle>
            <a:lvl1pPr marL="0" indent="0">
              <a:buNone/>
              <a:defRPr lang="en-GB" sz="1200" b="1" spc="300" dirty="0" smtClean="0">
                <a:solidFill>
                  <a:srgbClr val="5C5C7D"/>
                </a:solidFill>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MONTH, YEAR</a:t>
            </a:r>
          </a:p>
        </p:txBody>
      </p:sp>
      <p:pic>
        <p:nvPicPr>
          <p:cNvPr id="15" name="Picture 14">
            <a:extLst>
              <a:ext uri="{FF2B5EF4-FFF2-40B4-BE49-F238E27FC236}">
                <a16:creationId xmlns:a16="http://schemas.microsoft.com/office/drawing/2014/main" id="{9F68B4BC-6974-1D9F-2F3B-FC5CA5699E5F}"/>
              </a:ext>
            </a:extLst>
          </p:cNvPr>
          <p:cNvPicPr>
            <a:picLocks noChangeAspect="1"/>
          </p:cNvPicPr>
          <p:nvPr userDrawn="1"/>
        </p:nvPicPr>
        <p:blipFill>
          <a:blip r:embed="rId3"/>
          <a:srcRect/>
          <a:stretch/>
        </p:blipFill>
        <p:spPr>
          <a:xfrm>
            <a:off x="5683250" y="0"/>
            <a:ext cx="6508750" cy="6858000"/>
          </a:xfrm>
          <a:prstGeom prst="rect">
            <a:avLst/>
          </a:prstGeom>
        </p:spPr>
      </p:pic>
    </p:spTree>
    <p:extLst>
      <p:ext uri="{BB962C8B-B14F-4D97-AF65-F5344CB8AC3E}">
        <p14:creationId xmlns:p14="http://schemas.microsoft.com/office/powerpoint/2010/main" val="20739845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ver with Splas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1" y="1155120"/>
            <a:ext cx="4056184" cy="1175359"/>
          </a:xfrm>
        </p:spPr>
        <p:txBody>
          <a:bodyPr anchor="b">
            <a:noAutofit/>
          </a:bodyPr>
          <a:lstStyle>
            <a:lvl1pPr algn="l" defTabSz="914400" rtl="0" eaLnBrk="1" latinLnBrk="0" hangingPunct="1">
              <a:lnSpc>
                <a:spcPct val="100000"/>
              </a:lnSpc>
              <a:spcBef>
                <a:spcPct val="0"/>
              </a:spcBef>
              <a:buNone/>
              <a:defRPr lang="en-US" sz="36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5"/>
            <a:ext cx="3892060" cy="656746"/>
          </a:xfrm>
        </p:spPr>
        <p:txBody>
          <a:bodyPr>
            <a:noAutofit/>
          </a:bodyPr>
          <a:lstStyle>
            <a:lvl1pPr marL="0" indent="0" algn="l">
              <a:lnSpc>
                <a:spcPct val="100000"/>
              </a:lnSpc>
              <a:buNone/>
              <a:defRPr sz="1600" b="0" i="0">
                <a:latin typeface="Manrop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1" y="3624332"/>
            <a:ext cx="1633781" cy="258532"/>
          </a:xfrm>
          <a:noFill/>
        </p:spPr>
        <p:txBody>
          <a:bodyPr wrap="none" rtlCol="0">
            <a:spAutoFit/>
          </a:bodyPr>
          <a:lstStyle>
            <a:lvl1pPr marL="0" indent="0">
              <a:buNone/>
              <a:defRPr lang="en-GB" sz="1200" b="1" spc="300" dirty="0" smtClean="0">
                <a:solidFill>
                  <a:srgbClr val="5C5C7D"/>
                </a:solidFill>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MONTH, YEAR</a:t>
            </a:r>
          </a:p>
        </p:txBody>
      </p:sp>
      <p:sp>
        <p:nvSpPr>
          <p:cNvPr id="5" name="Picture Placeholder 4">
            <a:extLst>
              <a:ext uri="{FF2B5EF4-FFF2-40B4-BE49-F238E27FC236}">
                <a16:creationId xmlns:a16="http://schemas.microsoft.com/office/drawing/2014/main" id="{08CCD0A7-0CD4-997A-1174-671DC0A6BD4F}"/>
              </a:ext>
            </a:extLst>
          </p:cNvPr>
          <p:cNvSpPr>
            <a:spLocks noGrp="1"/>
          </p:cNvSpPr>
          <p:nvPr>
            <p:ph type="pic" sz="quarter" idx="11"/>
          </p:nvPr>
        </p:nvSpPr>
        <p:spPr>
          <a:xfrm>
            <a:off x="6304354" y="1023143"/>
            <a:ext cx="5157787" cy="4811713"/>
          </a:xfrm>
        </p:spPr>
        <p:txBody>
          <a:bodyPr/>
          <a:lstStyle/>
          <a:p>
            <a:endParaRPr lang="en-US"/>
          </a:p>
        </p:txBody>
      </p:sp>
      <p:pic>
        <p:nvPicPr>
          <p:cNvPr id="9" name="Picture 8">
            <a:extLst>
              <a:ext uri="{FF2B5EF4-FFF2-40B4-BE49-F238E27FC236}">
                <a16:creationId xmlns:a16="http://schemas.microsoft.com/office/drawing/2014/main" id="{C783FA81-17A6-6221-C70F-42E321F1990D}"/>
              </a:ext>
            </a:extLst>
          </p:cNvPr>
          <p:cNvPicPr>
            <a:picLocks noChangeAspect="1"/>
          </p:cNvPicPr>
          <p:nvPr userDrawn="1"/>
        </p:nvPicPr>
        <p:blipFill>
          <a:blip r:embed="rId2"/>
          <a:stretch>
            <a:fillRect/>
          </a:stretch>
        </p:blipFill>
        <p:spPr>
          <a:xfrm>
            <a:off x="1019105" y="5094178"/>
            <a:ext cx="1919998" cy="576000"/>
          </a:xfrm>
          <a:prstGeom prst="rect">
            <a:avLst/>
          </a:prstGeom>
        </p:spPr>
      </p:pic>
    </p:spTree>
    <p:extLst>
      <p:ext uri="{BB962C8B-B14F-4D97-AF65-F5344CB8AC3E}">
        <p14:creationId xmlns:p14="http://schemas.microsoft.com/office/powerpoint/2010/main" val="11621465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Sing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907914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Single Colum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A26F34-5333-EAF9-C3B2-103B400E8BDE}"/>
              </a:ext>
            </a:extLst>
          </p:cNvPr>
          <p:cNvSpPr/>
          <p:nvPr userDrawn="1"/>
        </p:nvSpPr>
        <p:spPr>
          <a:xfrm flipH="1">
            <a:off x="0" y="0"/>
            <a:ext cx="4302177" cy="6858000"/>
          </a:xfrm>
          <a:prstGeom prst="rect">
            <a:avLst/>
          </a:prstGeom>
          <a:solidFill>
            <a:srgbClr val="1C1C2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31525" y="2109866"/>
            <a:ext cx="3239125" cy="2638268"/>
          </a:xfrm>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126636" y="794479"/>
            <a:ext cx="6227163" cy="538248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0354083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Single Column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67B83FA-2CD5-F995-89FE-0CC8F2A652DC}"/>
              </a:ext>
            </a:extLst>
          </p:cNvPr>
          <p:cNvSpPr/>
          <p:nvPr userDrawn="1"/>
        </p:nvSpPr>
        <p:spPr>
          <a:xfrm flipH="1">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hasCustomPrompt="1"/>
          </p:nvPr>
        </p:nvSpPr>
        <p:spPr>
          <a:xfrm>
            <a:off x="838200" y="1955150"/>
            <a:ext cx="4498298" cy="2947700"/>
          </a:xfrm>
        </p:spPr>
        <p:txBody>
          <a:bodyPr>
            <a:normAutofit/>
          </a:bodyPr>
          <a:lstStyle>
            <a:lvl1pPr algn="ctr" defTabSz="914400" rtl="0" eaLnBrk="1" latinLnBrk="0" hangingPunct="1">
              <a:lnSpc>
                <a:spcPct val="100000"/>
              </a:lnSpc>
              <a:spcBef>
                <a:spcPct val="0"/>
              </a:spcBef>
              <a:buNone/>
              <a:defRPr lang="en-US" sz="2800" b="1" i="0" kern="1200" baseline="0" dirty="0">
                <a:solidFill>
                  <a:schemeClr val="bg1"/>
                </a:solidFill>
                <a:latin typeface="Playfair Display Black" pitchFamily="2" charset="77"/>
                <a:ea typeface="+mj-ea"/>
                <a:cs typeface="+mj-cs"/>
              </a:defRPr>
            </a:lvl1pPr>
          </a:lstStyle>
          <a:p>
            <a:r>
              <a:rPr lang="en-GB"/>
              <a:t>Title goes here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6790543" y="749508"/>
            <a:ext cx="4781863" cy="542745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053224952"/>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nd Doub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0"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5" name="Straight Connector 4">
            <a:extLst>
              <a:ext uri="{FF2B5EF4-FFF2-40B4-BE49-F238E27FC236}">
                <a16:creationId xmlns:a16="http://schemas.microsoft.com/office/drawing/2014/main" id="{42686399-894F-E025-9C24-1F307B5567D7}"/>
              </a:ext>
            </a:extLst>
          </p:cNvPr>
          <p:cNvCxnSpPr/>
          <p:nvPr userDrawn="1"/>
        </p:nvCxnSpPr>
        <p:spPr>
          <a:xfrm>
            <a:off x="6096000" y="1634836"/>
            <a:ext cx="0" cy="4738255"/>
          </a:xfrm>
          <a:prstGeom prst="line">
            <a:avLst/>
          </a:prstGeom>
          <a:ln w="12700">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360401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nd Double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09" y="597877"/>
            <a:ext cx="2968450" cy="736844"/>
          </a:xfrm>
        </p:spPr>
        <p:txBody>
          <a:bodyPr>
            <a:noAutofit/>
          </a:bodyPr>
          <a:lstStyle>
            <a:lvl1pPr algn="l"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034321"/>
            <a:ext cx="4897582" cy="52614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8" y="504029"/>
            <a:ext cx="1324402" cy="286232"/>
          </a:xfrm>
          <a:solidFill>
            <a:schemeClr val="accent1"/>
          </a:solidFill>
        </p:spPr>
        <p:txBody>
          <a:bodyPr wrap="none" rtlCol="0">
            <a:spAutoFit/>
          </a:bodyPr>
          <a:lstStyle>
            <a:lvl1pPr marL="0" indent="0">
              <a:buNone/>
              <a:defRPr lang="en-GB" sz="1400" b="1" spc="300" dirty="0" smtClean="0"/>
            </a:lvl1pPr>
          </a:lstStyle>
          <a:p>
            <a:pPr marL="0" lvl="0"/>
            <a:r>
              <a:rPr lang="en-GB"/>
              <a:t>SUBTITLE</a:t>
            </a:r>
          </a:p>
        </p:txBody>
      </p:sp>
    </p:spTree>
    <p:extLst>
      <p:ext uri="{BB962C8B-B14F-4D97-AF65-F5344CB8AC3E}">
        <p14:creationId xmlns:p14="http://schemas.microsoft.com/office/powerpoint/2010/main" val="342219520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09" y="597877"/>
            <a:ext cx="2968450" cy="736844"/>
          </a:xfrm>
        </p:spPr>
        <p:txBody>
          <a:bodyPr>
            <a:noAutofit/>
          </a:bodyPr>
          <a:lstStyle>
            <a:lvl1pPr algn="l"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791221"/>
            <a:ext cx="5318248" cy="450452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8" y="504029"/>
            <a:ext cx="2592376" cy="286232"/>
          </a:xfrm>
          <a:solidFill>
            <a:schemeClr val="accent1"/>
          </a:solidFill>
        </p:spPr>
        <p:txBody>
          <a:bodyPr wrap="none" rtlCol="0">
            <a:spAutoFit/>
          </a:bodyPr>
          <a:lstStyle>
            <a:lvl1pPr marL="0" indent="0">
              <a:buNone/>
              <a:defRPr lang="en-GB" sz="1400" b="1" spc="300" dirty="0" smtClean="0"/>
            </a:lvl1pPr>
          </a:lstStyle>
          <a:p>
            <a:pPr marL="0" lvl="0"/>
            <a:r>
              <a:rPr lang="en-GB"/>
              <a:t>CHART/IMAGE TITLE</a:t>
            </a:r>
          </a:p>
        </p:txBody>
      </p:sp>
      <p:sp>
        <p:nvSpPr>
          <p:cNvPr id="7" name="Text Placeholder 6">
            <a:extLst>
              <a:ext uri="{FF2B5EF4-FFF2-40B4-BE49-F238E27FC236}">
                <a16:creationId xmlns:a16="http://schemas.microsoft.com/office/drawing/2014/main" id="{FB14B82B-F262-B42D-F5D3-9D8B4B104A65}"/>
              </a:ext>
            </a:extLst>
          </p:cNvPr>
          <p:cNvSpPr>
            <a:spLocks noGrp="1"/>
          </p:cNvSpPr>
          <p:nvPr>
            <p:ph type="body" sz="quarter" idx="13"/>
          </p:nvPr>
        </p:nvSpPr>
        <p:spPr>
          <a:xfrm>
            <a:off x="6456219" y="1001713"/>
            <a:ext cx="5318247" cy="51435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332875661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ards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Content Placeholder 5">
            <a:extLst>
              <a:ext uri="{FF2B5EF4-FFF2-40B4-BE49-F238E27FC236}">
                <a16:creationId xmlns:a16="http://schemas.microsoft.com/office/drawing/2014/main" id="{5D153EE1-8D13-4C4C-C95A-ED942D2CF8EE}"/>
              </a:ext>
            </a:extLst>
          </p:cNvPr>
          <p:cNvSpPr>
            <a:spLocks noGrp="1"/>
          </p:cNvSpPr>
          <p:nvPr>
            <p:ph sz="quarter" idx="10"/>
          </p:nvPr>
        </p:nvSpPr>
        <p:spPr>
          <a:xfrm>
            <a:off x="769468"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0" name="Content Placeholder 5">
            <a:extLst>
              <a:ext uri="{FF2B5EF4-FFF2-40B4-BE49-F238E27FC236}">
                <a16:creationId xmlns:a16="http://schemas.microsoft.com/office/drawing/2014/main" id="{148ECB8C-374E-AA81-A937-E360703F5A19}"/>
              </a:ext>
            </a:extLst>
          </p:cNvPr>
          <p:cNvSpPr>
            <a:spLocks noGrp="1"/>
          </p:cNvSpPr>
          <p:nvPr>
            <p:ph sz="quarter" idx="11"/>
          </p:nvPr>
        </p:nvSpPr>
        <p:spPr>
          <a:xfrm>
            <a:off x="2938237"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505B1693-20A9-0E47-F38E-BB8AC825C1A6}"/>
              </a:ext>
            </a:extLst>
          </p:cNvPr>
          <p:cNvSpPr>
            <a:spLocks noGrp="1"/>
          </p:cNvSpPr>
          <p:nvPr>
            <p:ph sz="quarter" idx="12"/>
          </p:nvPr>
        </p:nvSpPr>
        <p:spPr>
          <a:xfrm>
            <a:off x="5107006"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2" name="Content Placeholder 5">
            <a:extLst>
              <a:ext uri="{FF2B5EF4-FFF2-40B4-BE49-F238E27FC236}">
                <a16:creationId xmlns:a16="http://schemas.microsoft.com/office/drawing/2014/main" id="{E7219F50-43CF-2222-81E5-6D90295DD88D}"/>
              </a:ext>
            </a:extLst>
          </p:cNvPr>
          <p:cNvSpPr>
            <a:spLocks noGrp="1"/>
          </p:cNvSpPr>
          <p:nvPr>
            <p:ph sz="quarter" idx="13"/>
          </p:nvPr>
        </p:nvSpPr>
        <p:spPr>
          <a:xfrm>
            <a:off x="7275775"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BDC33F88-CCFB-40BC-129B-6D9B539904DD}"/>
              </a:ext>
            </a:extLst>
          </p:cNvPr>
          <p:cNvSpPr>
            <a:spLocks noGrp="1"/>
          </p:cNvSpPr>
          <p:nvPr>
            <p:ph sz="quarter" idx="14"/>
          </p:nvPr>
        </p:nvSpPr>
        <p:spPr>
          <a:xfrm>
            <a:off x="9444544" y="2731720"/>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39" y="1313230"/>
            <a:ext cx="10515600" cy="736844"/>
          </a:xfrm>
        </p:spPr>
        <p:txBody>
          <a:bodyPr>
            <a:noAutofit/>
          </a:bodyPr>
          <a:lstStyle>
            <a:lvl1pPr marL="0" indent="0" algn="ctr">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129337498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ards with icons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39" y="1313230"/>
            <a:ext cx="10515600" cy="503847"/>
          </a:xfrm>
        </p:spPr>
        <p:txBody>
          <a:bodyPr>
            <a:noAutofit/>
          </a:bodyPr>
          <a:lstStyle>
            <a:lvl1pPr marL="0" indent="0" algn="ctr">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3" name="Oval 2">
            <a:extLst>
              <a:ext uri="{FF2B5EF4-FFF2-40B4-BE49-F238E27FC236}">
                <a16:creationId xmlns:a16="http://schemas.microsoft.com/office/drawing/2014/main" id="{EE227378-E5F7-F46C-5089-FAC5D8568E7C}"/>
              </a:ext>
            </a:extLst>
          </p:cNvPr>
          <p:cNvSpPr/>
          <p:nvPr userDrawn="1"/>
        </p:nvSpPr>
        <p:spPr>
          <a:xfrm>
            <a:off x="1212013"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4" name="Oval 3">
            <a:extLst>
              <a:ext uri="{FF2B5EF4-FFF2-40B4-BE49-F238E27FC236}">
                <a16:creationId xmlns:a16="http://schemas.microsoft.com/office/drawing/2014/main" id="{A0FA4B6E-0038-28ED-8935-135AFA4CE8A9}"/>
              </a:ext>
            </a:extLst>
          </p:cNvPr>
          <p:cNvSpPr/>
          <p:nvPr userDrawn="1"/>
        </p:nvSpPr>
        <p:spPr>
          <a:xfrm>
            <a:off x="7718320"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5" name="Oval 4">
            <a:extLst>
              <a:ext uri="{FF2B5EF4-FFF2-40B4-BE49-F238E27FC236}">
                <a16:creationId xmlns:a16="http://schemas.microsoft.com/office/drawing/2014/main" id="{54550CAB-8324-28E9-70B4-BA00A99A3235}"/>
              </a:ext>
            </a:extLst>
          </p:cNvPr>
          <p:cNvSpPr/>
          <p:nvPr userDrawn="1"/>
        </p:nvSpPr>
        <p:spPr>
          <a:xfrm>
            <a:off x="3380782"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7" name="Oval 6">
            <a:extLst>
              <a:ext uri="{FF2B5EF4-FFF2-40B4-BE49-F238E27FC236}">
                <a16:creationId xmlns:a16="http://schemas.microsoft.com/office/drawing/2014/main" id="{93DA1F57-B025-EBB0-B2C6-805D0560752D}"/>
              </a:ext>
            </a:extLst>
          </p:cNvPr>
          <p:cNvSpPr/>
          <p:nvPr userDrawn="1"/>
        </p:nvSpPr>
        <p:spPr>
          <a:xfrm>
            <a:off x="5549551"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8" name="Oval 7">
            <a:extLst>
              <a:ext uri="{FF2B5EF4-FFF2-40B4-BE49-F238E27FC236}">
                <a16:creationId xmlns:a16="http://schemas.microsoft.com/office/drawing/2014/main" id="{6230CF9E-31AF-DD4A-3F71-D023F3D652CB}"/>
              </a:ext>
            </a:extLst>
          </p:cNvPr>
          <p:cNvSpPr/>
          <p:nvPr userDrawn="1"/>
        </p:nvSpPr>
        <p:spPr>
          <a:xfrm>
            <a:off x="9887089"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9" name="Content Placeholder 5">
            <a:extLst>
              <a:ext uri="{FF2B5EF4-FFF2-40B4-BE49-F238E27FC236}">
                <a16:creationId xmlns:a16="http://schemas.microsoft.com/office/drawing/2014/main" id="{86E6D084-5A52-0A3A-918A-208EB7A3B4CD}"/>
              </a:ext>
            </a:extLst>
          </p:cNvPr>
          <p:cNvSpPr>
            <a:spLocks noGrp="1"/>
          </p:cNvSpPr>
          <p:nvPr>
            <p:ph sz="quarter" idx="10"/>
          </p:nvPr>
        </p:nvSpPr>
        <p:spPr>
          <a:xfrm>
            <a:off x="769468"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6" name="Content Placeholder 5">
            <a:extLst>
              <a:ext uri="{FF2B5EF4-FFF2-40B4-BE49-F238E27FC236}">
                <a16:creationId xmlns:a16="http://schemas.microsoft.com/office/drawing/2014/main" id="{DC4DA439-89DD-0D21-0BD5-BE99285C5442}"/>
              </a:ext>
            </a:extLst>
          </p:cNvPr>
          <p:cNvSpPr>
            <a:spLocks noGrp="1"/>
          </p:cNvSpPr>
          <p:nvPr>
            <p:ph sz="quarter" idx="11"/>
          </p:nvPr>
        </p:nvSpPr>
        <p:spPr>
          <a:xfrm>
            <a:off x="2938237"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7" name="Content Placeholder 5">
            <a:extLst>
              <a:ext uri="{FF2B5EF4-FFF2-40B4-BE49-F238E27FC236}">
                <a16:creationId xmlns:a16="http://schemas.microsoft.com/office/drawing/2014/main" id="{4C56B25C-B293-091E-82C2-6018E8A5289A}"/>
              </a:ext>
            </a:extLst>
          </p:cNvPr>
          <p:cNvSpPr>
            <a:spLocks noGrp="1"/>
          </p:cNvSpPr>
          <p:nvPr>
            <p:ph sz="quarter" idx="12"/>
          </p:nvPr>
        </p:nvSpPr>
        <p:spPr>
          <a:xfrm>
            <a:off x="5107006"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8" name="Content Placeholder 5">
            <a:extLst>
              <a:ext uri="{FF2B5EF4-FFF2-40B4-BE49-F238E27FC236}">
                <a16:creationId xmlns:a16="http://schemas.microsoft.com/office/drawing/2014/main" id="{AA16CF04-3079-7948-01A4-F5CC3722FE8A}"/>
              </a:ext>
            </a:extLst>
          </p:cNvPr>
          <p:cNvSpPr>
            <a:spLocks noGrp="1"/>
          </p:cNvSpPr>
          <p:nvPr>
            <p:ph sz="quarter" idx="13"/>
          </p:nvPr>
        </p:nvSpPr>
        <p:spPr>
          <a:xfrm>
            <a:off x="7275775"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9" name="Content Placeholder 5">
            <a:extLst>
              <a:ext uri="{FF2B5EF4-FFF2-40B4-BE49-F238E27FC236}">
                <a16:creationId xmlns:a16="http://schemas.microsoft.com/office/drawing/2014/main" id="{B7C99060-24D1-23D0-903F-6D2263FFAB3B}"/>
              </a:ext>
            </a:extLst>
          </p:cNvPr>
          <p:cNvSpPr>
            <a:spLocks noGrp="1"/>
          </p:cNvSpPr>
          <p:nvPr>
            <p:ph sz="quarter" idx="14"/>
          </p:nvPr>
        </p:nvSpPr>
        <p:spPr>
          <a:xfrm>
            <a:off x="9444544" y="3544865"/>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109776935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ards with icons (2)">
    <p:spTree>
      <p:nvGrpSpPr>
        <p:cNvPr id="1" name=""/>
        <p:cNvGrpSpPr/>
        <p:nvPr/>
      </p:nvGrpSpPr>
      <p:grpSpPr>
        <a:xfrm>
          <a:off x="0" y="0"/>
          <a:ext cx="0" cy="0"/>
          <a:chOff x="0" y="0"/>
          <a:chExt cx="0" cy="0"/>
        </a:xfrm>
      </p:grpSpPr>
      <p:sp>
        <p:nvSpPr>
          <p:cNvPr id="2" name="Content Placeholder 5">
            <a:extLst>
              <a:ext uri="{FF2B5EF4-FFF2-40B4-BE49-F238E27FC236}">
                <a16:creationId xmlns:a16="http://schemas.microsoft.com/office/drawing/2014/main" id="{6FCA3AD0-8EDD-2D99-0D31-D3637D2B27EC}"/>
              </a:ext>
            </a:extLst>
          </p:cNvPr>
          <p:cNvSpPr>
            <a:spLocks noGrp="1"/>
          </p:cNvSpPr>
          <p:nvPr>
            <p:ph sz="quarter" idx="10" hasCustomPrompt="1"/>
          </p:nvPr>
        </p:nvSpPr>
        <p:spPr>
          <a:xfrm>
            <a:off x="5107005" y="1199165"/>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3" name="Rectangle 2">
            <a:extLst>
              <a:ext uri="{FF2B5EF4-FFF2-40B4-BE49-F238E27FC236}">
                <a16:creationId xmlns:a16="http://schemas.microsoft.com/office/drawing/2014/main" id="{62CA1A88-F25D-3DD9-9E1B-540555265B0F}"/>
              </a:ext>
            </a:extLst>
          </p:cNvPr>
          <p:cNvSpPr/>
          <p:nvPr userDrawn="1"/>
        </p:nvSpPr>
        <p:spPr>
          <a:xfrm flipH="1">
            <a:off x="0" y="0"/>
            <a:ext cx="4305600" cy="6858000"/>
          </a:xfrm>
          <a:prstGeom prst="rect">
            <a:avLst/>
          </a:prstGeom>
          <a:solidFill>
            <a:srgbClr val="1C1C2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p>
        </p:txBody>
      </p:sp>
      <p:sp>
        <p:nvSpPr>
          <p:cNvPr id="4" name="Text Placeholder 11">
            <a:extLst>
              <a:ext uri="{FF2B5EF4-FFF2-40B4-BE49-F238E27FC236}">
                <a16:creationId xmlns:a16="http://schemas.microsoft.com/office/drawing/2014/main" id="{74B809DE-59BD-C2A1-461F-5915AA9A5864}"/>
              </a:ext>
            </a:extLst>
          </p:cNvPr>
          <p:cNvSpPr>
            <a:spLocks noGrp="1"/>
          </p:cNvSpPr>
          <p:nvPr>
            <p:ph type="body" sz="quarter" idx="12" hasCustomPrompt="1"/>
          </p:nvPr>
        </p:nvSpPr>
        <p:spPr>
          <a:xfrm>
            <a:off x="5107005" y="562645"/>
            <a:ext cx="1324402" cy="286232"/>
          </a:xfrm>
          <a:solidFill>
            <a:schemeClr val="accent1"/>
          </a:solidFill>
        </p:spPr>
        <p:txBody>
          <a:bodyPr wrap="none" rtlCol="0">
            <a:spAutoFit/>
          </a:bodyPr>
          <a:lstStyle>
            <a:lvl1pPr marL="0" indent="0">
              <a:buNone/>
              <a:defRPr lang="en-GB" sz="1400" b="1" spc="300" dirty="0" smtClean="0"/>
            </a:lvl1pPr>
          </a:lstStyle>
          <a:p>
            <a:pPr marL="0" lvl="0"/>
            <a:r>
              <a:rPr lang="en-GB"/>
              <a:t>SUBTITLE</a:t>
            </a:r>
          </a:p>
        </p:txBody>
      </p:sp>
      <p:sp>
        <p:nvSpPr>
          <p:cNvPr id="5" name="Content Placeholder 5">
            <a:extLst>
              <a:ext uri="{FF2B5EF4-FFF2-40B4-BE49-F238E27FC236}">
                <a16:creationId xmlns:a16="http://schemas.microsoft.com/office/drawing/2014/main" id="{265E3F02-DE61-F2E4-00A4-BFC0ED9AE7D2}"/>
              </a:ext>
            </a:extLst>
          </p:cNvPr>
          <p:cNvSpPr>
            <a:spLocks noGrp="1"/>
          </p:cNvSpPr>
          <p:nvPr>
            <p:ph sz="quarter" idx="13"/>
          </p:nvPr>
        </p:nvSpPr>
        <p:spPr>
          <a:xfrm>
            <a:off x="6255866" y="1199164"/>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6" name="Title 5">
            <a:extLst>
              <a:ext uri="{FF2B5EF4-FFF2-40B4-BE49-F238E27FC236}">
                <a16:creationId xmlns:a16="http://schemas.microsoft.com/office/drawing/2014/main" id="{7454EEC0-AF35-F3EE-65A0-D5BCA40B426D}"/>
              </a:ext>
            </a:extLst>
          </p:cNvPr>
          <p:cNvSpPr>
            <a:spLocks noGrp="1"/>
          </p:cNvSpPr>
          <p:nvPr>
            <p:ph type="title"/>
          </p:nvPr>
        </p:nvSpPr>
        <p:spPr>
          <a:xfrm>
            <a:off x="578977" y="3060578"/>
            <a:ext cx="3147646" cy="736844"/>
          </a:xfrm>
        </p:spPr>
        <p:txBody>
          <a:bodyPr>
            <a:no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7" name="Content Placeholder 5">
            <a:extLst>
              <a:ext uri="{FF2B5EF4-FFF2-40B4-BE49-F238E27FC236}">
                <a16:creationId xmlns:a16="http://schemas.microsoft.com/office/drawing/2014/main" id="{E2A4315C-D942-CC31-0941-2565589D34C1}"/>
              </a:ext>
            </a:extLst>
          </p:cNvPr>
          <p:cNvSpPr>
            <a:spLocks noGrp="1"/>
          </p:cNvSpPr>
          <p:nvPr>
            <p:ph sz="quarter" idx="14" hasCustomPrompt="1"/>
          </p:nvPr>
        </p:nvSpPr>
        <p:spPr>
          <a:xfrm>
            <a:off x="5107005" y="2266098"/>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8" name="Content Placeholder 5">
            <a:extLst>
              <a:ext uri="{FF2B5EF4-FFF2-40B4-BE49-F238E27FC236}">
                <a16:creationId xmlns:a16="http://schemas.microsoft.com/office/drawing/2014/main" id="{CCCDB590-0FD1-9D69-EEF2-083D0E1AE1E1}"/>
              </a:ext>
            </a:extLst>
          </p:cNvPr>
          <p:cNvSpPr>
            <a:spLocks noGrp="1"/>
          </p:cNvSpPr>
          <p:nvPr>
            <p:ph sz="quarter" idx="15"/>
          </p:nvPr>
        </p:nvSpPr>
        <p:spPr>
          <a:xfrm>
            <a:off x="6255866" y="2266097"/>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9" name="Content Placeholder 5">
            <a:extLst>
              <a:ext uri="{FF2B5EF4-FFF2-40B4-BE49-F238E27FC236}">
                <a16:creationId xmlns:a16="http://schemas.microsoft.com/office/drawing/2014/main" id="{1409480A-62D1-5755-D9A7-0767E1BEC49A}"/>
              </a:ext>
            </a:extLst>
          </p:cNvPr>
          <p:cNvSpPr>
            <a:spLocks noGrp="1"/>
          </p:cNvSpPr>
          <p:nvPr>
            <p:ph sz="quarter" idx="16" hasCustomPrompt="1"/>
          </p:nvPr>
        </p:nvSpPr>
        <p:spPr>
          <a:xfrm>
            <a:off x="5107005" y="3333031"/>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0" name="Content Placeholder 5">
            <a:extLst>
              <a:ext uri="{FF2B5EF4-FFF2-40B4-BE49-F238E27FC236}">
                <a16:creationId xmlns:a16="http://schemas.microsoft.com/office/drawing/2014/main" id="{12C65410-0144-D02A-0CD5-66C6780F7E65}"/>
              </a:ext>
            </a:extLst>
          </p:cNvPr>
          <p:cNvSpPr>
            <a:spLocks noGrp="1"/>
          </p:cNvSpPr>
          <p:nvPr>
            <p:ph sz="quarter" idx="17"/>
          </p:nvPr>
        </p:nvSpPr>
        <p:spPr>
          <a:xfrm>
            <a:off x="6255866" y="3333030"/>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DCB11797-3E0D-7630-94F2-36A6006EA6A8}"/>
              </a:ext>
            </a:extLst>
          </p:cNvPr>
          <p:cNvSpPr>
            <a:spLocks noGrp="1"/>
          </p:cNvSpPr>
          <p:nvPr>
            <p:ph sz="quarter" idx="18" hasCustomPrompt="1"/>
          </p:nvPr>
        </p:nvSpPr>
        <p:spPr>
          <a:xfrm>
            <a:off x="5107005" y="4399964"/>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2" name="Content Placeholder 5">
            <a:extLst>
              <a:ext uri="{FF2B5EF4-FFF2-40B4-BE49-F238E27FC236}">
                <a16:creationId xmlns:a16="http://schemas.microsoft.com/office/drawing/2014/main" id="{07884FF0-5460-7A70-29EA-D08A8FD57C04}"/>
              </a:ext>
            </a:extLst>
          </p:cNvPr>
          <p:cNvSpPr>
            <a:spLocks noGrp="1"/>
          </p:cNvSpPr>
          <p:nvPr>
            <p:ph sz="quarter" idx="19"/>
          </p:nvPr>
        </p:nvSpPr>
        <p:spPr>
          <a:xfrm>
            <a:off x="6255866" y="4399963"/>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E278DE42-BAD1-9EDC-B888-FC3F0A689AC4}"/>
              </a:ext>
            </a:extLst>
          </p:cNvPr>
          <p:cNvSpPr>
            <a:spLocks noGrp="1"/>
          </p:cNvSpPr>
          <p:nvPr>
            <p:ph sz="quarter" idx="20" hasCustomPrompt="1"/>
          </p:nvPr>
        </p:nvSpPr>
        <p:spPr>
          <a:xfrm>
            <a:off x="5107004" y="5466896"/>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4" name="Content Placeholder 5">
            <a:extLst>
              <a:ext uri="{FF2B5EF4-FFF2-40B4-BE49-F238E27FC236}">
                <a16:creationId xmlns:a16="http://schemas.microsoft.com/office/drawing/2014/main" id="{70F216DB-B780-E3E7-612E-40011894E4EE}"/>
              </a:ext>
            </a:extLst>
          </p:cNvPr>
          <p:cNvSpPr>
            <a:spLocks noGrp="1"/>
          </p:cNvSpPr>
          <p:nvPr>
            <p:ph sz="quarter" idx="21"/>
          </p:nvPr>
        </p:nvSpPr>
        <p:spPr>
          <a:xfrm>
            <a:off x="6255866" y="5466897"/>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22240065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lide break">
    <p:spTree>
      <p:nvGrpSpPr>
        <p:cNvPr id="1" name=""/>
        <p:cNvGrpSpPr/>
        <p:nvPr/>
      </p:nvGrpSpPr>
      <p:grpSpPr>
        <a:xfrm>
          <a:off x="0" y="0"/>
          <a:ext cx="0" cy="0"/>
          <a:chOff x="0" y="0"/>
          <a:chExt cx="0" cy="0"/>
        </a:xfrm>
      </p:grpSpPr>
      <p:pic>
        <p:nvPicPr>
          <p:cNvPr id="6" name="Picture 5" descr="A grid of lines on a black background&#10;&#10;Description automatically generated">
            <a:extLst>
              <a:ext uri="{FF2B5EF4-FFF2-40B4-BE49-F238E27FC236}">
                <a16:creationId xmlns:a16="http://schemas.microsoft.com/office/drawing/2014/main" id="{D387F483-0E38-82BA-CD06-B08DAF071F59}"/>
              </a:ext>
            </a:extLst>
          </p:cNvPr>
          <p:cNvPicPr/>
          <p:nvPr userDrawn="1"/>
        </p:nvPicPr>
        <p:blipFill rotWithShape="1">
          <a:blip r:embed="rId2">
            <a:alphaModFix amt="55000"/>
          </a:blip>
          <a:srcRect l="6511" t="13271" r="4231" b="7756"/>
          <a:stretch/>
        </p:blipFill>
        <p:spPr>
          <a:xfrm>
            <a:off x="0" y="-1"/>
            <a:ext cx="12192000" cy="6858001"/>
          </a:xfrm>
          <a:prstGeom prst="rect">
            <a:avLst/>
          </a:prstGeom>
          <a:effectLst>
            <a:outerShdw blurRad="50800" dist="50800" dir="5400000" sx="1000" sy="1000" algn="ctr" rotWithShape="0">
              <a:srgbClr val="000000"/>
            </a:outerShdw>
          </a:effectLst>
        </p:spPr>
      </p:pic>
      <p:sp>
        <p:nvSpPr>
          <p:cNvPr id="11" name="Title 10">
            <a:extLst>
              <a:ext uri="{FF2B5EF4-FFF2-40B4-BE49-F238E27FC236}">
                <a16:creationId xmlns:a16="http://schemas.microsoft.com/office/drawing/2014/main" id="{80FE4188-D35C-C62E-D6A6-E937C096C154}"/>
              </a:ext>
            </a:extLst>
          </p:cNvPr>
          <p:cNvSpPr>
            <a:spLocks noGrp="1"/>
          </p:cNvSpPr>
          <p:nvPr>
            <p:ph type="title" hasCustomPrompt="1"/>
          </p:nvPr>
        </p:nvSpPr>
        <p:spPr>
          <a:xfrm>
            <a:off x="3140127" y="2592232"/>
            <a:ext cx="5911746" cy="1673537"/>
          </a:xfrm>
        </p:spPr>
        <p:txBody>
          <a:bodyPr>
            <a:noAutofit/>
          </a:bodyPr>
          <a:lstStyle>
            <a:lvl1pPr algn="ctr" defTabSz="914400" rtl="0" eaLnBrk="1" latinLnBrk="0" hangingPunct="1">
              <a:lnSpc>
                <a:spcPct val="100000"/>
              </a:lnSpc>
              <a:spcBef>
                <a:spcPct val="0"/>
              </a:spcBef>
              <a:buNone/>
              <a:defRPr lang="en-US" sz="4800" b="1" i="0" kern="1200" baseline="0" dirty="0">
                <a:solidFill>
                  <a:schemeClr val="tx1"/>
                </a:solidFill>
                <a:latin typeface="Playfair Display Black" pitchFamily="2" charset="77"/>
                <a:ea typeface="+mj-ea"/>
                <a:cs typeface="+mj-cs"/>
              </a:defRPr>
            </a:lvl1pPr>
          </a:lstStyle>
          <a:p>
            <a:r>
              <a:rPr lang="en-GB"/>
              <a:t>Click to edit title </a:t>
            </a:r>
            <a:endParaRPr lang="en-US"/>
          </a:p>
        </p:txBody>
      </p:sp>
    </p:spTree>
    <p:extLst>
      <p:ext uri="{BB962C8B-B14F-4D97-AF65-F5344CB8AC3E}">
        <p14:creationId xmlns:p14="http://schemas.microsoft.com/office/powerpoint/2010/main" val="263845432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534286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9BDEB7B-C156-5A00-FCA6-10790A0A29CF}"/>
              </a:ext>
            </a:extLst>
          </p:cNvPr>
          <p:cNvSpPr/>
          <p:nvPr userDrawn="1"/>
        </p:nvSpPr>
        <p:spPr>
          <a:xfrm>
            <a:off x="0" y="0"/>
            <a:ext cx="12192000" cy="4283901"/>
          </a:xfrm>
          <a:prstGeom prst="rect">
            <a:avLst/>
          </a:prstGeom>
          <a:gradFill flip="none" rotWithShape="1">
            <a:gsLst>
              <a:gs pos="14000">
                <a:srgbClr val="1E41EB">
                  <a:alpha val="15000"/>
                </a:srgbClr>
              </a:gs>
              <a:gs pos="100000">
                <a:schemeClr val="bg2"/>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4694A8F-390A-06B0-5CBF-CB34FB5A1FA3}"/>
              </a:ext>
            </a:extLst>
          </p:cNvPr>
          <p:cNvPicPr>
            <a:picLocks noChangeAspect="1"/>
          </p:cNvPicPr>
          <p:nvPr userDrawn="1"/>
        </p:nvPicPr>
        <p:blipFill>
          <a:blip r:embed="rId2"/>
          <a:stretch>
            <a:fillRect/>
          </a:stretch>
        </p:blipFill>
        <p:spPr>
          <a:xfrm>
            <a:off x="2308069" y="2667000"/>
            <a:ext cx="1879600" cy="1524000"/>
          </a:xfrm>
          <a:prstGeom prst="rect">
            <a:avLst/>
          </a:prstGeom>
        </p:spPr>
      </p:pic>
      <p:sp>
        <p:nvSpPr>
          <p:cNvPr id="10" name="Text Placeholder 9">
            <a:extLst>
              <a:ext uri="{FF2B5EF4-FFF2-40B4-BE49-F238E27FC236}">
                <a16:creationId xmlns:a16="http://schemas.microsoft.com/office/drawing/2014/main" id="{9D09BCC6-6D61-DA13-5CC0-8DEB1ED14463}"/>
              </a:ext>
            </a:extLst>
          </p:cNvPr>
          <p:cNvSpPr>
            <a:spLocks noGrp="1"/>
          </p:cNvSpPr>
          <p:nvPr>
            <p:ph type="body" sz="quarter" idx="11" hasCustomPrompt="1"/>
          </p:nvPr>
        </p:nvSpPr>
        <p:spPr>
          <a:xfrm>
            <a:off x="5186363" y="4962525"/>
            <a:ext cx="2938306" cy="613816"/>
          </a:xfrm>
          <a:solidFill>
            <a:schemeClr val="accent3"/>
          </a:solidFill>
        </p:spPr>
        <p:txBody>
          <a:bodyPr lIns="216000" anchor="ctr"/>
          <a:lstStyle>
            <a:lvl1pPr marL="0" indent="0">
              <a:buNone/>
              <a:defRPr>
                <a:solidFill>
                  <a:schemeClr val="tx1"/>
                </a:solidFill>
                <a:latin typeface="Playfair Display Medium" pitchFamily="2" charset="77"/>
              </a:defRPr>
            </a:lvl1pPr>
          </a:lstStyle>
          <a:p>
            <a:pPr lvl="0"/>
            <a:r>
              <a:rPr lang="en-GB"/>
              <a:t>Who said it </a:t>
            </a:r>
            <a:endParaRPr lang="en-US"/>
          </a:p>
        </p:txBody>
      </p:sp>
      <p:sp>
        <p:nvSpPr>
          <p:cNvPr id="11" name="Text Placeholder 9">
            <a:extLst>
              <a:ext uri="{FF2B5EF4-FFF2-40B4-BE49-F238E27FC236}">
                <a16:creationId xmlns:a16="http://schemas.microsoft.com/office/drawing/2014/main" id="{4C6C8DD7-E181-3945-DE67-F243DBAB5DE2}"/>
              </a:ext>
            </a:extLst>
          </p:cNvPr>
          <p:cNvSpPr>
            <a:spLocks noGrp="1"/>
          </p:cNvSpPr>
          <p:nvPr>
            <p:ph type="body" sz="quarter" idx="12" hasCustomPrompt="1"/>
          </p:nvPr>
        </p:nvSpPr>
        <p:spPr>
          <a:xfrm>
            <a:off x="5186363" y="5576341"/>
            <a:ext cx="2938306" cy="479685"/>
          </a:xfrm>
          <a:solidFill>
            <a:schemeClr val="accent3"/>
          </a:solidFill>
        </p:spPr>
        <p:txBody>
          <a:bodyPr lIns="216000" anchor="ctr">
            <a:normAutofit/>
          </a:bodyPr>
          <a:lstStyle>
            <a:lvl1pPr marL="0" indent="0">
              <a:buNone/>
              <a:defRPr sz="1600">
                <a:solidFill>
                  <a:srgbClr val="150359"/>
                </a:solidFill>
                <a:latin typeface="Manrope" pitchFamily="2" charset="0"/>
              </a:defRPr>
            </a:lvl1pPr>
          </a:lstStyle>
          <a:p>
            <a:pPr lvl="0"/>
            <a:r>
              <a:rPr lang="en-GB"/>
              <a:t>CONTEXT</a:t>
            </a:r>
            <a:endParaRPr lang="en-US"/>
          </a:p>
        </p:txBody>
      </p:sp>
      <p:sp>
        <p:nvSpPr>
          <p:cNvPr id="3" name="Content Placeholder 2">
            <a:extLst>
              <a:ext uri="{FF2B5EF4-FFF2-40B4-BE49-F238E27FC236}">
                <a16:creationId xmlns:a16="http://schemas.microsoft.com/office/drawing/2014/main" id="{75700892-7442-C196-A9AF-BD393FD00517}"/>
              </a:ext>
            </a:extLst>
          </p:cNvPr>
          <p:cNvSpPr>
            <a:spLocks noGrp="1"/>
          </p:cNvSpPr>
          <p:nvPr>
            <p:ph sz="quarter" idx="13" hasCustomPrompt="1"/>
          </p:nvPr>
        </p:nvSpPr>
        <p:spPr>
          <a:xfrm>
            <a:off x="5186363" y="903288"/>
            <a:ext cx="4976812" cy="3598862"/>
          </a:xfrm>
        </p:spPr>
        <p:txBody>
          <a:bodyPr>
            <a:normAutofit/>
          </a:bodyPr>
          <a:lstStyle>
            <a:lvl1pPr marL="0" indent="0">
              <a:lnSpc>
                <a:spcPct val="100000"/>
              </a:lnSpc>
              <a:buNone/>
              <a:defRPr sz="4000" b="1" i="1">
                <a:latin typeface="Playfair Display SemiBold" pitchFamily="2" charset="77"/>
              </a:defRPr>
            </a:lvl1pPr>
            <a:lvl2pPr marL="457200" indent="0">
              <a:buNone/>
              <a:defRPr b="1" i="1">
                <a:latin typeface="Playfair Display Black" pitchFamily="2" charset="77"/>
              </a:defRPr>
            </a:lvl2pPr>
            <a:lvl3pPr marL="914400" indent="0">
              <a:buNone/>
              <a:defRPr b="1" i="1">
                <a:latin typeface="Playfair Display Black" pitchFamily="2" charset="77"/>
              </a:defRPr>
            </a:lvl3pPr>
            <a:lvl4pPr marL="1371600" indent="0">
              <a:buNone/>
              <a:defRPr b="1" i="1">
                <a:latin typeface="Playfair Display Black" pitchFamily="2" charset="77"/>
              </a:defRPr>
            </a:lvl4pPr>
            <a:lvl5pPr marL="1828800" indent="0">
              <a:buNone/>
              <a:defRPr b="1" i="1">
                <a:latin typeface="Playfair Display Black" pitchFamily="2" charset="77"/>
              </a:defRPr>
            </a:lvl5pPr>
          </a:lstStyle>
          <a:p>
            <a:pPr lvl="0"/>
            <a:r>
              <a:rPr lang="en-GB"/>
              <a:t>Quote goes here</a:t>
            </a:r>
          </a:p>
        </p:txBody>
      </p:sp>
    </p:spTree>
    <p:extLst>
      <p:ext uri="{BB962C8B-B14F-4D97-AF65-F5344CB8AC3E}">
        <p14:creationId xmlns:p14="http://schemas.microsoft.com/office/powerpoint/2010/main" val="3668511686"/>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et in touch (1)">
    <p:spTree>
      <p:nvGrpSpPr>
        <p:cNvPr id="1" name=""/>
        <p:cNvGrpSpPr/>
        <p:nvPr/>
      </p:nvGrpSpPr>
      <p:grpSpPr>
        <a:xfrm>
          <a:off x="0" y="0"/>
          <a:ext cx="0" cy="0"/>
          <a:chOff x="0" y="0"/>
          <a:chExt cx="0" cy="0"/>
        </a:xfrm>
      </p:grpSpPr>
      <p:sp>
        <p:nvSpPr>
          <p:cNvPr id="3" name="Google Shape;302;p9">
            <a:extLst>
              <a:ext uri="{FF2B5EF4-FFF2-40B4-BE49-F238E27FC236}">
                <a16:creationId xmlns:a16="http://schemas.microsoft.com/office/drawing/2014/main" id="{4CFCA3CB-482B-759F-041F-2FDAE30B9654}"/>
              </a:ext>
            </a:extLst>
          </p:cNvPr>
          <p:cNvSpPr/>
          <p:nvPr userDrawn="1"/>
        </p:nvSpPr>
        <p:spPr>
          <a:xfrm>
            <a:off x="7140283" y="3102022"/>
            <a:ext cx="2279290" cy="653956"/>
          </a:xfrm>
          <a:prstGeom prst="rect">
            <a:avLst/>
          </a:prstGeom>
          <a:noFill/>
          <a:ln>
            <a:solidFill>
              <a:schemeClr val="tx1"/>
            </a:solid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a:solidFill>
                  <a:srgbClr val="DAF0F0"/>
                </a:solidFill>
                <a:latin typeface="Manrope" pitchFamily="2" charset="0"/>
                <a:ea typeface="Poppins"/>
                <a:cs typeface="Poppins"/>
                <a:sym typeface="Poppins"/>
              </a:rPr>
              <a:t>info@zoomrx.com</a:t>
            </a:r>
            <a:endParaRPr>
              <a:latin typeface="Manrope" pitchFamily="2" charset="0"/>
            </a:endParaRPr>
          </a:p>
        </p:txBody>
      </p:sp>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2"/>
            <a:ext cx="2845547" cy="387798"/>
          </a:xfrm>
          <a:prstGeom prst="rect">
            <a:avLst/>
          </a:prstGeom>
          <a:noFill/>
        </p:spPr>
        <p:txBody>
          <a:bodyPr wrap="square" lIns="91440" tIns="0" rIns="91440" bIns="0" rtlCol="0" anchor="t">
            <a:spAutoFit/>
          </a:bodyPr>
          <a:lstStyle/>
          <a:p>
            <a:pPr algn="l" defTabSz="914400" rtl="0" eaLnBrk="1" latinLnBrk="0" hangingPunct="1">
              <a:lnSpc>
                <a:spcPct val="90000"/>
              </a:lnSpc>
              <a:spcBef>
                <a:spcPct val="0"/>
              </a:spcBef>
              <a:buClrTx/>
              <a:buFontTx/>
              <a:buNone/>
              <a:defRPr/>
            </a:pPr>
            <a:r>
              <a:rPr lang="en-US" sz="2800" b="1" i="0" kern="1200" baseline="0">
                <a:solidFill>
                  <a:schemeClr val="tx1"/>
                </a:solidFill>
                <a:latin typeface="Playfair Display Black" pitchFamily="2" charset="77"/>
                <a:ea typeface="+mj-ea"/>
                <a:cs typeface="+mj-cs"/>
              </a:rPr>
              <a:t>Get</a:t>
            </a:r>
            <a:r>
              <a:rPr lang="en-US" sz="2800" b="1" i="0" kern="1200" baseline="0" noProof="0">
                <a:solidFill>
                  <a:schemeClr val="tx1"/>
                </a:solidFill>
                <a:latin typeface="Playfair Display Black" pitchFamily="2" charset="77"/>
                <a:ea typeface="+mj-ea"/>
                <a:cs typeface="+mj-cs"/>
              </a:rPr>
              <a:t> </a:t>
            </a:r>
            <a:r>
              <a:rPr lang="en-US" sz="2800" b="1" i="0" kern="1200" baseline="0">
                <a:solidFill>
                  <a:schemeClr val="tx1"/>
                </a:solidFill>
                <a:latin typeface="Playfair Display Black" pitchFamily="2" charset="77"/>
                <a:ea typeface="+mj-ea"/>
                <a:cs typeface="+mj-cs"/>
              </a:rPr>
              <a:t>in t</a:t>
            </a:r>
            <a:r>
              <a:rPr lang="en-US" sz="2800" b="1" i="0" kern="1200" baseline="0" noProof="0">
                <a:solidFill>
                  <a:schemeClr val="tx1"/>
                </a:solidFill>
                <a:latin typeface="Playfair Display Black" pitchFamily="2" charset="77"/>
                <a:ea typeface="+mj-ea"/>
                <a:cs typeface="+mj-cs"/>
              </a:rPr>
              <a:t>ouch</a:t>
            </a:r>
            <a:endParaRPr lang="en-US" sz="2800" b="1" i="0" kern="1200" baseline="0">
              <a:solidFill>
                <a:schemeClr val="tx1"/>
              </a:solidFill>
              <a:latin typeface="Playfair Display Black" pitchFamily="2" charset="77"/>
              <a:ea typeface="+mj-ea"/>
              <a:cs typeface="+mj-cs"/>
            </a:endParaRPr>
          </a:p>
        </p:txBody>
      </p:sp>
      <p:pic>
        <p:nvPicPr>
          <p:cNvPr id="2" name="Graphic 4">
            <a:extLst>
              <a:ext uri="{FF2B5EF4-FFF2-40B4-BE49-F238E27FC236}">
                <a16:creationId xmlns:a16="http://schemas.microsoft.com/office/drawing/2014/main" id="{ACA9C858-37F8-4EA0-0D13-69531B3E8531}"/>
              </a:ext>
            </a:extLst>
          </p:cNvPr>
          <p:cNvPicPr>
            <a:picLocks noChangeAspect="1"/>
          </p:cNvPicPr>
          <p:nvPr userDrawn="1"/>
        </p:nvPicPr>
        <p:blipFill>
          <a:blip r:embed="rId2"/>
          <a:srcRect/>
          <a:stretch/>
        </p:blipFill>
        <p:spPr>
          <a:xfrm>
            <a:off x="1531963" y="1572981"/>
            <a:ext cx="4564036" cy="2996589"/>
          </a:xfrm>
          <a:prstGeom prst="rect">
            <a:avLst/>
          </a:prstGeom>
        </p:spPr>
      </p:pic>
      <p:pic>
        <p:nvPicPr>
          <p:cNvPr id="6" name="Picture 5">
            <a:extLst>
              <a:ext uri="{FF2B5EF4-FFF2-40B4-BE49-F238E27FC236}">
                <a16:creationId xmlns:a16="http://schemas.microsoft.com/office/drawing/2014/main" id="{5BEEE910-8298-E38D-9B31-1B4AA1AE8D8E}"/>
              </a:ext>
            </a:extLst>
          </p:cNvPr>
          <p:cNvPicPr>
            <a:picLocks noChangeAspect="1"/>
          </p:cNvPicPr>
          <p:nvPr userDrawn="1"/>
        </p:nvPicPr>
        <p:blipFill>
          <a:blip r:embed="rId3"/>
          <a:stretch>
            <a:fillRect/>
          </a:stretch>
        </p:blipFill>
        <p:spPr>
          <a:xfrm>
            <a:off x="5177537" y="5593937"/>
            <a:ext cx="1836926" cy="551078"/>
          </a:xfrm>
          <a:prstGeom prst="rect">
            <a:avLst/>
          </a:prstGeom>
        </p:spPr>
      </p:pic>
    </p:spTree>
    <p:extLst>
      <p:ext uri="{BB962C8B-B14F-4D97-AF65-F5344CB8AC3E}">
        <p14:creationId xmlns:p14="http://schemas.microsoft.com/office/powerpoint/2010/main" val="321960311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Get in touch (2)">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2"/>
            <a:ext cx="2845547" cy="387798"/>
          </a:xfrm>
          <a:prstGeom prst="rect">
            <a:avLst/>
          </a:prstGeom>
          <a:noFill/>
        </p:spPr>
        <p:txBody>
          <a:bodyPr wrap="square" lIns="91440" tIns="0" rIns="91440" bIns="0" rtlCol="0" anchor="t">
            <a:spAutoFit/>
          </a:bodyPr>
          <a:lstStyle/>
          <a:p>
            <a:pPr marL="0" algn="l" defTabSz="914400" rtl="0" eaLnBrk="1" latinLnBrk="0" hangingPunct="1">
              <a:lnSpc>
                <a:spcPct val="90000"/>
              </a:lnSpc>
              <a:spcBef>
                <a:spcPct val="0"/>
              </a:spcBef>
              <a:buClrTx/>
              <a:buFontTx/>
              <a:buNone/>
              <a:defRPr/>
            </a:pPr>
            <a:r>
              <a:rPr lang="en-US" sz="2800" b="1" i="0" kern="1200" baseline="0">
                <a:solidFill>
                  <a:schemeClr val="tx1"/>
                </a:solidFill>
                <a:latin typeface="Playfair Display Black" pitchFamily="2" charset="77"/>
                <a:ea typeface="+mj-ea"/>
                <a:cs typeface="+mj-cs"/>
              </a:rPr>
              <a:t>Get</a:t>
            </a:r>
            <a:r>
              <a:rPr lang="en-US" sz="2800" b="1" i="0" kern="1200" baseline="0" noProof="0">
                <a:solidFill>
                  <a:schemeClr val="tx1"/>
                </a:solidFill>
                <a:latin typeface="Playfair Display Black" pitchFamily="2" charset="77"/>
                <a:ea typeface="+mj-ea"/>
                <a:cs typeface="+mj-cs"/>
              </a:rPr>
              <a:t> </a:t>
            </a:r>
            <a:r>
              <a:rPr lang="en-US" sz="2800" b="1" i="0" kern="1200" baseline="0">
                <a:solidFill>
                  <a:schemeClr val="tx1"/>
                </a:solidFill>
                <a:latin typeface="Playfair Display Black" pitchFamily="2" charset="77"/>
                <a:ea typeface="+mj-ea"/>
                <a:cs typeface="+mj-cs"/>
              </a:rPr>
              <a:t>in t</a:t>
            </a:r>
            <a:r>
              <a:rPr lang="en-US" sz="2800" b="1" i="0" kern="1200" baseline="0" noProof="0">
                <a:solidFill>
                  <a:schemeClr val="tx1"/>
                </a:solidFill>
                <a:latin typeface="Playfair Display Black" pitchFamily="2" charset="77"/>
                <a:ea typeface="+mj-ea"/>
                <a:cs typeface="+mj-cs"/>
              </a:rPr>
              <a:t>ouch</a:t>
            </a:r>
            <a:endParaRPr lang="en-US" sz="2800" b="1" i="0" kern="1200" baseline="0">
              <a:solidFill>
                <a:schemeClr val="tx1"/>
              </a:solidFill>
              <a:latin typeface="Playfair Display Black" pitchFamily="2" charset="77"/>
              <a:ea typeface="+mj-ea"/>
              <a:cs typeface="+mj-cs"/>
            </a:endParaRPr>
          </a:p>
        </p:txBody>
      </p:sp>
      <p:pic>
        <p:nvPicPr>
          <p:cNvPr id="5" name="Graphic 4">
            <a:extLst>
              <a:ext uri="{FF2B5EF4-FFF2-40B4-BE49-F238E27FC236}">
                <a16:creationId xmlns:a16="http://schemas.microsoft.com/office/drawing/2014/main" id="{1DF6A125-61E2-5F97-DC80-A11AB37D9D6C}"/>
              </a:ext>
            </a:extLst>
          </p:cNvPr>
          <p:cNvPicPr>
            <a:picLocks noChangeAspect="1"/>
          </p:cNvPicPr>
          <p:nvPr userDrawn="1"/>
        </p:nvPicPr>
        <p:blipFill>
          <a:blip r:embed="rId2"/>
          <a:srcRect/>
          <a:stretch/>
        </p:blipFill>
        <p:spPr>
          <a:xfrm>
            <a:off x="1531963" y="1572981"/>
            <a:ext cx="4564036" cy="2996589"/>
          </a:xfrm>
          <a:prstGeom prst="rect">
            <a:avLst/>
          </a:prstGeom>
        </p:spPr>
      </p:pic>
      <p:cxnSp>
        <p:nvCxnSpPr>
          <p:cNvPr id="6" name="Straight Connector 5">
            <a:extLst>
              <a:ext uri="{FF2B5EF4-FFF2-40B4-BE49-F238E27FC236}">
                <a16:creationId xmlns:a16="http://schemas.microsoft.com/office/drawing/2014/main" id="{CC911A06-BA38-80F5-32E3-E057797F0F79}"/>
              </a:ext>
            </a:extLst>
          </p:cNvPr>
          <p:cNvCxnSpPr/>
          <p:nvPr userDrawn="1"/>
        </p:nvCxnSpPr>
        <p:spPr>
          <a:xfrm>
            <a:off x="7152007" y="3071275"/>
            <a:ext cx="2746738" cy="0"/>
          </a:xfrm>
          <a:prstGeom prst="line">
            <a:avLst/>
          </a:prstGeom>
          <a:ln w="6350">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Content Placeholder 8">
            <a:extLst>
              <a:ext uri="{FF2B5EF4-FFF2-40B4-BE49-F238E27FC236}">
                <a16:creationId xmlns:a16="http://schemas.microsoft.com/office/drawing/2014/main" id="{E95F49D7-4930-964F-60D3-6EBE8D724B41}"/>
              </a:ext>
            </a:extLst>
          </p:cNvPr>
          <p:cNvSpPr>
            <a:spLocks noGrp="1"/>
          </p:cNvSpPr>
          <p:nvPr>
            <p:ph sz="quarter" idx="10" hasCustomPrompt="1"/>
          </p:nvPr>
        </p:nvSpPr>
        <p:spPr>
          <a:xfrm>
            <a:off x="7152007" y="3467929"/>
            <a:ext cx="2815194" cy="369332"/>
          </a:xfrm>
          <a:noFill/>
        </p:spPr>
        <p:txBody>
          <a:bodyPr wrap="none" rtlCol="0">
            <a:spAutoFit/>
          </a:bodyPr>
          <a:lstStyle>
            <a:lvl1pPr marL="0" indent="0">
              <a:buNone/>
              <a:defRPr lang="en-GB" sz="2000" b="1" i="0" dirty="0" smtClean="0">
                <a:solidFill>
                  <a:schemeClr val="accent1"/>
                </a:solidFill>
                <a:latin typeface="Playfair Display Black" pitchFamily="2" charset="77"/>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First Name Last Name</a:t>
            </a:r>
          </a:p>
        </p:txBody>
      </p:sp>
      <p:sp>
        <p:nvSpPr>
          <p:cNvPr id="14" name="Content Placeholder 13">
            <a:extLst>
              <a:ext uri="{FF2B5EF4-FFF2-40B4-BE49-F238E27FC236}">
                <a16:creationId xmlns:a16="http://schemas.microsoft.com/office/drawing/2014/main" id="{5515009B-9282-FA15-616A-80A5ED924CCA}"/>
              </a:ext>
            </a:extLst>
          </p:cNvPr>
          <p:cNvSpPr>
            <a:spLocks noGrp="1"/>
          </p:cNvSpPr>
          <p:nvPr>
            <p:ph sz="quarter" idx="11" hasCustomPrompt="1"/>
          </p:nvPr>
        </p:nvSpPr>
        <p:spPr>
          <a:xfrm>
            <a:off x="7175453" y="4028940"/>
            <a:ext cx="2555508" cy="341632"/>
          </a:xfrm>
          <a:ln>
            <a:solidFill>
              <a:schemeClr val="tx1"/>
            </a:solidFill>
          </a:ln>
        </p:spPr>
        <p:txBody>
          <a:bodyPr anchor="ctr">
            <a:noAutofit/>
          </a:bodyPr>
          <a:lstStyle>
            <a:lvl1pPr marL="0" indent="0" algn="l">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Email goes here</a:t>
            </a:r>
            <a:endParaRPr lang="en-US"/>
          </a:p>
        </p:txBody>
      </p:sp>
      <p:pic>
        <p:nvPicPr>
          <p:cNvPr id="15" name="Picture 14">
            <a:extLst>
              <a:ext uri="{FF2B5EF4-FFF2-40B4-BE49-F238E27FC236}">
                <a16:creationId xmlns:a16="http://schemas.microsoft.com/office/drawing/2014/main" id="{767D5D12-7F80-363F-9A06-A3B9D3C668F9}"/>
              </a:ext>
            </a:extLst>
          </p:cNvPr>
          <p:cNvPicPr>
            <a:picLocks noChangeAspect="1"/>
          </p:cNvPicPr>
          <p:nvPr userDrawn="1"/>
        </p:nvPicPr>
        <p:blipFill>
          <a:blip r:embed="rId3"/>
          <a:stretch>
            <a:fillRect/>
          </a:stretch>
        </p:blipFill>
        <p:spPr>
          <a:xfrm>
            <a:off x="5177537" y="5593937"/>
            <a:ext cx="1836926" cy="551078"/>
          </a:xfrm>
          <a:prstGeom prst="rect">
            <a:avLst/>
          </a:prstGeom>
        </p:spPr>
      </p:pic>
    </p:spTree>
    <p:extLst>
      <p:ext uri="{BB962C8B-B14F-4D97-AF65-F5344CB8AC3E}">
        <p14:creationId xmlns:p14="http://schemas.microsoft.com/office/powerpoint/2010/main" val="125807374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Get in touch (3)">
    <p:spTree>
      <p:nvGrpSpPr>
        <p:cNvPr id="1" name=""/>
        <p:cNvGrpSpPr/>
        <p:nvPr/>
      </p:nvGrpSpPr>
      <p:grpSpPr>
        <a:xfrm>
          <a:off x="0" y="0"/>
          <a:ext cx="0" cy="0"/>
          <a:chOff x="0" y="0"/>
          <a:chExt cx="0" cy="0"/>
        </a:xfrm>
      </p:grpSpPr>
      <p:pic>
        <p:nvPicPr>
          <p:cNvPr id="2" name="Picture 1" descr="A black circle with a white circle in the middle&#10;&#10;Description automatically generated">
            <a:extLst>
              <a:ext uri="{FF2B5EF4-FFF2-40B4-BE49-F238E27FC236}">
                <a16:creationId xmlns:a16="http://schemas.microsoft.com/office/drawing/2014/main" id="{F26C5CA9-D196-983D-B15B-BBC47D4B1C77}"/>
              </a:ext>
            </a:extLst>
          </p:cNvPr>
          <p:cNvPicPr>
            <a:picLocks/>
          </p:cNvPicPr>
          <p:nvPr userDrawn="1"/>
        </p:nvPicPr>
        <p:blipFill rotWithShape="1">
          <a:blip r:embed="rId2"/>
          <a:srcRect l="15978" t="7978" r="9299" b="17984"/>
          <a:stretch/>
        </p:blipFill>
        <p:spPr>
          <a:xfrm>
            <a:off x="0" y="0"/>
            <a:ext cx="8640147" cy="6858000"/>
          </a:xfrm>
          <a:prstGeom prst="rect">
            <a:avLst/>
          </a:prstGeom>
        </p:spPr>
      </p:pic>
      <p:pic>
        <p:nvPicPr>
          <p:cNvPr id="5" name="Picture 4" descr="A colorful envelope with a bell and a paper plane&#10;&#10;Description automatically generated">
            <a:extLst>
              <a:ext uri="{FF2B5EF4-FFF2-40B4-BE49-F238E27FC236}">
                <a16:creationId xmlns:a16="http://schemas.microsoft.com/office/drawing/2014/main" id="{9537D5C9-4D78-ABF1-D0CC-F31665FE599E}"/>
              </a:ext>
            </a:extLst>
          </p:cNvPr>
          <p:cNvPicPr>
            <a:picLocks noChangeAspect="1"/>
          </p:cNvPicPr>
          <p:nvPr userDrawn="1"/>
        </p:nvPicPr>
        <p:blipFill>
          <a:blip r:embed="rId3"/>
          <a:stretch>
            <a:fillRect/>
          </a:stretch>
        </p:blipFill>
        <p:spPr>
          <a:xfrm>
            <a:off x="2959171" y="151641"/>
            <a:ext cx="6456255" cy="5272608"/>
          </a:xfrm>
          <a:prstGeom prst="rect">
            <a:avLst/>
          </a:prstGeom>
        </p:spPr>
      </p:pic>
      <p:sp>
        <p:nvSpPr>
          <p:cNvPr id="3" name="TextBox 2">
            <a:extLst>
              <a:ext uri="{FF2B5EF4-FFF2-40B4-BE49-F238E27FC236}">
                <a16:creationId xmlns:a16="http://schemas.microsoft.com/office/drawing/2014/main" id="{F7027168-B0F0-CDF7-1D41-A45AFA8330BB}"/>
              </a:ext>
            </a:extLst>
          </p:cNvPr>
          <p:cNvSpPr txBox="1"/>
          <p:nvPr userDrawn="1"/>
        </p:nvSpPr>
        <p:spPr>
          <a:xfrm>
            <a:off x="4818246" y="4943139"/>
            <a:ext cx="2555508" cy="369332"/>
          </a:xfrm>
          <a:prstGeom prst="rect">
            <a:avLst/>
          </a:prstGeom>
          <a:noFill/>
        </p:spPr>
        <p:txBody>
          <a:bodyPr wrap="square">
            <a:spAutoFit/>
          </a:bodyPr>
          <a:lstStyle/>
          <a:p>
            <a:pPr algn="ctr"/>
            <a:r>
              <a:rPr lang="en-US" b="1" spc="300">
                <a:solidFill>
                  <a:schemeClr val="tx1"/>
                </a:solidFill>
                <a:latin typeface="Manrope" pitchFamily="2" charset="0"/>
              </a:rPr>
              <a:t>GET IN TOUCH</a:t>
            </a:r>
            <a:endParaRPr lang="en-US" spc="300">
              <a:solidFill>
                <a:schemeClr val="tx1"/>
              </a:solidFill>
              <a:latin typeface="Manrope" pitchFamily="2" charset="0"/>
            </a:endParaRPr>
          </a:p>
        </p:txBody>
      </p:sp>
      <p:sp>
        <p:nvSpPr>
          <p:cNvPr id="6" name="Content Placeholder 13">
            <a:extLst>
              <a:ext uri="{FF2B5EF4-FFF2-40B4-BE49-F238E27FC236}">
                <a16:creationId xmlns:a16="http://schemas.microsoft.com/office/drawing/2014/main" id="{E73B584E-849C-034C-83C9-1C95CA898CC8}"/>
              </a:ext>
            </a:extLst>
          </p:cNvPr>
          <p:cNvSpPr>
            <a:spLocks noGrp="1"/>
          </p:cNvSpPr>
          <p:nvPr>
            <p:ph sz="quarter" idx="11" hasCustomPrompt="1"/>
          </p:nvPr>
        </p:nvSpPr>
        <p:spPr>
          <a:xfrm>
            <a:off x="4818246" y="5424249"/>
            <a:ext cx="2555508" cy="607172"/>
          </a:xfrm>
          <a:solidFill>
            <a:schemeClr val="accent1"/>
          </a:solidFill>
          <a:ln>
            <a:noFill/>
          </a:ln>
        </p:spPr>
        <p:txBody>
          <a:bodyPr anchor="ctr">
            <a:noAutofit/>
          </a:bodyPr>
          <a:lstStyle>
            <a:lvl1pPr marL="0" indent="0" algn="ctr">
              <a:buNone/>
              <a:defRPr sz="14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Email goes here</a:t>
            </a:r>
            <a:endParaRPr lang="en-US"/>
          </a:p>
        </p:txBody>
      </p:sp>
    </p:spTree>
    <p:extLst>
      <p:ext uri="{BB962C8B-B14F-4D97-AF65-F5344CB8AC3E}">
        <p14:creationId xmlns:p14="http://schemas.microsoft.com/office/powerpoint/2010/main" val="19343805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Title with Section point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6BFD1D-A16B-1DFC-FDDF-7A48563BA6D0}"/>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517299F-41C9-75EB-1E19-5F874F5C2551}"/>
              </a:ext>
            </a:extLst>
          </p:cNvPr>
          <p:cNvSpPr>
            <a:spLocks noGrp="1"/>
          </p:cNvSpPr>
          <p:nvPr>
            <p:ph type="title"/>
          </p:nvPr>
        </p:nvSpPr>
        <p:spPr>
          <a:xfrm>
            <a:off x="838200" y="365126"/>
            <a:ext cx="5609492" cy="736844"/>
          </a:xfrm>
        </p:spPr>
        <p:txBody>
          <a:bodyPr/>
          <a:lstStyle>
            <a:lvl1pPr algn="l">
              <a:lnSpc>
                <a:spcPct val="100000"/>
              </a:lnSpc>
              <a:defRPr/>
            </a:lvl1pPr>
          </a:lstStyle>
          <a:p>
            <a:r>
              <a:rPr lang="en-GB"/>
              <a:t>Click to edit Master title style</a:t>
            </a:r>
            <a:endParaRPr lang="en-US"/>
          </a:p>
        </p:txBody>
      </p:sp>
      <p:sp>
        <p:nvSpPr>
          <p:cNvPr id="8" name="Round Same-side Corner of Rectangle 7">
            <a:extLst>
              <a:ext uri="{FF2B5EF4-FFF2-40B4-BE49-F238E27FC236}">
                <a16:creationId xmlns:a16="http://schemas.microsoft.com/office/drawing/2014/main" id="{DFA8E16A-C95E-090C-584B-DE8F51701381}"/>
              </a:ext>
            </a:extLst>
          </p:cNvPr>
          <p:cNvSpPr/>
          <p:nvPr userDrawn="1"/>
        </p:nvSpPr>
        <p:spPr>
          <a:xfrm>
            <a:off x="10301261" y="0"/>
            <a:ext cx="298477" cy="455477"/>
          </a:xfrm>
          <a:prstGeom prst="round2SameRect">
            <a:avLst>
              <a:gd name="adj1" fmla="val 0"/>
              <a:gd name="adj2" fmla="val 50000"/>
            </a:avLst>
          </a:prstGeom>
          <a:gradFill flip="none" rotWithShape="1">
            <a:gsLst>
              <a:gs pos="0">
                <a:srgbClr val="334DE8"/>
              </a:gs>
              <a:gs pos="100000">
                <a:srgbClr val="39C7A5"/>
              </a:gs>
            </a:gsLst>
            <a:lin ang="2700000" scaled="1"/>
            <a:tileRect/>
          </a:gradFill>
          <a:ln>
            <a:noFill/>
          </a:ln>
        </p:spPr>
        <p:txBody>
          <a:bodyPr spcFirstLastPara="1" wrap="square" lIns="90000" tIns="45700" rIns="91425" bIns="45700" anchor="b" anchorCtr="0">
            <a:noAutofit/>
          </a:bodyPr>
          <a:lstStyle/>
          <a:p>
            <a:pPr algn="ctr">
              <a:buClr>
                <a:srgbClr val="000000"/>
              </a:buClr>
            </a:pPr>
            <a:endParaRPr lang="en-US" sz="1400" b="1">
              <a:solidFill>
                <a:schemeClr val="bg1"/>
              </a:solidFill>
              <a:latin typeface="Manrope" pitchFamily="2" charset="0"/>
              <a:cs typeface="Arial"/>
            </a:endParaRPr>
          </a:p>
        </p:txBody>
      </p:sp>
      <p:sp>
        <p:nvSpPr>
          <p:cNvPr id="11" name="Text Placeholder 10">
            <a:extLst>
              <a:ext uri="{FF2B5EF4-FFF2-40B4-BE49-F238E27FC236}">
                <a16:creationId xmlns:a16="http://schemas.microsoft.com/office/drawing/2014/main" id="{CDA577B7-E9C2-99D7-CBB7-46D4B3D1591A}"/>
              </a:ext>
            </a:extLst>
          </p:cNvPr>
          <p:cNvSpPr>
            <a:spLocks noGrp="1"/>
          </p:cNvSpPr>
          <p:nvPr>
            <p:ph type="body" sz="quarter" idx="10" hasCustomPrompt="1"/>
          </p:nvPr>
        </p:nvSpPr>
        <p:spPr>
          <a:xfrm>
            <a:off x="10711569" y="92673"/>
            <a:ext cx="808404" cy="362804"/>
          </a:xfrm>
        </p:spPr>
        <p:txBody>
          <a:bodyPr>
            <a:noAutofit/>
          </a:bodyPr>
          <a:lstStyle>
            <a:lvl1pPr marL="0" indent="0">
              <a:lnSpc>
                <a:spcPct val="100000"/>
              </a:lnSpc>
              <a:buNone/>
              <a:defRPr sz="11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GB"/>
              <a:t>Section Title</a:t>
            </a:r>
            <a:endParaRPr lang="en-US"/>
          </a:p>
        </p:txBody>
      </p:sp>
      <p:sp>
        <p:nvSpPr>
          <p:cNvPr id="12" name="Text Placeholder 10">
            <a:extLst>
              <a:ext uri="{FF2B5EF4-FFF2-40B4-BE49-F238E27FC236}">
                <a16:creationId xmlns:a16="http://schemas.microsoft.com/office/drawing/2014/main" id="{8A004E1B-88D0-8180-E13F-E7D82BBE4C0D}"/>
              </a:ext>
            </a:extLst>
          </p:cNvPr>
          <p:cNvSpPr>
            <a:spLocks noGrp="1"/>
          </p:cNvSpPr>
          <p:nvPr>
            <p:ph type="body" sz="quarter" idx="11" hasCustomPrompt="1"/>
          </p:nvPr>
        </p:nvSpPr>
        <p:spPr>
          <a:xfrm>
            <a:off x="10279096" y="46336"/>
            <a:ext cx="342805" cy="362804"/>
          </a:xfrm>
        </p:spPr>
        <p:txBody>
          <a:bodyPr anchor="ctr">
            <a:noAutofit/>
          </a:bodyPr>
          <a:lstStyle>
            <a:lvl1pPr marL="0" indent="0" algn="ctr">
              <a:lnSpc>
                <a:spcPct val="100000"/>
              </a:lnSpc>
              <a:buNone/>
              <a:defRPr sz="1400" b="1">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GB"/>
              <a:t>#</a:t>
            </a:r>
            <a:endParaRPr lang="en-US"/>
          </a:p>
        </p:txBody>
      </p:sp>
    </p:spTree>
    <p:extLst>
      <p:ext uri="{BB962C8B-B14F-4D97-AF65-F5344CB8AC3E}">
        <p14:creationId xmlns:p14="http://schemas.microsoft.com/office/powerpoint/2010/main" val="6401704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20"/>
        <p:cNvGrpSpPr/>
        <p:nvPr/>
      </p:nvGrpSpPr>
      <p:grpSpPr>
        <a:xfrm>
          <a:off x="0" y="0"/>
          <a:ext cx="0" cy="0"/>
          <a:chOff x="0" y="0"/>
          <a:chExt cx="0" cy="0"/>
        </a:xfrm>
      </p:grpSpPr>
      <p:sp>
        <p:nvSpPr>
          <p:cNvPr id="21" name="Google Shape;21;p13"/>
          <p:cNvSpPr txBox="1">
            <a:spLocks noGrp="1"/>
          </p:cNvSpPr>
          <p:nvPr>
            <p:ph type="sldNum" idx="12"/>
          </p:nvPr>
        </p:nvSpPr>
        <p:spPr>
          <a:xfrm>
            <a:off x="11460400" y="0"/>
            <a:ext cx="731600" cy="524800"/>
          </a:xfrm>
          <a:prstGeom prst="rect">
            <a:avLst/>
          </a:prstGeom>
          <a:noFill/>
          <a:ln>
            <a:noFill/>
          </a:ln>
        </p:spPr>
        <p:txBody>
          <a:bodyPr spcFirstLastPara="1" wrap="square" lIns="91425" tIns="91425" rIns="91425" bIns="91425" anchor="ctr" anchorCtr="0">
            <a:no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143155"/>
              </a:buClr>
              <a:buSzPts val="1333"/>
              <a:buFont typeface="Arial"/>
              <a:buNone/>
              <a:tabLst/>
              <a:defRPr/>
            </a:pPr>
            <a:fld id="{00000000-1234-1234-1234-123412341234}" type="slidenum">
              <a:rPr kumimoji="0" lang="en-US" sz="1333" b="0" i="0" u="none" strike="noStrike" kern="0" cap="none" spc="0" normalizeH="0" baseline="0" noProof="0">
                <a:ln>
                  <a:noFill/>
                </a:ln>
                <a:solidFill>
                  <a:srgbClr val="143155"/>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143155"/>
                </a:buClr>
                <a:buSzPts val="1333"/>
                <a:buFont typeface="Arial"/>
                <a:buNone/>
                <a:tabLst/>
                <a:defRPr/>
              </a:pPr>
              <a:t>‹#›</a:t>
            </a:fld>
            <a:endParaRPr kumimoji="0" sz="1333" b="0" i="0" u="none" strike="noStrike" kern="0" cap="none" spc="0" normalizeH="0" baseline="0" noProof="0">
              <a:ln>
                <a:noFill/>
              </a:ln>
              <a:solidFill>
                <a:srgbClr val="143155"/>
              </a:solidFill>
              <a:effectLst/>
              <a:uLnTx/>
              <a:uFillTx/>
              <a:latin typeface="Arial"/>
              <a:cs typeface="Arial"/>
              <a:sym typeface="Arial"/>
            </a:endParaRPr>
          </a:p>
        </p:txBody>
      </p:sp>
    </p:spTree>
    <p:extLst>
      <p:ext uri="{BB962C8B-B14F-4D97-AF65-F5344CB8AC3E}">
        <p14:creationId xmlns:p14="http://schemas.microsoft.com/office/powerpoint/2010/main" val="533300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1_Blank" type="obj">
  <p:cSld name="1_Blank">
    <p:spTree>
      <p:nvGrpSpPr>
        <p:cNvPr id="1" name="Shape 16"/>
        <p:cNvGrpSpPr/>
        <p:nvPr/>
      </p:nvGrpSpPr>
      <p:grpSpPr>
        <a:xfrm>
          <a:off x="0" y="0"/>
          <a:ext cx="0" cy="0"/>
          <a:chOff x="0" y="0"/>
          <a:chExt cx="0" cy="0"/>
        </a:xfrm>
      </p:grpSpPr>
      <p:sp>
        <p:nvSpPr>
          <p:cNvPr id="17" name="Google Shape;17;p12"/>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1800">
                <a:solidFill>
                  <a:srgbClr val="888B9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8" name="Google Shape;18;p12"/>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a:solidFill>
                  <a:srgbClr val="888B9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 name="Google Shape;19;p12"/>
          <p:cNvSpPr txBox="1">
            <a:spLocks noGrp="1"/>
          </p:cNvSpPr>
          <p:nvPr>
            <p:ph type="sldNum" idx="12"/>
          </p:nvPr>
        </p:nvSpPr>
        <p:spPr>
          <a:xfrm>
            <a:off x="11296611" y="6217623"/>
            <a:ext cx="731600" cy="524800"/>
          </a:xfrm>
          <a:prstGeom prst="rect">
            <a:avLst/>
          </a:prstGeom>
          <a:noFill/>
          <a:ln>
            <a:noFill/>
          </a:ln>
        </p:spPr>
        <p:txBody>
          <a:bodyPr spcFirstLastPara="1" wrap="square" lIns="0" tIns="0" rIns="0" bIns="0" anchor="ctr" anchorCtr="0">
            <a:noAutofit/>
          </a:bodyPr>
          <a:lstStyle>
            <a:lvl1pPr marL="0" lvl="0" indent="0" algn="r">
              <a:buClr>
                <a:srgbClr val="888B92"/>
              </a:buClr>
              <a:buSzPts val="1333"/>
              <a:buFont typeface="Arial"/>
              <a:buNone/>
              <a:defRPr sz="1333">
                <a:solidFill>
                  <a:srgbClr val="888B92"/>
                </a:solidFill>
                <a:latin typeface="Arial"/>
                <a:ea typeface="Arial"/>
                <a:cs typeface="Arial"/>
                <a:sym typeface="Arial"/>
              </a:defRPr>
            </a:lvl1pPr>
            <a:lvl2pPr marL="0" lvl="1" indent="0" algn="r">
              <a:buClr>
                <a:srgbClr val="888B92"/>
              </a:buClr>
              <a:buSzPts val="1333"/>
              <a:buFont typeface="Arial"/>
              <a:buNone/>
              <a:defRPr sz="1333">
                <a:solidFill>
                  <a:srgbClr val="888B92"/>
                </a:solidFill>
                <a:latin typeface="Arial"/>
                <a:ea typeface="Arial"/>
                <a:cs typeface="Arial"/>
                <a:sym typeface="Arial"/>
              </a:defRPr>
            </a:lvl2pPr>
            <a:lvl3pPr marL="0" lvl="2" indent="0" algn="r">
              <a:buClr>
                <a:srgbClr val="888B92"/>
              </a:buClr>
              <a:buSzPts val="1333"/>
              <a:buFont typeface="Arial"/>
              <a:buNone/>
              <a:defRPr sz="1333">
                <a:solidFill>
                  <a:srgbClr val="888B92"/>
                </a:solidFill>
                <a:latin typeface="Arial"/>
                <a:ea typeface="Arial"/>
                <a:cs typeface="Arial"/>
                <a:sym typeface="Arial"/>
              </a:defRPr>
            </a:lvl3pPr>
            <a:lvl4pPr marL="0" lvl="3" indent="0" algn="r">
              <a:buClr>
                <a:srgbClr val="888B92"/>
              </a:buClr>
              <a:buSzPts val="1333"/>
              <a:buFont typeface="Arial"/>
              <a:buNone/>
              <a:defRPr sz="1333">
                <a:solidFill>
                  <a:srgbClr val="888B92"/>
                </a:solidFill>
                <a:latin typeface="Arial"/>
                <a:ea typeface="Arial"/>
                <a:cs typeface="Arial"/>
                <a:sym typeface="Arial"/>
              </a:defRPr>
            </a:lvl4pPr>
            <a:lvl5pPr marL="0" lvl="4" indent="0" algn="r">
              <a:buClr>
                <a:srgbClr val="888B92"/>
              </a:buClr>
              <a:buSzPts val="1333"/>
              <a:buFont typeface="Arial"/>
              <a:buNone/>
              <a:defRPr sz="1333">
                <a:solidFill>
                  <a:srgbClr val="888B92"/>
                </a:solidFill>
                <a:latin typeface="Arial"/>
                <a:ea typeface="Arial"/>
                <a:cs typeface="Arial"/>
                <a:sym typeface="Arial"/>
              </a:defRPr>
            </a:lvl5pPr>
            <a:lvl6pPr marL="0" lvl="5" indent="0" algn="r">
              <a:buClr>
                <a:srgbClr val="888B92"/>
              </a:buClr>
              <a:buSzPts val="1333"/>
              <a:buFont typeface="Arial"/>
              <a:buNone/>
              <a:defRPr sz="1333">
                <a:solidFill>
                  <a:srgbClr val="888B92"/>
                </a:solidFill>
                <a:latin typeface="Arial"/>
                <a:ea typeface="Arial"/>
                <a:cs typeface="Arial"/>
                <a:sym typeface="Arial"/>
              </a:defRPr>
            </a:lvl6pPr>
            <a:lvl7pPr marL="0" lvl="6" indent="0" algn="r">
              <a:buClr>
                <a:srgbClr val="888B92"/>
              </a:buClr>
              <a:buSzPts val="1333"/>
              <a:buFont typeface="Arial"/>
              <a:buNone/>
              <a:defRPr sz="1333">
                <a:solidFill>
                  <a:srgbClr val="888B92"/>
                </a:solidFill>
                <a:latin typeface="Arial"/>
                <a:ea typeface="Arial"/>
                <a:cs typeface="Arial"/>
                <a:sym typeface="Arial"/>
              </a:defRPr>
            </a:lvl7pPr>
            <a:lvl8pPr marL="0" lvl="7" indent="0" algn="r">
              <a:buClr>
                <a:srgbClr val="888B92"/>
              </a:buClr>
              <a:buSzPts val="1333"/>
              <a:buFont typeface="Arial"/>
              <a:buNone/>
              <a:defRPr sz="1333">
                <a:solidFill>
                  <a:srgbClr val="888B92"/>
                </a:solidFill>
                <a:latin typeface="Arial"/>
                <a:ea typeface="Arial"/>
                <a:cs typeface="Arial"/>
                <a:sym typeface="Arial"/>
              </a:defRPr>
            </a:lvl8pPr>
            <a:lvl9pPr marL="0" lvl="8" indent="0" algn="r">
              <a:buClr>
                <a:srgbClr val="888B92"/>
              </a:buClr>
              <a:buSzPts val="1333"/>
              <a:buFont typeface="Arial"/>
              <a:buNone/>
              <a:defRPr sz="1333">
                <a:solidFill>
                  <a:srgbClr val="888B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55236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3"/>
          <p:cNvSpPr txBox="1">
            <a:spLocks noGrp="1"/>
          </p:cNvSpPr>
          <p:nvPr>
            <p:ph type="sldNum" idx="12"/>
          </p:nvPr>
        </p:nvSpPr>
        <p:spPr>
          <a:xfrm>
            <a:off x="11460400" y="0"/>
            <a:ext cx="731600" cy="524800"/>
          </a:xfrm>
          <a:prstGeom prst="rect">
            <a:avLst/>
          </a:prstGeom>
          <a:noFill/>
          <a:ln>
            <a:noFill/>
          </a:ln>
        </p:spPr>
        <p:txBody>
          <a:bodyPr spcFirstLastPara="1" wrap="square" lIns="91425" tIns="91425" rIns="91425" bIns="91425" anchor="ctr" anchorCtr="0">
            <a:no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42572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2_Title Slide" type="title">
  <p:cSld name="2_Title Slide">
    <p:spTree>
      <p:nvGrpSpPr>
        <p:cNvPr id="1" name="Shape 22"/>
        <p:cNvGrpSpPr/>
        <p:nvPr/>
      </p:nvGrpSpPr>
      <p:grpSpPr>
        <a:xfrm>
          <a:off x="0" y="0"/>
          <a:ext cx="0" cy="0"/>
          <a:chOff x="0" y="0"/>
          <a:chExt cx="0" cy="0"/>
        </a:xfrm>
      </p:grpSpPr>
      <p:sp>
        <p:nvSpPr>
          <p:cNvPr id="23" name="Google Shape;23;p14"/>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14"/>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800"/>
              <a:buNone/>
              <a:defRPr sz="2400"/>
            </a:lvl1pPr>
            <a:lvl2pPr lvl="1" algn="ctr">
              <a:lnSpc>
                <a:spcPct val="115000"/>
              </a:lnSpc>
              <a:spcBef>
                <a:spcPts val="1600"/>
              </a:spcBef>
              <a:spcAft>
                <a:spcPts val="0"/>
              </a:spcAft>
              <a:buSzPts val="1400"/>
              <a:buNone/>
              <a:defRPr sz="2000"/>
            </a:lvl2pPr>
            <a:lvl3pPr lvl="2" algn="ctr">
              <a:lnSpc>
                <a:spcPct val="115000"/>
              </a:lnSpc>
              <a:spcBef>
                <a:spcPts val="1600"/>
              </a:spcBef>
              <a:spcAft>
                <a:spcPts val="0"/>
              </a:spcAft>
              <a:buSzPts val="1400"/>
              <a:buNone/>
              <a:defRPr sz="1800"/>
            </a:lvl3pPr>
            <a:lvl4pPr lvl="3" algn="ctr">
              <a:lnSpc>
                <a:spcPct val="115000"/>
              </a:lnSpc>
              <a:spcBef>
                <a:spcPts val="1600"/>
              </a:spcBef>
              <a:spcAft>
                <a:spcPts val="0"/>
              </a:spcAft>
              <a:buSzPts val="1400"/>
              <a:buNone/>
              <a:defRPr sz="1600"/>
            </a:lvl4pPr>
            <a:lvl5pPr lvl="4" algn="ctr">
              <a:lnSpc>
                <a:spcPct val="115000"/>
              </a:lnSpc>
              <a:spcBef>
                <a:spcPts val="1600"/>
              </a:spcBef>
              <a:spcAft>
                <a:spcPts val="0"/>
              </a:spcAft>
              <a:buSzPts val="1400"/>
              <a:buNone/>
              <a:defRPr sz="1600"/>
            </a:lvl5pPr>
            <a:lvl6pPr lvl="5" algn="ctr">
              <a:lnSpc>
                <a:spcPct val="115000"/>
              </a:lnSpc>
              <a:spcBef>
                <a:spcPts val="1600"/>
              </a:spcBef>
              <a:spcAft>
                <a:spcPts val="0"/>
              </a:spcAft>
              <a:buSzPts val="1400"/>
              <a:buNone/>
              <a:defRPr sz="1600"/>
            </a:lvl6pPr>
            <a:lvl7pPr lvl="6" algn="ctr">
              <a:lnSpc>
                <a:spcPct val="115000"/>
              </a:lnSpc>
              <a:spcBef>
                <a:spcPts val="1600"/>
              </a:spcBef>
              <a:spcAft>
                <a:spcPts val="0"/>
              </a:spcAft>
              <a:buSzPts val="1400"/>
              <a:buNone/>
              <a:defRPr sz="1600"/>
            </a:lvl7pPr>
            <a:lvl8pPr lvl="7" algn="ctr">
              <a:lnSpc>
                <a:spcPct val="115000"/>
              </a:lnSpc>
              <a:spcBef>
                <a:spcPts val="1600"/>
              </a:spcBef>
              <a:spcAft>
                <a:spcPts val="0"/>
              </a:spcAft>
              <a:buSzPts val="1400"/>
              <a:buNone/>
              <a:defRPr sz="1600"/>
            </a:lvl8pPr>
            <a:lvl9pPr lvl="8" algn="ctr">
              <a:lnSpc>
                <a:spcPct val="115000"/>
              </a:lnSpc>
              <a:spcBef>
                <a:spcPts val="1600"/>
              </a:spcBef>
              <a:spcAft>
                <a:spcPts val="1600"/>
              </a:spcAft>
              <a:buSzPts val="1400"/>
              <a:buNone/>
              <a:defRPr sz="1600"/>
            </a:lvl9pPr>
          </a:lstStyle>
          <a:p>
            <a:endParaRPr/>
          </a:p>
        </p:txBody>
      </p:sp>
      <p:sp>
        <p:nvSpPr>
          <p:cNvPr id="25" name="Google Shape;25;p14"/>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6" name="Google Shape;26;p14"/>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 name="Google Shape;27;p1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lvl="0" indent="0" algn="r">
              <a:buClr>
                <a:schemeClr val="dk2"/>
              </a:buClr>
              <a:buSzPts val="1300"/>
              <a:buFont typeface="Arial"/>
              <a:buNone/>
              <a:defRPr/>
            </a:lvl1pPr>
            <a:lvl2pPr marL="0" lvl="1" indent="0" algn="r">
              <a:buClr>
                <a:schemeClr val="dk2"/>
              </a:buClr>
              <a:buSzPts val="1300"/>
              <a:buFont typeface="Arial"/>
              <a:buNone/>
              <a:defRPr/>
            </a:lvl2pPr>
            <a:lvl3pPr marL="0" lvl="2" indent="0" algn="r">
              <a:buClr>
                <a:schemeClr val="dk2"/>
              </a:buClr>
              <a:buSzPts val="1300"/>
              <a:buFont typeface="Arial"/>
              <a:buNone/>
              <a:defRPr/>
            </a:lvl3pPr>
            <a:lvl4pPr marL="0" lvl="3" indent="0" algn="r">
              <a:buClr>
                <a:schemeClr val="dk2"/>
              </a:buClr>
              <a:buSzPts val="1300"/>
              <a:buFont typeface="Arial"/>
              <a:buNone/>
              <a:defRPr/>
            </a:lvl4pPr>
            <a:lvl5pPr marL="0" lvl="4" indent="0" algn="r">
              <a:buClr>
                <a:schemeClr val="dk2"/>
              </a:buClr>
              <a:buSzPts val="1300"/>
              <a:buFont typeface="Arial"/>
              <a:buNone/>
              <a:defRPr/>
            </a:lvl5pPr>
            <a:lvl6pPr marL="0" lvl="5" indent="0" algn="r">
              <a:buClr>
                <a:schemeClr val="dk2"/>
              </a:buClr>
              <a:buSzPts val="1300"/>
              <a:buFont typeface="Arial"/>
              <a:buNone/>
              <a:defRPr/>
            </a:lvl6pPr>
            <a:lvl7pPr marL="0" lvl="6" indent="0" algn="r">
              <a:buClr>
                <a:schemeClr val="dk2"/>
              </a:buClr>
              <a:buSzPts val="1300"/>
              <a:buFont typeface="Arial"/>
              <a:buNone/>
              <a:defRPr/>
            </a:lvl7pPr>
            <a:lvl8pPr marL="0" lvl="7" indent="0" algn="r">
              <a:buClr>
                <a:schemeClr val="dk2"/>
              </a:buClr>
              <a:buSzPts val="1300"/>
              <a:buFont typeface="Arial"/>
              <a:buNone/>
              <a:defRPr/>
            </a:lvl8pPr>
            <a:lvl9pPr marL="0" lvl="8" indent="0" algn="r">
              <a:buClr>
                <a:schemeClr val="dk2"/>
              </a:buClr>
              <a:buSzPts val="13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09775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8"/>
        <p:cNvGrpSpPr/>
        <p:nvPr/>
      </p:nvGrpSpPr>
      <p:grpSpPr>
        <a:xfrm>
          <a:off x="0" y="0"/>
          <a:ext cx="0" cy="0"/>
          <a:chOff x="0" y="0"/>
          <a:chExt cx="0" cy="0"/>
        </a:xfrm>
      </p:grpSpPr>
      <p:sp>
        <p:nvSpPr>
          <p:cNvPr id="29" name="Google Shape;29;p15"/>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0" name="Google Shape;30;p15"/>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31" name="Google Shape;3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3" name="Google Shape;33;p15"/>
          <p:cNvSpPr txBox="1">
            <a:spLocks noGrp="1"/>
          </p:cNvSpPr>
          <p:nvPr>
            <p:ph type="sldNum" idx="12"/>
          </p:nvPr>
        </p:nvSpPr>
        <p:spPr>
          <a:xfrm>
            <a:off x="8610600" y="6356350"/>
            <a:ext cx="2743200" cy="365125"/>
          </a:xfrm>
          <a:prstGeom prst="rect">
            <a:avLst/>
          </a:prstGeom>
          <a:noFill/>
          <a:ln>
            <a:noFill/>
          </a:ln>
        </p:spPr>
        <p:txBody>
          <a:bodyPr spcFirstLastPara="1" wrap="square" lIns="91425" tIns="91425" rIns="91425" bIns="91425" anchor="ctr" anchorCtr="0">
            <a:noAutofit/>
          </a:bodyPr>
          <a:lstStyle>
            <a:lvl1pPr marL="0" lvl="0" indent="0" algn="r">
              <a:buClr>
                <a:schemeClr val="dk2"/>
              </a:buClr>
              <a:buSzPts val="1300"/>
              <a:buFont typeface="Arial"/>
              <a:buNone/>
              <a:defRPr/>
            </a:lvl1pPr>
            <a:lvl2pPr marL="0" lvl="1" indent="0" algn="r">
              <a:buClr>
                <a:schemeClr val="dk2"/>
              </a:buClr>
              <a:buSzPts val="1300"/>
              <a:buFont typeface="Arial"/>
              <a:buNone/>
              <a:defRPr/>
            </a:lvl2pPr>
            <a:lvl3pPr marL="0" lvl="2" indent="0" algn="r">
              <a:buClr>
                <a:schemeClr val="dk2"/>
              </a:buClr>
              <a:buSzPts val="1300"/>
              <a:buFont typeface="Arial"/>
              <a:buNone/>
              <a:defRPr/>
            </a:lvl3pPr>
            <a:lvl4pPr marL="0" lvl="3" indent="0" algn="r">
              <a:buClr>
                <a:schemeClr val="dk2"/>
              </a:buClr>
              <a:buSzPts val="1300"/>
              <a:buFont typeface="Arial"/>
              <a:buNone/>
              <a:defRPr/>
            </a:lvl4pPr>
            <a:lvl5pPr marL="0" lvl="4" indent="0" algn="r">
              <a:buClr>
                <a:schemeClr val="dk2"/>
              </a:buClr>
              <a:buSzPts val="1300"/>
              <a:buFont typeface="Arial"/>
              <a:buNone/>
              <a:defRPr/>
            </a:lvl5pPr>
            <a:lvl6pPr marL="0" lvl="5" indent="0" algn="r">
              <a:buClr>
                <a:schemeClr val="dk2"/>
              </a:buClr>
              <a:buSzPts val="1300"/>
              <a:buFont typeface="Arial"/>
              <a:buNone/>
              <a:defRPr/>
            </a:lvl6pPr>
            <a:lvl7pPr marL="0" lvl="6" indent="0" algn="r">
              <a:buClr>
                <a:schemeClr val="dk2"/>
              </a:buClr>
              <a:buSzPts val="1300"/>
              <a:buFont typeface="Arial"/>
              <a:buNone/>
              <a:defRPr/>
            </a:lvl7pPr>
            <a:lvl8pPr marL="0" lvl="7" indent="0" algn="r">
              <a:buClr>
                <a:schemeClr val="dk2"/>
              </a:buClr>
              <a:buSzPts val="1300"/>
              <a:buFont typeface="Arial"/>
              <a:buNone/>
              <a:defRPr/>
            </a:lvl8pPr>
            <a:lvl9pPr marL="0" lvl="8" indent="0" algn="r">
              <a:buClr>
                <a:schemeClr val="dk2"/>
              </a:buClr>
              <a:buSzPts val="13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21019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34"/>
        <p:cNvGrpSpPr/>
        <p:nvPr/>
      </p:nvGrpSpPr>
      <p:grpSpPr>
        <a:xfrm>
          <a:off x="0" y="0"/>
          <a:ext cx="0" cy="0"/>
          <a:chOff x="0" y="0"/>
          <a:chExt cx="0" cy="0"/>
        </a:xfrm>
      </p:grpSpPr>
      <p:sp>
        <p:nvSpPr>
          <p:cNvPr id="35" name="Google Shape;35;p16"/>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16"/>
          <p:cNvSpPr/>
          <p:nvPr/>
        </p:nvSpPr>
        <p:spPr>
          <a:xfrm>
            <a:off x="0" y="1315257"/>
            <a:ext cx="12192000" cy="36576"/>
          </a:xfrm>
          <a:prstGeom prst="rect">
            <a:avLst/>
          </a:prstGeom>
          <a:solidFill>
            <a:srgbClr val="F2FA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21">
              <a:solidFill>
                <a:srgbClr val="FFFFFF"/>
              </a:solidFill>
              <a:latin typeface="Roboto"/>
              <a:ea typeface="Roboto"/>
              <a:cs typeface="Roboto"/>
              <a:sym typeface="Roboto"/>
            </a:endParaRPr>
          </a:p>
        </p:txBody>
      </p:sp>
    </p:spTree>
    <p:extLst>
      <p:ext uri="{BB962C8B-B14F-4D97-AF65-F5344CB8AC3E}">
        <p14:creationId xmlns:p14="http://schemas.microsoft.com/office/powerpoint/2010/main" val="2202826031"/>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ark Gradi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CA059-FB7C-0EDA-3B15-8301936D0A1D}"/>
              </a:ext>
            </a:extLst>
          </p:cNvPr>
          <p:cNvSpPr>
            <a:spLocks noGrp="1"/>
          </p:cNvSpPr>
          <p:nvPr>
            <p:ph type="title"/>
          </p:nvPr>
        </p:nvSpPr>
        <p:spPr/>
        <p:txBody>
          <a:bodyPr>
            <a:normAutofit/>
          </a:bodyPr>
          <a:lstStyle>
            <a:lvl1pPr marL="0" algn="ctr" defTabSz="914400" rtl="0" eaLnBrk="1" latinLnBrk="0" hangingPunct="1">
              <a:lnSpc>
                <a:spcPct val="100000"/>
              </a:lnSpc>
              <a:spcBef>
                <a:spcPct val="0"/>
              </a:spcBef>
              <a:buClrTx/>
              <a:buFontTx/>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5" name="Text Placeholder 2">
            <a:extLst>
              <a:ext uri="{FF2B5EF4-FFF2-40B4-BE49-F238E27FC236}">
                <a16:creationId xmlns:a16="http://schemas.microsoft.com/office/drawing/2014/main" id="{3658C97E-B473-7F62-2E75-F2CB27840898}"/>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lvl1pPr>
              <a:defRPr>
                <a:latin typeface="Manrope" pitchFamily="2" charset="0"/>
              </a:defRPr>
            </a:lvl1pPr>
            <a:lvl2pPr>
              <a:defRPr>
                <a:latin typeface="Manrope" pitchFamily="2" charset="0"/>
              </a:defRPr>
            </a:lvl2pPr>
            <a:lvl3pPr>
              <a:defRPr>
                <a:latin typeface="Manrope" pitchFamily="2" charset="0"/>
              </a:defRPr>
            </a:lvl3pPr>
            <a:lvl4pPr>
              <a:defRPr>
                <a:latin typeface="Manrope" pitchFamily="2" charset="0"/>
              </a:defRPr>
            </a:lvl4pPr>
            <a:lvl5pPr>
              <a:defRPr>
                <a:latin typeface="Manrope"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90414517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Light Gradient">
    <p:bg>
      <p:bgPr>
        <a:gradFill>
          <a:gsLst>
            <a:gs pos="50000">
              <a:schemeClr val="tx1"/>
            </a:gs>
            <a:gs pos="100000">
              <a:schemeClr val="accent1">
                <a:alpha val="16841"/>
              </a:schemeClr>
            </a:gs>
            <a:gs pos="0">
              <a:schemeClr val="accent1">
                <a:alpha val="15000"/>
              </a:schemeClr>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F982D-5F83-117A-9748-2D4F9E570700}"/>
              </a:ext>
            </a:extLst>
          </p:cNvPr>
          <p:cNvSpPr>
            <a:spLocks noGrp="1"/>
          </p:cNvSpPr>
          <p:nvPr>
            <p:ph type="title"/>
          </p:nvPr>
        </p:nvSpPr>
        <p:spPr/>
        <p:txBody>
          <a:bodyPr>
            <a:normAutofit/>
          </a:bodyPr>
          <a:lstStyle>
            <a:lvl1pPr marL="0" algn="ctr" defTabSz="914400" rtl="0" eaLnBrk="1" latinLnBrk="0" hangingPunct="1">
              <a:lnSpc>
                <a:spcPct val="100000"/>
              </a:lnSpc>
              <a:spcBef>
                <a:spcPct val="0"/>
              </a:spcBef>
              <a:buClrTx/>
              <a:buFontTx/>
              <a:buNone/>
              <a:defRPr lang="en-US" sz="2800" b="1" i="0" kern="1200" baseline="0" dirty="0">
                <a:solidFill>
                  <a:schemeClr val="bg1"/>
                </a:solidFill>
                <a:latin typeface="Playfair Display Black" pitchFamily="2" charset="77"/>
                <a:ea typeface="+mj-ea"/>
                <a:cs typeface="+mj-cs"/>
              </a:defRPr>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CE25C3D-8FA2-7A92-246F-799E0F117FAE}"/>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lvl1pPr>
              <a:defRPr>
                <a:solidFill>
                  <a:schemeClr val="bg1"/>
                </a:solidFill>
                <a:latin typeface="Manrope" pitchFamily="2" charset="0"/>
              </a:defRPr>
            </a:lvl1pPr>
            <a:lvl2pPr>
              <a:defRPr>
                <a:solidFill>
                  <a:schemeClr val="bg1"/>
                </a:solidFill>
                <a:latin typeface="Manrope" pitchFamily="2" charset="0"/>
              </a:defRPr>
            </a:lvl2pPr>
            <a:lvl3pPr>
              <a:defRPr>
                <a:solidFill>
                  <a:schemeClr val="bg1"/>
                </a:solidFill>
                <a:latin typeface="Manrope" pitchFamily="2" charset="0"/>
              </a:defRPr>
            </a:lvl3pPr>
            <a:lvl4pPr>
              <a:defRPr>
                <a:solidFill>
                  <a:schemeClr val="bg1"/>
                </a:solidFill>
                <a:latin typeface="Manrope" pitchFamily="2" charset="0"/>
              </a:defRPr>
            </a:lvl4pPr>
            <a:lvl5pPr>
              <a:defRPr>
                <a:solidFill>
                  <a:schemeClr val="bg1"/>
                </a:solidFill>
                <a:latin typeface="Manrope"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0381925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lide break (1)">
    <p:bg>
      <p:bgPr>
        <a:gradFill>
          <a:gsLst>
            <a:gs pos="100000">
              <a:schemeClr val="accent1"/>
            </a:gs>
            <a:gs pos="0">
              <a:schemeClr val="accent2"/>
            </a:gs>
          </a:gsLst>
          <a:lin ang="2700000" scaled="0"/>
        </a:gradFill>
        <a:effectLst/>
      </p:bgPr>
    </p:bg>
    <p:spTree>
      <p:nvGrpSpPr>
        <p:cNvPr id="1" name=""/>
        <p:cNvGrpSpPr/>
        <p:nvPr/>
      </p:nvGrpSpPr>
      <p:grpSpPr>
        <a:xfrm>
          <a:off x="0" y="0"/>
          <a:ext cx="0" cy="0"/>
          <a:chOff x="0" y="0"/>
          <a:chExt cx="0" cy="0"/>
        </a:xfrm>
      </p:grpSpPr>
      <p:sp>
        <p:nvSpPr>
          <p:cNvPr id="2" name="Title 10">
            <a:extLst>
              <a:ext uri="{FF2B5EF4-FFF2-40B4-BE49-F238E27FC236}">
                <a16:creationId xmlns:a16="http://schemas.microsoft.com/office/drawing/2014/main" id="{004674C2-ABC4-047A-361D-FC5DE6B338FD}"/>
              </a:ext>
            </a:extLst>
          </p:cNvPr>
          <p:cNvSpPr>
            <a:spLocks noGrp="1"/>
          </p:cNvSpPr>
          <p:nvPr>
            <p:ph type="title" hasCustomPrompt="1"/>
          </p:nvPr>
        </p:nvSpPr>
        <p:spPr>
          <a:xfrm>
            <a:off x="3140127" y="2592232"/>
            <a:ext cx="5911746" cy="1673537"/>
          </a:xfrm>
        </p:spPr>
        <p:txBody>
          <a:bodyPr>
            <a:noAutofit/>
          </a:bodyPr>
          <a:lstStyle>
            <a:lvl1pPr algn="ctr" defTabSz="914400" rtl="0" eaLnBrk="1" latinLnBrk="0" hangingPunct="1">
              <a:lnSpc>
                <a:spcPct val="100000"/>
              </a:lnSpc>
              <a:spcBef>
                <a:spcPct val="0"/>
              </a:spcBef>
              <a:buNone/>
              <a:defRPr lang="en-US" sz="4800" b="1" i="0" kern="1200" baseline="0" dirty="0">
                <a:solidFill>
                  <a:schemeClr val="tx1"/>
                </a:solidFill>
                <a:latin typeface="Playfair Display Black" pitchFamily="2" charset="77"/>
                <a:ea typeface="+mj-ea"/>
                <a:cs typeface="+mj-cs"/>
              </a:defRPr>
            </a:lvl1pPr>
          </a:lstStyle>
          <a:p>
            <a:r>
              <a:rPr lang="en-GB"/>
              <a:t>Click to edit title </a:t>
            </a:r>
            <a:endParaRPr lang="en-US"/>
          </a:p>
        </p:txBody>
      </p:sp>
    </p:spTree>
    <p:extLst>
      <p:ext uri="{BB962C8B-B14F-4D97-AF65-F5344CB8AC3E}">
        <p14:creationId xmlns:p14="http://schemas.microsoft.com/office/powerpoint/2010/main" val="302636340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lide break (2)">
    <p:bg>
      <p:bgPr>
        <a:gradFill>
          <a:gsLst>
            <a:gs pos="100000">
              <a:schemeClr val="accent5"/>
            </a:gs>
            <a:gs pos="46000">
              <a:schemeClr val="accent3"/>
            </a:gs>
            <a:gs pos="0">
              <a:schemeClr val="accent1"/>
            </a:gs>
          </a:gsLst>
          <a:lin ang="2700000" scaled="0"/>
        </a:gradFill>
        <a:effectLst/>
      </p:bgPr>
    </p:bg>
    <p:spTree>
      <p:nvGrpSpPr>
        <p:cNvPr id="1" name=""/>
        <p:cNvGrpSpPr/>
        <p:nvPr/>
      </p:nvGrpSpPr>
      <p:grpSpPr>
        <a:xfrm>
          <a:off x="0" y="0"/>
          <a:ext cx="0" cy="0"/>
          <a:chOff x="0" y="0"/>
          <a:chExt cx="0" cy="0"/>
        </a:xfrm>
      </p:grpSpPr>
      <p:sp>
        <p:nvSpPr>
          <p:cNvPr id="2" name="Title 10">
            <a:extLst>
              <a:ext uri="{FF2B5EF4-FFF2-40B4-BE49-F238E27FC236}">
                <a16:creationId xmlns:a16="http://schemas.microsoft.com/office/drawing/2014/main" id="{4033816E-0751-18FF-C7E1-09C3EBE6483A}"/>
              </a:ext>
            </a:extLst>
          </p:cNvPr>
          <p:cNvSpPr>
            <a:spLocks noGrp="1"/>
          </p:cNvSpPr>
          <p:nvPr>
            <p:ph type="title" hasCustomPrompt="1"/>
          </p:nvPr>
        </p:nvSpPr>
        <p:spPr>
          <a:xfrm>
            <a:off x="3140127" y="2592232"/>
            <a:ext cx="5911746" cy="1673537"/>
          </a:xfrm>
        </p:spPr>
        <p:txBody>
          <a:bodyPr>
            <a:noAutofit/>
          </a:bodyPr>
          <a:lstStyle>
            <a:lvl1pPr algn="ctr" defTabSz="914400" rtl="0" eaLnBrk="1" latinLnBrk="0" hangingPunct="1">
              <a:lnSpc>
                <a:spcPct val="100000"/>
              </a:lnSpc>
              <a:spcBef>
                <a:spcPct val="0"/>
              </a:spcBef>
              <a:buNone/>
              <a:defRPr lang="en-US" sz="4800" b="1" i="0" kern="1200" baseline="0" dirty="0">
                <a:solidFill>
                  <a:schemeClr val="tx1"/>
                </a:solidFill>
                <a:latin typeface="Playfair Display Black" pitchFamily="2" charset="77"/>
                <a:ea typeface="+mj-ea"/>
                <a:cs typeface="+mj-cs"/>
              </a:defRPr>
            </a:lvl1pPr>
          </a:lstStyle>
          <a:p>
            <a:r>
              <a:rPr lang="en-GB"/>
              <a:t>Click to edit title </a:t>
            </a:r>
            <a:endParaRPr lang="en-US"/>
          </a:p>
        </p:txBody>
      </p:sp>
    </p:spTree>
    <p:extLst>
      <p:ext uri="{BB962C8B-B14F-4D97-AF65-F5344CB8AC3E}">
        <p14:creationId xmlns:p14="http://schemas.microsoft.com/office/powerpoint/2010/main" val="363720962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lide break (3)">
    <p:bg>
      <p:bgPr>
        <a:gradFill>
          <a:gsLst>
            <a:gs pos="50000">
              <a:schemeClr val="accent3"/>
            </a:gs>
            <a:gs pos="100000">
              <a:schemeClr val="accent2"/>
            </a:gs>
            <a:gs pos="0">
              <a:schemeClr val="accent1"/>
            </a:gs>
          </a:gsLst>
          <a:lin ang="0" scaled="0"/>
        </a:gradFill>
        <a:effectLst/>
      </p:bgPr>
    </p:bg>
    <p:spTree>
      <p:nvGrpSpPr>
        <p:cNvPr id="1" name=""/>
        <p:cNvGrpSpPr/>
        <p:nvPr/>
      </p:nvGrpSpPr>
      <p:grpSpPr>
        <a:xfrm>
          <a:off x="0" y="0"/>
          <a:ext cx="0" cy="0"/>
          <a:chOff x="0" y="0"/>
          <a:chExt cx="0" cy="0"/>
        </a:xfrm>
      </p:grpSpPr>
      <p:sp>
        <p:nvSpPr>
          <p:cNvPr id="2" name="Title 10">
            <a:extLst>
              <a:ext uri="{FF2B5EF4-FFF2-40B4-BE49-F238E27FC236}">
                <a16:creationId xmlns:a16="http://schemas.microsoft.com/office/drawing/2014/main" id="{67FF0CA7-626B-EB34-1E82-EC9CD9352B74}"/>
              </a:ext>
            </a:extLst>
          </p:cNvPr>
          <p:cNvSpPr>
            <a:spLocks noGrp="1"/>
          </p:cNvSpPr>
          <p:nvPr>
            <p:ph type="title" hasCustomPrompt="1"/>
          </p:nvPr>
        </p:nvSpPr>
        <p:spPr>
          <a:xfrm>
            <a:off x="3140127" y="2592232"/>
            <a:ext cx="5911746" cy="1673537"/>
          </a:xfrm>
        </p:spPr>
        <p:txBody>
          <a:bodyPr>
            <a:noAutofit/>
          </a:bodyPr>
          <a:lstStyle>
            <a:lvl1pPr marL="0" algn="ctr" defTabSz="914400" rtl="0" eaLnBrk="1" latinLnBrk="0" hangingPunct="1">
              <a:lnSpc>
                <a:spcPct val="100000"/>
              </a:lnSpc>
              <a:spcBef>
                <a:spcPct val="0"/>
              </a:spcBef>
              <a:buClrTx/>
              <a:buFontTx/>
              <a:buNone/>
              <a:defRPr lang="en-US" sz="4800" b="1" i="0" kern="1200" baseline="0" dirty="0">
                <a:solidFill>
                  <a:schemeClr val="tx1"/>
                </a:solidFill>
                <a:latin typeface="Playfair Display Black" pitchFamily="2" charset="77"/>
                <a:ea typeface="+mj-ea"/>
                <a:cs typeface="+mj-cs"/>
              </a:defRPr>
            </a:lvl1pPr>
          </a:lstStyle>
          <a:p>
            <a:r>
              <a:rPr lang="en-GB"/>
              <a:t>Click to edit title </a:t>
            </a:r>
            <a:endParaRPr lang="en-US"/>
          </a:p>
        </p:txBody>
      </p:sp>
    </p:spTree>
    <p:extLst>
      <p:ext uri="{BB962C8B-B14F-4D97-AF65-F5344CB8AC3E}">
        <p14:creationId xmlns:p14="http://schemas.microsoft.com/office/powerpoint/2010/main" val="325655036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lank Gradient (1)">
    <p:bg>
      <p:bgPr>
        <a:gradFill>
          <a:gsLst>
            <a:gs pos="50000">
              <a:schemeClr val="accent3"/>
            </a:gs>
            <a:gs pos="100000">
              <a:schemeClr val="accent2"/>
            </a:gs>
            <a:gs pos="0">
              <a:schemeClr val="accent1"/>
            </a:gs>
          </a:gsLst>
          <a:lin ang="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932221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k Gradient (2)">
    <p:bg>
      <p:bgPr>
        <a:gradFill>
          <a:gsLst>
            <a:gs pos="100000">
              <a:schemeClr val="accent4"/>
            </a:gs>
            <a:gs pos="50000">
              <a:schemeClr val="accent5"/>
            </a:gs>
            <a:gs pos="0">
              <a:schemeClr val="accent1"/>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18703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gray">
      <p:bgPr>
        <a:solidFill>
          <a:schemeClr val="bg1">
            <a:lumMod val="95000"/>
          </a:schemeClr>
        </a:solidFill>
        <a:effectLst/>
      </p:bgPr>
    </p:bg>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832344CB-3534-45AD-AFD7-41E2E682067F}"/>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b="4849"/>
          <a:stretch/>
        </p:blipFill>
        <p:spPr bwMode="gray">
          <a:xfrm>
            <a:off x="4831870" y="-10346"/>
            <a:ext cx="7360131" cy="6735001"/>
          </a:xfrm>
          <a:prstGeom prst="rect">
            <a:avLst/>
          </a:prstGeom>
        </p:spPr>
      </p:pic>
      <p:sp>
        <p:nvSpPr>
          <p:cNvPr id="49" name="Title 1"/>
          <p:cNvSpPr>
            <a:spLocks noGrp="1"/>
          </p:cNvSpPr>
          <p:nvPr userDrawn="1">
            <p:ph type="ctrTitle"/>
          </p:nvPr>
        </p:nvSpPr>
        <p:spPr bwMode="gray">
          <a:xfrm>
            <a:off x="448173" y="923544"/>
            <a:ext cx="4234775" cy="1901952"/>
          </a:xfrm>
        </p:spPr>
        <p:txBody>
          <a:bodyPr vert="horz" lIns="0" tIns="0" rIns="0" bIns="0" rtlCol="0" anchor="t" anchorCtr="0">
            <a:noAutofit/>
          </a:bodyPr>
          <a:lstStyle>
            <a:lvl1pPr>
              <a:spcBef>
                <a:spcPts val="0"/>
              </a:spcBef>
              <a:defRPr lang="en-US" sz="3400" dirty="0">
                <a:solidFill>
                  <a:schemeClr val="tx1"/>
                </a:solidFill>
                <a:latin typeface="+mj-lt"/>
              </a:defRPr>
            </a:lvl1pPr>
          </a:lstStyle>
          <a:p>
            <a:pPr lvl="0"/>
            <a:r>
              <a:rPr lang="en-US"/>
              <a:t>Click to edit Master title style</a:t>
            </a:r>
          </a:p>
        </p:txBody>
      </p:sp>
      <p:sp>
        <p:nvSpPr>
          <p:cNvPr id="6" name="Text Placeholder 5"/>
          <p:cNvSpPr>
            <a:spLocks noGrp="1"/>
          </p:cNvSpPr>
          <p:nvPr userDrawn="1">
            <p:ph type="body" sz="quarter" idx="10"/>
          </p:nvPr>
        </p:nvSpPr>
        <p:spPr bwMode="gray">
          <a:xfrm>
            <a:off x="448173" y="3849624"/>
            <a:ext cx="4234775" cy="905256"/>
          </a:xfrm>
        </p:spPr>
        <p:txBody>
          <a:bodyPr lIns="0" tIns="0" rIns="0" bIns="0" anchor="b" anchorCtr="0"/>
          <a:lstStyle>
            <a:lvl1pPr marL="0" indent="0">
              <a:spcBef>
                <a:spcPts val="600"/>
              </a:spcBef>
              <a:buNone/>
              <a:defRPr sz="1800">
                <a:solidFill>
                  <a:schemeClr val="tx1"/>
                </a:solidFill>
                <a:latin typeface="+mn-lt"/>
              </a:defRPr>
            </a:lvl1pPr>
            <a:lvl2pPr marL="400050" indent="0">
              <a:buNone/>
              <a:defRPr/>
            </a:lvl2pPr>
            <a:lvl3pPr marL="742950" indent="0">
              <a:buNone/>
              <a:defRPr/>
            </a:lvl3pPr>
            <a:lvl4pPr marL="1095375" indent="0">
              <a:buNone/>
              <a:defRPr/>
            </a:lvl4pPr>
            <a:lvl5pPr marL="1370012" indent="0">
              <a:buNone/>
              <a:defRPr/>
            </a:lvl5pPr>
          </a:lstStyle>
          <a:p>
            <a:pPr lvl="0"/>
            <a:r>
              <a:rPr lang="en-US"/>
              <a:t>Click to edit Master text styles</a:t>
            </a:r>
          </a:p>
        </p:txBody>
      </p:sp>
      <p:sp>
        <p:nvSpPr>
          <p:cNvPr id="3" name="Text Placeholder 2"/>
          <p:cNvSpPr>
            <a:spLocks noGrp="1"/>
          </p:cNvSpPr>
          <p:nvPr userDrawn="1">
            <p:ph type="body" sz="quarter" idx="11"/>
          </p:nvPr>
        </p:nvSpPr>
        <p:spPr bwMode="gray">
          <a:xfrm>
            <a:off x="448173" y="4974336"/>
            <a:ext cx="4234775" cy="438150"/>
          </a:xfrm>
        </p:spPr>
        <p:txBody>
          <a:bodyPr lIns="0" tIns="0" rIns="0" bIns="0" anchor="t" anchorCtr="0"/>
          <a:lstStyle>
            <a:lvl1pPr marL="0" indent="0">
              <a:spcBef>
                <a:spcPts val="300"/>
              </a:spcBef>
              <a:buNone/>
              <a:defRPr sz="1200">
                <a:solidFill>
                  <a:schemeClr val="tx1"/>
                </a:solidFill>
              </a:defRPr>
            </a:lvl1pPr>
          </a:lstStyle>
          <a:p>
            <a:pPr lvl="0"/>
            <a:r>
              <a:rPr lang="en-US"/>
              <a:t>Click to edit Master text styles</a:t>
            </a:r>
          </a:p>
        </p:txBody>
      </p:sp>
      <p:grpSp>
        <p:nvGrpSpPr>
          <p:cNvPr id="51" name="Group 50">
            <a:extLst>
              <a:ext uri="{FF2B5EF4-FFF2-40B4-BE49-F238E27FC236}">
                <a16:creationId xmlns:a16="http://schemas.microsoft.com/office/drawing/2014/main" id="{6FF36B01-A49B-4A9E-B276-D60D83410796}"/>
              </a:ext>
            </a:extLst>
          </p:cNvPr>
          <p:cNvGrpSpPr/>
          <p:nvPr userDrawn="1"/>
        </p:nvGrpSpPr>
        <p:grpSpPr bwMode="gray">
          <a:xfrm>
            <a:off x="446915" y="591197"/>
            <a:ext cx="587784" cy="45600"/>
            <a:chOff x="616542" y="591197"/>
            <a:chExt cx="587631" cy="45600"/>
          </a:xfrm>
        </p:grpSpPr>
        <p:sp>
          <p:nvSpPr>
            <p:cNvPr id="52" name="Google Shape;17;p2">
              <a:extLst>
                <a:ext uri="{FF2B5EF4-FFF2-40B4-BE49-F238E27FC236}">
                  <a16:creationId xmlns:a16="http://schemas.microsoft.com/office/drawing/2014/main" id="{5D3302A1-E9DC-4838-989A-68413E86B02A}"/>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sp>
          <p:nvSpPr>
            <p:cNvPr id="53" name="Google Shape;18;p2">
              <a:extLst>
                <a:ext uri="{FF2B5EF4-FFF2-40B4-BE49-F238E27FC236}">
                  <a16:creationId xmlns:a16="http://schemas.microsoft.com/office/drawing/2014/main" id="{B5D84995-F3EE-4DC3-A8E3-F8254A23326B}"/>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grpSp>
      <p:sp>
        <p:nvSpPr>
          <p:cNvPr id="54" name="Google Shape;49;p7">
            <a:extLst>
              <a:ext uri="{FF2B5EF4-FFF2-40B4-BE49-F238E27FC236}">
                <a16:creationId xmlns:a16="http://schemas.microsoft.com/office/drawing/2014/main" id="{4771DC95-2DA9-4515-8FEA-2DE1AA50D2C7}"/>
              </a:ext>
            </a:extLst>
          </p:cNvPr>
          <p:cNvSpPr/>
          <p:nvPr userDrawn="1"/>
        </p:nvSpPr>
        <p:spPr bwMode="gray">
          <a:xfrm>
            <a:off x="1" y="6216149"/>
            <a:ext cx="12192000" cy="641784"/>
          </a:xfrm>
          <a:prstGeom prst="rect">
            <a:avLst/>
          </a:prstGeom>
          <a:solidFill>
            <a:schemeClr val="lt1"/>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sp>
        <p:nvSpPr>
          <p:cNvPr id="55" name="Slide Number Placeholder 5">
            <a:extLst>
              <a:ext uri="{FF2B5EF4-FFF2-40B4-BE49-F238E27FC236}">
                <a16:creationId xmlns:a16="http://schemas.microsoft.com/office/drawing/2014/main" id="{F466006E-96B1-4AD4-A9B9-84F544D50C40}"/>
              </a:ext>
            </a:extLst>
          </p:cNvPr>
          <p:cNvSpPr txBox="1">
            <a:spLocks/>
          </p:cNvSpPr>
          <p:nvPr userDrawn="1"/>
        </p:nvSpPr>
        <p:spPr bwMode="gray">
          <a:xfrm>
            <a:off x="11466324" y="6303596"/>
            <a:ext cx="276370"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56" name="Google Shape;52;p7">
            <a:extLst>
              <a:ext uri="{FF2B5EF4-FFF2-40B4-BE49-F238E27FC236}">
                <a16:creationId xmlns:a16="http://schemas.microsoft.com/office/drawing/2014/main" id="{AFCE843F-1B48-4C3C-93F6-0D539F7C7FBC}"/>
              </a:ext>
            </a:extLst>
          </p:cNvPr>
          <p:cNvSpPr txBox="1"/>
          <p:nvPr userDrawn="1"/>
        </p:nvSpPr>
        <p:spPr bwMode="gray">
          <a:xfrm>
            <a:off x="6095999" y="6303596"/>
            <a:ext cx="5348889"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57" name="Text Placeholder 3">
            <a:extLst>
              <a:ext uri="{FF2B5EF4-FFF2-40B4-BE49-F238E27FC236}">
                <a16:creationId xmlns:a16="http://schemas.microsoft.com/office/drawing/2014/main" id="{70E02DB8-7DF9-4D61-B849-4927B0A5751D}"/>
              </a:ext>
            </a:extLst>
          </p:cNvPr>
          <p:cNvSpPr txBox="1">
            <a:spLocks/>
          </p:cNvSpPr>
          <p:nvPr userDrawn="1"/>
        </p:nvSpPr>
        <p:spPr bwMode="gray">
          <a:xfrm>
            <a:off x="1728666" y="6303596"/>
            <a:ext cx="4143311"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0">
                <a:solidFill>
                  <a:srgbClr val="0000C9"/>
                </a:solidFill>
              </a:rPr>
              <a:t>Breakthroughs that change patients’ lives</a:t>
            </a:r>
          </a:p>
        </p:txBody>
      </p:sp>
      <p:pic>
        <p:nvPicPr>
          <p:cNvPr id="58" name="Google Shape;53;p7">
            <a:extLst>
              <a:ext uri="{FF2B5EF4-FFF2-40B4-BE49-F238E27FC236}">
                <a16:creationId xmlns:a16="http://schemas.microsoft.com/office/drawing/2014/main" id="{CB49B02A-070A-482A-AACD-303DFF77F18F}"/>
              </a:ext>
            </a:extLst>
          </p:cNvPr>
          <p:cNvPicPr preferRelativeResize="0">
            <a:picLocks noChangeAspect="1"/>
          </p:cNvPicPr>
          <p:nvPr userDrawn="1"/>
        </p:nvPicPr>
        <p:blipFill>
          <a:blip r:embed="rId4" cstate="email">
            <a:extLst>
              <a:ext uri="{28A0092B-C50C-407E-A947-70E740481C1C}">
                <a14:useLocalDpi xmlns:a14="http://schemas.microsoft.com/office/drawing/2010/main"/>
              </a:ext>
            </a:extLst>
          </a:blip>
          <a:srcRect t="787" b="787"/>
          <a:stretch/>
        </p:blipFill>
        <p:spPr bwMode="gray">
          <a:xfrm>
            <a:off x="446914" y="6346663"/>
            <a:ext cx="914638" cy="371811"/>
          </a:xfrm>
          <a:prstGeom prst="rect">
            <a:avLst/>
          </a:prstGeom>
          <a:noFill/>
          <a:ln>
            <a:noFill/>
          </a:ln>
        </p:spPr>
      </p:pic>
    </p:spTree>
    <p:custDataLst>
      <p:tags r:id="rId1"/>
    </p:custDataLst>
    <p:extLst>
      <p:ext uri="{BB962C8B-B14F-4D97-AF65-F5344CB8AC3E}">
        <p14:creationId xmlns:p14="http://schemas.microsoft.com/office/powerpoint/2010/main" val="359183936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112661910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ubtitle and Source">
    <p:spTree>
      <p:nvGrpSpPr>
        <p:cNvPr id="1" name=""/>
        <p:cNvGrpSpPr/>
        <p:nvPr/>
      </p:nvGrpSpPr>
      <p:grpSpPr>
        <a:xfrm>
          <a:off x="0" y="0"/>
          <a:ext cx="0" cy="0"/>
          <a:chOff x="0" y="0"/>
          <a:chExt cx="0" cy="0"/>
        </a:xfrm>
      </p:grpSpPr>
      <p:sp>
        <p:nvSpPr>
          <p:cNvPr id="12" name="Text Placeholder 9"/>
          <p:cNvSpPr>
            <a:spLocks noGrp="1"/>
          </p:cNvSpPr>
          <p:nvPr>
            <p:ph type="body" sz="quarter" idx="15" hasCustomPrompt="1"/>
          </p:nvPr>
        </p:nvSpPr>
        <p:spPr bwMode="gray">
          <a:xfrm>
            <a:off x="448172" y="1307593"/>
            <a:ext cx="11295782"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9" name="Text Placeholder 2"/>
          <p:cNvSpPr>
            <a:spLocks noGrp="1"/>
          </p:cNvSpPr>
          <p:nvPr>
            <p:ph type="body" sz="quarter" idx="16" hasCustomPrompt="1"/>
          </p:nvPr>
        </p:nvSpPr>
        <p:spPr bwMode="gray">
          <a:xfrm>
            <a:off x="448173" y="5806440"/>
            <a:ext cx="11295782"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360710589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172" y="1801368"/>
            <a:ext cx="11295782" cy="3950208"/>
          </a:xfrm>
        </p:spPr>
        <p:txBody>
          <a:bodyPr/>
          <a:lstStyle>
            <a:lvl1pPr marL="342900" indent="-342900">
              <a:buFont typeface="+mj-lt"/>
              <a:buAutoNum type="arabicPeriod"/>
              <a:defRPr/>
            </a:lvl1pPr>
            <a:lvl2pPr marL="571500" indent="-169863">
              <a:defRPr/>
            </a:lvl2pPr>
            <a:lvl3pPr marL="742950" indent="-171450">
              <a:defRPr/>
            </a:lvl3pPr>
            <a:lvl4pPr marL="971550" indent="-171450">
              <a:defRPr/>
            </a:lvl4pPr>
            <a:lvl5pPr marL="1171575" indent="-142875">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173" y="5806440"/>
            <a:ext cx="11295782"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172" y="1307593"/>
            <a:ext cx="11295782"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Tree>
    <p:custDataLst>
      <p:tags r:id="rId1"/>
    </p:custDataLst>
    <p:extLst>
      <p:ext uri="{BB962C8B-B14F-4D97-AF65-F5344CB8AC3E}">
        <p14:creationId xmlns:p14="http://schemas.microsoft.com/office/powerpoint/2010/main" val="270563361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48173" y="2368296"/>
            <a:ext cx="5487829"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16" hasCustomPrompt="1"/>
          </p:nvPr>
        </p:nvSpPr>
        <p:spPr bwMode="gray">
          <a:xfrm>
            <a:off x="448172" y="5806440"/>
            <a:ext cx="11295782" cy="347472"/>
          </a:xfrm>
        </p:spPr>
        <p:txBody>
          <a:bodyPr lIns="0" tIns="0" rIns="0" bIns="0" anchor="b"/>
          <a:lstStyle>
            <a:lvl1pPr marL="228600" indent="-228600" algn="l" defTabSz="914400" rtl="0" eaLnBrk="1" latinLnBrk="0" hangingPunct="1">
              <a:lnSpc>
                <a:spcPct val="85000"/>
              </a:lnSpc>
              <a:spcBef>
                <a:spcPts val="200"/>
              </a:spcBef>
              <a:buClr>
                <a:schemeClr val="accent2"/>
              </a:buClr>
              <a:buSzPct val="85000"/>
              <a:buFont typeface="Arial" pitchFamily="34" charset="0"/>
              <a:buNone/>
              <a:tabLst>
                <a:tab pos="174625" algn="r"/>
                <a:tab pos="228600" algn="l"/>
              </a:tabLst>
              <a:defRPr lang="en-US" sz="800" kern="1200" dirty="0">
                <a:solidFill>
                  <a:srgbClr val="A1AAB1"/>
                </a:solidFill>
                <a:latin typeface="+mn-lt"/>
                <a:ea typeface="+mn-ea"/>
                <a:cs typeface="Arial" pitchFamily="34" charset="0"/>
              </a:defRPr>
            </a:lvl1pPr>
          </a:lstStyle>
          <a:p>
            <a:pPr lvl="0"/>
            <a:r>
              <a:rPr lang="en-US"/>
              <a:t>Click to edit source</a:t>
            </a:r>
          </a:p>
        </p:txBody>
      </p:sp>
      <p:sp>
        <p:nvSpPr>
          <p:cNvPr id="13" name="Text Placeholder 9"/>
          <p:cNvSpPr>
            <a:spLocks noGrp="1"/>
          </p:cNvSpPr>
          <p:nvPr>
            <p:ph type="body" sz="quarter" idx="15" hasCustomPrompt="1"/>
          </p:nvPr>
        </p:nvSpPr>
        <p:spPr bwMode="gray">
          <a:xfrm>
            <a:off x="448172" y="1307593"/>
            <a:ext cx="11295782" cy="396947"/>
          </a:xfrm>
          <a:prstGeom prst="rect">
            <a:avLst/>
          </a:prstGeom>
          <a:noFill/>
        </p:spPr>
        <p:txBody>
          <a:bodyPr wrap="square" lIns="0" rIns="0" rtlCol="0">
            <a:noAutofit/>
          </a:bodyPr>
          <a:lstStyle>
            <a:lvl1pPr marL="0" indent="0" algn="l" rtl="0" fontAlgn="base">
              <a:lnSpc>
                <a:spcPct val="85000"/>
              </a:lnSpc>
              <a:spcBef>
                <a:spcPct val="0"/>
              </a:spcBef>
              <a:spcAft>
                <a:spcPct val="0"/>
              </a:spcAft>
              <a:buNone/>
              <a:defRPr lang="en-US" sz="2000" b="0" kern="1200" smtClean="0">
                <a:solidFill>
                  <a:schemeClr val="tx1">
                    <a:lumMod val="50000"/>
                    <a:lumOff val="50000"/>
                  </a:schemeClr>
                </a:solidFill>
                <a:latin typeface="+mj-lt"/>
                <a:ea typeface="+mn-ea"/>
                <a:cs typeface="+mn-cs"/>
              </a:defRPr>
            </a:lvl1pPr>
            <a:lvl2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2pPr>
            <a:lvl3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3pPr>
            <a:lvl4pPr algn="l" rtl="0" fontAlgn="base">
              <a:lnSpc>
                <a:spcPct val="90000"/>
              </a:lnSpc>
              <a:spcBef>
                <a:spcPct val="0"/>
              </a:spcBef>
              <a:spcAft>
                <a:spcPct val="0"/>
              </a:spcAft>
              <a:defRPr lang="en-US" sz="2200" b="1" kern="1200" smtClean="0">
                <a:solidFill>
                  <a:schemeClr val="tx1"/>
                </a:solidFill>
                <a:latin typeface="Arial Narrow" pitchFamily="34" charset="0"/>
                <a:ea typeface="+mn-ea"/>
                <a:cs typeface="+mn-cs"/>
              </a:defRPr>
            </a:lvl4pPr>
            <a:lvl5pPr algn="l" rtl="0" fontAlgn="base">
              <a:lnSpc>
                <a:spcPct val="90000"/>
              </a:lnSpc>
              <a:spcBef>
                <a:spcPct val="0"/>
              </a:spcBef>
              <a:spcAft>
                <a:spcPct val="0"/>
              </a:spcAft>
              <a:defRPr lang="en-US" sz="2200" b="1" kern="1200" dirty="0" smtClean="0">
                <a:solidFill>
                  <a:schemeClr val="tx1"/>
                </a:solidFill>
                <a:latin typeface="Arial Narrow" pitchFamily="34" charset="0"/>
                <a:ea typeface="+mn-ea"/>
                <a:cs typeface="+mn-cs"/>
              </a:defRPr>
            </a:lvl5pPr>
          </a:lstStyle>
          <a:p>
            <a:pPr lvl="0"/>
            <a:r>
              <a:rPr lang="en-US"/>
              <a:t>Click to edit subtitle</a:t>
            </a:r>
          </a:p>
        </p:txBody>
      </p:sp>
      <p:sp>
        <p:nvSpPr>
          <p:cNvPr id="2" name="Title 1"/>
          <p:cNvSpPr>
            <a:spLocks noGrp="1"/>
          </p:cNvSpPr>
          <p:nvPr>
            <p:ph type="title"/>
          </p:nvPr>
        </p:nvSpPr>
        <p:spPr bwMode="gray"/>
        <p:txBody>
          <a:bodyPr/>
          <a:lstStyle/>
          <a:p>
            <a:r>
              <a:rPr lang="en-US"/>
              <a:t>Click to edit Master title style</a:t>
            </a:r>
          </a:p>
        </p:txBody>
      </p:sp>
      <p:sp>
        <p:nvSpPr>
          <p:cNvPr id="5" name="Text Placeholder 4">
            <a:extLst>
              <a:ext uri="{FF2B5EF4-FFF2-40B4-BE49-F238E27FC236}">
                <a16:creationId xmlns:a16="http://schemas.microsoft.com/office/drawing/2014/main" id="{4D6BC15F-9414-4FEE-B69B-9BD23E3FE336}"/>
              </a:ext>
            </a:extLst>
          </p:cNvPr>
          <p:cNvSpPr>
            <a:spLocks noGrp="1"/>
          </p:cNvSpPr>
          <p:nvPr>
            <p:ph type="body" sz="quarter" idx="17"/>
          </p:nvPr>
        </p:nvSpPr>
        <p:spPr bwMode="gray">
          <a:xfrm>
            <a:off x="448172" y="1801368"/>
            <a:ext cx="5487829"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567B850-9BA5-436D-90B5-3B94C065572F}"/>
              </a:ext>
            </a:extLst>
          </p:cNvPr>
          <p:cNvSpPr>
            <a:spLocks noGrp="1"/>
          </p:cNvSpPr>
          <p:nvPr>
            <p:ph idx="18"/>
          </p:nvPr>
        </p:nvSpPr>
        <p:spPr bwMode="gray">
          <a:xfrm>
            <a:off x="6264588" y="2368296"/>
            <a:ext cx="5487829" cy="3383280"/>
          </a:xfrm>
        </p:spPr>
        <p:txBody>
          <a:bodyPr/>
          <a:lstStyle>
            <a:lvl1pPr marL="173038" indent="-173038">
              <a:spcBef>
                <a:spcPts val="1000"/>
              </a:spcBef>
              <a:defRPr sz="1600"/>
            </a:lvl1pPr>
            <a:lvl2pPr marL="347663" indent="-119063">
              <a:spcBef>
                <a:spcPts val="500"/>
              </a:spcBef>
              <a:defRPr sz="1400"/>
            </a:lvl2pPr>
            <a:lvl3pPr marL="512763" indent="-107950">
              <a:spcBef>
                <a:spcPts val="200"/>
              </a:spcBef>
              <a:defRPr sz="1200"/>
            </a:lvl3pPr>
            <a:lvl4pPr marL="685800" indent="-109538">
              <a:spcBef>
                <a:spcPts val="200"/>
              </a:spcBef>
              <a:defRPr sz="1100"/>
            </a:lvl4pPr>
            <a:lvl5pPr marL="858838" indent="-117475">
              <a:spcBef>
                <a:spcPts val="2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930AED57-71AA-40F0-8FED-14CBC67B5225}"/>
              </a:ext>
            </a:extLst>
          </p:cNvPr>
          <p:cNvSpPr>
            <a:spLocks noGrp="1"/>
          </p:cNvSpPr>
          <p:nvPr>
            <p:ph type="body" sz="quarter" idx="19"/>
          </p:nvPr>
        </p:nvSpPr>
        <p:spPr bwMode="gray">
          <a:xfrm>
            <a:off x="6264588" y="1801368"/>
            <a:ext cx="5487829" cy="521208"/>
          </a:xfrm>
          <a:solidFill>
            <a:schemeClr val="bg1"/>
          </a:solidFill>
          <a:effectLst>
            <a:outerShdw dist="12700" dir="16200000" rotWithShape="0">
              <a:schemeClr val="bg1">
                <a:lumMod val="75000"/>
              </a:schemeClr>
            </a:outerShdw>
          </a:effectLst>
        </p:spPr>
        <p:txBody>
          <a:bodyPr lIns="0" tIns="91440" rIns="0"/>
          <a:lstStyle>
            <a:lvl1pPr>
              <a:spcBef>
                <a:spcPts val="0"/>
              </a:spcBef>
              <a:buNone/>
              <a:defRPr sz="1800" b="1">
                <a:solidFill>
                  <a:schemeClr val="accent1"/>
                </a:solidFill>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86374356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253192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Generic Cover Slide">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5AD6E1E0-661D-FA55-3664-20229F8C0CCA}"/>
              </a:ext>
            </a:extLst>
          </p:cNvPr>
          <p:cNvPicPr>
            <a:picLocks noChangeAspect="1"/>
          </p:cNvPicPr>
          <p:nvPr userDrawn="1"/>
        </p:nvPicPr>
        <p:blipFill>
          <a:blip r:embed="rId2"/>
          <a:stretch>
            <a:fillRect/>
          </a:stretch>
        </p:blipFill>
        <p:spPr>
          <a:xfrm>
            <a:off x="1019107" y="5094178"/>
            <a:ext cx="1919998" cy="576000"/>
          </a:xfrm>
          <a:prstGeom prst="rect">
            <a:avLst/>
          </a:prstGeom>
        </p:spPr>
      </p:pic>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2" y="1155121"/>
            <a:ext cx="4067908" cy="1175359"/>
          </a:xfrm>
        </p:spPr>
        <p:txBody>
          <a:bodyPr anchor="b">
            <a:noAutofit/>
          </a:bodyPr>
          <a:lstStyle>
            <a:lvl1pPr algn="l" defTabSz="385763" rtl="0" eaLnBrk="1" latinLnBrk="0" hangingPunct="1">
              <a:lnSpc>
                <a:spcPct val="100000"/>
              </a:lnSpc>
              <a:spcBef>
                <a:spcPct val="0"/>
              </a:spcBef>
              <a:buNone/>
              <a:defRPr lang="en-US" sz="1519"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6"/>
            <a:ext cx="3892060" cy="656746"/>
          </a:xfrm>
        </p:spPr>
        <p:txBody>
          <a:bodyPr>
            <a:noAutofit/>
          </a:bodyPr>
          <a:lstStyle>
            <a:lvl1pPr marL="0" indent="0" algn="l">
              <a:lnSpc>
                <a:spcPct val="100000"/>
              </a:lnSpc>
              <a:buNone/>
              <a:defRPr sz="675" b="0" i="0">
                <a:latin typeface="Manrope Light" pitchFamily="2" charset="0"/>
              </a:defRPr>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2" y="3624333"/>
            <a:ext cx="798232" cy="162417"/>
          </a:xfrm>
          <a:noFill/>
        </p:spPr>
        <p:txBody>
          <a:bodyPr wrap="none" rtlCol="0">
            <a:spAutoFit/>
          </a:bodyPr>
          <a:lstStyle>
            <a:lvl1pPr marL="0" indent="0">
              <a:buNone/>
              <a:defRPr lang="en-GB" sz="506" b="1" spc="127" dirty="0" smtClean="0">
                <a:solidFill>
                  <a:srgbClr val="5C5C7D"/>
                </a:solidFill>
              </a:defRPr>
            </a:lvl1pPr>
            <a:lvl2pPr marL="96441" indent="0">
              <a:buNone/>
              <a:defRPr lang="en-GB" sz="760" dirty="0" smtClean="0">
                <a:latin typeface="+mn-lt"/>
              </a:defRPr>
            </a:lvl2pPr>
            <a:lvl3pPr>
              <a:defRPr lang="en-GB" sz="760" dirty="0" smtClean="0">
                <a:latin typeface="+mn-lt"/>
              </a:defRPr>
            </a:lvl3pPr>
            <a:lvl4pPr>
              <a:defRPr lang="en-GB" sz="760" dirty="0" smtClean="0">
                <a:latin typeface="+mn-lt"/>
              </a:defRPr>
            </a:lvl4pPr>
            <a:lvl5pPr>
              <a:defRPr lang="en-US" sz="760" dirty="0">
                <a:latin typeface="+mn-lt"/>
              </a:defRPr>
            </a:lvl5pPr>
          </a:lstStyle>
          <a:p>
            <a:pPr marL="0" lvl="0"/>
            <a:r>
              <a:rPr lang="en-GB"/>
              <a:t>MONTH, YEAR</a:t>
            </a:r>
          </a:p>
        </p:txBody>
      </p:sp>
      <p:pic>
        <p:nvPicPr>
          <p:cNvPr id="15" name="Picture 14">
            <a:extLst>
              <a:ext uri="{FF2B5EF4-FFF2-40B4-BE49-F238E27FC236}">
                <a16:creationId xmlns:a16="http://schemas.microsoft.com/office/drawing/2014/main" id="{9F68B4BC-6974-1D9F-2F3B-FC5CA5699E5F}"/>
              </a:ext>
            </a:extLst>
          </p:cNvPr>
          <p:cNvPicPr>
            <a:picLocks noChangeAspect="1"/>
          </p:cNvPicPr>
          <p:nvPr userDrawn="1"/>
        </p:nvPicPr>
        <p:blipFill>
          <a:blip r:embed="rId3"/>
          <a:srcRect/>
          <a:stretch/>
        </p:blipFill>
        <p:spPr>
          <a:xfrm>
            <a:off x="5683250" y="0"/>
            <a:ext cx="6508750" cy="6858000"/>
          </a:xfrm>
          <a:prstGeom prst="rect">
            <a:avLst/>
          </a:prstGeom>
        </p:spPr>
      </p:pic>
    </p:spTree>
    <p:extLst>
      <p:ext uri="{BB962C8B-B14F-4D97-AF65-F5344CB8AC3E}">
        <p14:creationId xmlns:p14="http://schemas.microsoft.com/office/powerpoint/2010/main" val="737798932"/>
      </p:ext>
    </p:extLst>
  </p:cSld>
  <p:clrMapOvr>
    <a:masterClrMapping/>
  </p:clrMapOvr>
  <p:extLst>
    <p:ext uri="{DCECCB84-F9BA-43D5-87BE-67443E8EF086}">
      <p15:sldGuideLst xmlns:p15="http://schemas.microsoft.com/office/powerpoint/2012/main">
        <p15:guide id="1" orient="horz" pos="2880">
          <p15:clr>
            <a:srgbClr val="FBAE40"/>
          </p15:clr>
        </p15:guide>
        <p15:guide id="2" pos="216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ver with Splas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0" y="1155121"/>
            <a:ext cx="4056185" cy="1175359"/>
          </a:xfrm>
        </p:spPr>
        <p:txBody>
          <a:bodyPr anchor="b">
            <a:noAutofit/>
          </a:bodyPr>
          <a:lstStyle>
            <a:lvl1pPr algn="l" defTabSz="385763" rtl="0" eaLnBrk="1" latinLnBrk="0" hangingPunct="1">
              <a:lnSpc>
                <a:spcPct val="100000"/>
              </a:lnSpc>
              <a:spcBef>
                <a:spcPct val="0"/>
              </a:spcBef>
              <a:buNone/>
              <a:defRPr lang="en-US" sz="1519"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6"/>
            <a:ext cx="3892060" cy="656746"/>
          </a:xfrm>
        </p:spPr>
        <p:txBody>
          <a:bodyPr>
            <a:noAutofit/>
          </a:bodyPr>
          <a:lstStyle>
            <a:lvl1pPr marL="0" indent="0" algn="l">
              <a:lnSpc>
                <a:spcPct val="100000"/>
              </a:lnSpc>
              <a:buNone/>
              <a:defRPr sz="675" b="0" i="0">
                <a:latin typeface="Manrope Light" pitchFamily="2" charset="0"/>
              </a:defRPr>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2" y="3624333"/>
            <a:ext cx="798232" cy="162417"/>
          </a:xfrm>
          <a:noFill/>
        </p:spPr>
        <p:txBody>
          <a:bodyPr wrap="none" rtlCol="0">
            <a:spAutoFit/>
          </a:bodyPr>
          <a:lstStyle>
            <a:lvl1pPr marL="0" indent="0">
              <a:buNone/>
              <a:defRPr lang="en-GB" sz="506" b="1" spc="127" dirty="0" smtClean="0">
                <a:solidFill>
                  <a:srgbClr val="5C5C7D"/>
                </a:solidFill>
              </a:defRPr>
            </a:lvl1pPr>
            <a:lvl2pPr marL="96441" indent="0">
              <a:buNone/>
              <a:defRPr lang="en-GB" sz="760" dirty="0" smtClean="0">
                <a:latin typeface="+mn-lt"/>
              </a:defRPr>
            </a:lvl2pPr>
            <a:lvl3pPr>
              <a:defRPr lang="en-GB" sz="760" dirty="0" smtClean="0">
                <a:latin typeface="+mn-lt"/>
              </a:defRPr>
            </a:lvl3pPr>
            <a:lvl4pPr>
              <a:defRPr lang="en-GB" sz="760" dirty="0" smtClean="0">
                <a:latin typeface="+mn-lt"/>
              </a:defRPr>
            </a:lvl4pPr>
            <a:lvl5pPr>
              <a:defRPr lang="en-US" sz="760" dirty="0">
                <a:latin typeface="+mn-lt"/>
              </a:defRPr>
            </a:lvl5pPr>
          </a:lstStyle>
          <a:p>
            <a:pPr marL="0" lvl="0"/>
            <a:r>
              <a:rPr lang="en-GB"/>
              <a:t>MONTH, YEAR</a:t>
            </a:r>
          </a:p>
        </p:txBody>
      </p:sp>
      <p:sp>
        <p:nvSpPr>
          <p:cNvPr id="5" name="Picture Placeholder 4">
            <a:extLst>
              <a:ext uri="{FF2B5EF4-FFF2-40B4-BE49-F238E27FC236}">
                <a16:creationId xmlns:a16="http://schemas.microsoft.com/office/drawing/2014/main" id="{08CCD0A7-0CD4-997A-1174-671DC0A6BD4F}"/>
              </a:ext>
            </a:extLst>
          </p:cNvPr>
          <p:cNvSpPr>
            <a:spLocks noGrp="1"/>
          </p:cNvSpPr>
          <p:nvPr>
            <p:ph type="pic" sz="quarter" idx="11"/>
          </p:nvPr>
        </p:nvSpPr>
        <p:spPr>
          <a:xfrm>
            <a:off x="6304356" y="1023144"/>
            <a:ext cx="5157787" cy="4811713"/>
          </a:xfrm>
        </p:spPr>
        <p:txBody>
          <a:bodyPr/>
          <a:lstStyle/>
          <a:p>
            <a:endParaRPr lang="en-US"/>
          </a:p>
        </p:txBody>
      </p:sp>
      <p:pic>
        <p:nvPicPr>
          <p:cNvPr id="9" name="Picture 8">
            <a:extLst>
              <a:ext uri="{FF2B5EF4-FFF2-40B4-BE49-F238E27FC236}">
                <a16:creationId xmlns:a16="http://schemas.microsoft.com/office/drawing/2014/main" id="{C783FA81-17A6-6221-C70F-42E321F1990D}"/>
              </a:ext>
            </a:extLst>
          </p:cNvPr>
          <p:cNvPicPr>
            <a:picLocks noChangeAspect="1"/>
          </p:cNvPicPr>
          <p:nvPr userDrawn="1"/>
        </p:nvPicPr>
        <p:blipFill>
          <a:blip r:embed="rId2"/>
          <a:stretch>
            <a:fillRect/>
          </a:stretch>
        </p:blipFill>
        <p:spPr>
          <a:xfrm>
            <a:off x="1019107" y="5094178"/>
            <a:ext cx="1919998" cy="576000"/>
          </a:xfrm>
          <a:prstGeom prst="rect">
            <a:avLst/>
          </a:prstGeom>
        </p:spPr>
      </p:pic>
    </p:spTree>
    <p:extLst>
      <p:ext uri="{BB962C8B-B14F-4D97-AF65-F5344CB8AC3E}">
        <p14:creationId xmlns:p14="http://schemas.microsoft.com/office/powerpoint/2010/main" val="25401651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and Sing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1"/>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60"/>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385763" rtl="0" eaLnBrk="1" latinLnBrk="0" hangingPunct="1">
              <a:lnSpc>
                <a:spcPct val="100000"/>
              </a:lnSpc>
              <a:spcBef>
                <a:spcPct val="0"/>
              </a:spcBef>
              <a:buNone/>
              <a:defRPr lang="en-US" sz="1181"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2"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4439320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and Single Colum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A26F34-5333-EAF9-C3B2-103B400E8BDE}"/>
              </a:ext>
            </a:extLst>
          </p:cNvPr>
          <p:cNvSpPr/>
          <p:nvPr userDrawn="1"/>
        </p:nvSpPr>
        <p:spPr>
          <a:xfrm flipH="1">
            <a:off x="1" y="0"/>
            <a:ext cx="4302178" cy="6858000"/>
          </a:xfrm>
          <a:prstGeom prst="rect">
            <a:avLst/>
          </a:prstGeom>
          <a:solidFill>
            <a:srgbClr val="1C1C2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591"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31526" y="2109867"/>
            <a:ext cx="3239125" cy="2638268"/>
          </a:xfrm>
        </p:spPr>
        <p:txBody>
          <a:bodyPr>
            <a:normAutofit/>
          </a:bodyPr>
          <a:lstStyle>
            <a:lvl1pPr algn="ctr" defTabSz="385763" rtl="0" eaLnBrk="1" latinLnBrk="0" hangingPunct="1">
              <a:lnSpc>
                <a:spcPct val="100000"/>
              </a:lnSpc>
              <a:spcBef>
                <a:spcPct val="0"/>
              </a:spcBef>
              <a:buNone/>
              <a:defRPr lang="en-US" sz="1181"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126637" y="794480"/>
            <a:ext cx="6227163" cy="538248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698005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and Single Column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67B83FA-2CD5-F995-89FE-0CC8F2A652DC}"/>
              </a:ext>
            </a:extLst>
          </p:cNvPr>
          <p:cNvSpPr/>
          <p:nvPr userDrawn="1"/>
        </p:nvSpPr>
        <p:spPr>
          <a:xfrm flipH="1">
            <a:off x="-2"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591"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hasCustomPrompt="1"/>
          </p:nvPr>
        </p:nvSpPr>
        <p:spPr>
          <a:xfrm>
            <a:off x="838200" y="1955151"/>
            <a:ext cx="4498299" cy="2947700"/>
          </a:xfrm>
        </p:spPr>
        <p:txBody>
          <a:bodyPr>
            <a:normAutofit/>
          </a:bodyPr>
          <a:lstStyle>
            <a:lvl1pPr algn="ctr" defTabSz="385763" rtl="0" eaLnBrk="1" latinLnBrk="0" hangingPunct="1">
              <a:lnSpc>
                <a:spcPct val="100000"/>
              </a:lnSpc>
              <a:spcBef>
                <a:spcPct val="0"/>
              </a:spcBef>
              <a:buNone/>
              <a:defRPr lang="en-US" sz="1181" b="1" i="0" kern="1200" baseline="0" dirty="0">
                <a:solidFill>
                  <a:schemeClr val="bg1"/>
                </a:solidFill>
                <a:latin typeface="Playfair Display Black" pitchFamily="2" charset="77"/>
                <a:ea typeface="+mj-ea"/>
                <a:cs typeface="+mj-cs"/>
              </a:defRPr>
            </a:lvl1pPr>
          </a:lstStyle>
          <a:p>
            <a:r>
              <a:rPr lang="en-GB"/>
              <a:t>Title goes here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6790544" y="749508"/>
            <a:ext cx="4781863" cy="542745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85741421"/>
      </p:ext>
    </p:extLst>
  </p:cSld>
  <p:clrMapOvr>
    <a:overrideClrMapping bg1="lt1" tx1="dk1" bg2="lt2" tx2="dk2" accent1="accent1" accent2="accent2" accent3="accent3" accent4="accent4" accent5="accent5" accent6="accent6" hlink="hlink" folHlink="folHlink"/>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and Doub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1"/>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60"/>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385763" rtl="0" eaLnBrk="1" latinLnBrk="0" hangingPunct="1">
              <a:lnSpc>
                <a:spcPct val="100000"/>
              </a:lnSpc>
              <a:spcBef>
                <a:spcPct val="0"/>
              </a:spcBef>
              <a:buNone/>
              <a:defRPr lang="en-US" sz="1181"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199"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9"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5" name="Straight Connector 4">
            <a:extLst>
              <a:ext uri="{FF2B5EF4-FFF2-40B4-BE49-F238E27FC236}">
                <a16:creationId xmlns:a16="http://schemas.microsoft.com/office/drawing/2014/main" id="{42686399-894F-E025-9C24-1F307B5567D7}"/>
              </a:ext>
            </a:extLst>
          </p:cNvPr>
          <p:cNvCxnSpPr/>
          <p:nvPr userDrawn="1"/>
        </p:nvCxnSpPr>
        <p:spPr>
          <a:xfrm>
            <a:off x="6096000" y="1634837"/>
            <a:ext cx="0" cy="4738255"/>
          </a:xfrm>
          <a:prstGeom prst="line">
            <a:avLst/>
          </a:prstGeom>
          <a:ln w="12700">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076068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and Double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60"/>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10" y="597877"/>
            <a:ext cx="2968450" cy="736844"/>
          </a:xfrm>
        </p:spPr>
        <p:txBody>
          <a:bodyPr>
            <a:noAutofit/>
          </a:bodyPr>
          <a:lstStyle>
            <a:lvl1pPr algn="l" defTabSz="385763" rtl="0" eaLnBrk="1" latinLnBrk="0" hangingPunct="1">
              <a:lnSpc>
                <a:spcPct val="100000"/>
              </a:lnSpc>
              <a:spcBef>
                <a:spcPct val="0"/>
              </a:spcBef>
              <a:buNone/>
              <a:defRPr lang="en-US" sz="1181"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9" y="1034321"/>
            <a:ext cx="4897582" cy="52614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9" y="504029"/>
            <a:ext cx="666016" cy="174150"/>
          </a:xfrm>
          <a:solidFill>
            <a:schemeClr val="accent1"/>
          </a:solidFill>
        </p:spPr>
        <p:txBody>
          <a:bodyPr wrap="none" rtlCol="0">
            <a:spAutoFit/>
          </a:bodyPr>
          <a:lstStyle>
            <a:lvl1pPr marL="0" indent="0">
              <a:buNone/>
              <a:defRPr lang="en-GB" sz="591" b="1" spc="127" dirty="0" smtClean="0"/>
            </a:lvl1pPr>
          </a:lstStyle>
          <a:p>
            <a:pPr marL="0" lvl="0"/>
            <a:r>
              <a:rPr lang="en-GB"/>
              <a:t>SUBTITLE</a:t>
            </a:r>
          </a:p>
        </p:txBody>
      </p:sp>
    </p:spTree>
    <p:extLst>
      <p:ext uri="{BB962C8B-B14F-4D97-AF65-F5344CB8AC3E}">
        <p14:creationId xmlns:p14="http://schemas.microsoft.com/office/powerpoint/2010/main" val="102846458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60"/>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10" y="597877"/>
            <a:ext cx="2968450" cy="736844"/>
          </a:xfrm>
        </p:spPr>
        <p:txBody>
          <a:bodyPr>
            <a:noAutofit/>
          </a:bodyPr>
          <a:lstStyle>
            <a:lvl1pPr algn="l" defTabSz="385763" rtl="0" eaLnBrk="1" latinLnBrk="0" hangingPunct="1">
              <a:lnSpc>
                <a:spcPct val="100000"/>
              </a:lnSpc>
              <a:spcBef>
                <a:spcPct val="0"/>
              </a:spcBef>
              <a:buNone/>
              <a:defRPr lang="en-US" sz="1181"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791222"/>
            <a:ext cx="5318249" cy="450452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9" y="504029"/>
            <a:ext cx="1202124" cy="174150"/>
          </a:xfrm>
          <a:solidFill>
            <a:schemeClr val="accent1"/>
          </a:solidFill>
        </p:spPr>
        <p:txBody>
          <a:bodyPr wrap="none" rtlCol="0">
            <a:spAutoFit/>
          </a:bodyPr>
          <a:lstStyle>
            <a:lvl1pPr marL="0" indent="0">
              <a:buNone/>
              <a:defRPr lang="en-GB" sz="591" b="1" spc="127" dirty="0" smtClean="0"/>
            </a:lvl1pPr>
          </a:lstStyle>
          <a:p>
            <a:pPr marL="0" lvl="0"/>
            <a:r>
              <a:rPr lang="en-GB"/>
              <a:t>CHART/IMAGE TITLE</a:t>
            </a:r>
          </a:p>
        </p:txBody>
      </p:sp>
      <p:sp>
        <p:nvSpPr>
          <p:cNvPr id="7" name="Text Placeholder 6">
            <a:extLst>
              <a:ext uri="{FF2B5EF4-FFF2-40B4-BE49-F238E27FC236}">
                <a16:creationId xmlns:a16="http://schemas.microsoft.com/office/drawing/2014/main" id="{FB14B82B-F262-B42D-F5D3-9D8B4B104A65}"/>
              </a:ext>
            </a:extLst>
          </p:cNvPr>
          <p:cNvSpPr>
            <a:spLocks noGrp="1"/>
          </p:cNvSpPr>
          <p:nvPr>
            <p:ph type="body" sz="quarter" idx="13"/>
          </p:nvPr>
        </p:nvSpPr>
        <p:spPr>
          <a:xfrm>
            <a:off x="6456219" y="1001713"/>
            <a:ext cx="5318247" cy="514350"/>
          </a:xfrm>
        </p:spPr>
        <p:txBody>
          <a:bodyPr>
            <a:noAutofit/>
          </a:bodyPr>
          <a:lstStyle>
            <a:lvl1pPr marL="0" indent="0">
              <a:buNone/>
              <a:defRPr sz="506"/>
            </a:lvl1pPr>
            <a:lvl2pPr>
              <a:defRPr sz="506"/>
            </a:lvl2pPr>
            <a:lvl3pPr>
              <a:defRPr sz="506"/>
            </a:lvl3pPr>
            <a:lvl4pPr>
              <a:defRPr sz="506"/>
            </a:lvl4pPr>
            <a:lvl5pPr>
              <a:defRPr sz="506"/>
            </a:lvl5pPr>
          </a:lstStyle>
          <a:p>
            <a:pPr lvl="0"/>
            <a:r>
              <a:rPr lang="en-GB"/>
              <a:t>Click to edit Master text styles</a:t>
            </a:r>
            <a:endParaRPr lang="en-US"/>
          </a:p>
        </p:txBody>
      </p:sp>
    </p:spTree>
    <p:extLst>
      <p:ext uri="{BB962C8B-B14F-4D97-AF65-F5344CB8AC3E}">
        <p14:creationId xmlns:p14="http://schemas.microsoft.com/office/powerpoint/2010/main" val="103292488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ards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1"/>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60"/>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385763" rtl="0" eaLnBrk="1" latinLnBrk="0" hangingPunct="1">
              <a:lnSpc>
                <a:spcPct val="100000"/>
              </a:lnSpc>
              <a:spcBef>
                <a:spcPct val="0"/>
              </a:spcBef>
              <a:buNone/>
              <a:defRPr lang="en-US" sz="1181"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Content Placeholder 5">
            <a:extLst>
              <a:ext uri="{FF2B5EF4-FFF2-40B4-BE49-F238E27FC236}">
                <a16:creationId xmlns:a16="http://schemas.microsoft.com/office/drawing/2014/main" id="{5D153EE1-8D13-4C4C-C95A-ED942D2CF8EE}"/>
              </a:ext>
            </a:extLst>
          </p:cNvPr>
          <p:cNvSpPr>
            <a:spLocks noGrp="1"/>
          </p:cNvSpPr>
          <p:nvPr>
            <p:ph sz="quarter" idx="10"/>
          </p:nvPr>
        </p:nvSpPr>
        <p:spPr>
          <a:xfrm>
            <a:off x="769469" y="2731721"/>
            <a:ext cx="1940169" cy="3294063"/>
          </a:xfrm>
          <a:ln>
            <a:solidFill>
              <a:schemeClr val="accent6"/>
            </a:solidFill>
          </a:ln>
        </p:spPr>
        <p:txBody>
          <a:bodyPr>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10" name="Content Placeholder 5">
            <a:extLst>
              <a:ext uri="{FF2B5EF4-FFF2-40B4-BE49-F238E27FC236}">
                <a16:creationId xmlns:a16="http://schemas.microsoft.com/office/drawing/2014/main" id="{148ECB8C-374E-AA81-A937-E360703F5A19}"/>
              </a:ext>
            </a:extLst>
          </p:cNvPr>
          <p:cNvSpPr>
            <a:spLocks noGrp="1"/>
          </p:cNvSpPr>
          <p:nvPr>
            <p:ph sz="quarter" idx="11"/>
          </p:nvPr>
        </p:nvSpPr>
        <p:spPr>
          <a:xfrm>
            <a:off x="2938239" y="2731721"/>
            <a:ext cx="1940169" cy="3294063"/>
          </a:xfrm>
          <a:ln>
            <a:solidFill>
              <a:schemeClr val="accent6"/>
            </a:solidFill>
          </a:ln>
        </p:spPr>
        <p:txBody>
          <a:bodyPr>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505B1693-20A9-0E47-F38E-BB8AC825C1A6}"/>
              </a:ext>
            </a:extLst>
          </p:cNvPr>
          <p:cNvSpPr>
            <a:spLocks noGrp="1"/>
          </p:cNvSpPr>
          <p:nvPr>
            <p:ph sz="quarter" idx="12"/>
          </p:nvPr>
        </p:nvSpPr>
        <p:spPr>
          <a:xfrm>
            <a:off x="5107007" y="2731721"/>
            <a:ext cx="1940169" cy="3294063"/>
          </a:xfrm>
          <a:ln>
            <a:solidFill>
              <a:schemeClr val="accent6"/>
            </a:solidFill>
          </a:ln>
        </p:spPr>
        <p:txBody>
          <a:bodyPr>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12" name="Content Placeholder 5">
            <a:extLst>
              <a:ext uri="{FF2B5EF4-FFF2-40B4-BE49-F238E27FC236}">
                <a16:creationId xmlns:a16="http://schemas.microsoft.com/office/drawing/2014/main" id="{E7219F50-43CF-2222-81E5-6D90295DD88D}"/>
              </a:ext>
            </a:extLst>
          </p:cNvPr>
          <p:cNvSpPr>
            <a:spLocks noGrp="1"/>
          </p:cNvSpPr>
          <p:nvPr>
            <p:ph sz="quarter" idx="13"/>
          </p:nvPr>
        </p:nvSpPr>
        <p:spPr>
          <a:xfrm>
            <a:off x="7275777" y="2731721"/>
            <a:ext cx="1940169" cy="3294063"/>
          </a:xfrm>
          <a:ln>
            <a:solidFill>
              <a:schemeClr val="accent6"/>
            </a:solidFill>
          </a:ln>
        </p:spPr>
        <p:txBody>
          <a:bodyPr>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BDC33F88-CCFB-40BC-129B-6D9B539904DD}"/>
              </a:ext>
            </a:extLst>
          </p:cNvPr>
          <p:cNvSpPr>
            <a:spLocks noGrp="1"/>
          </p:cNvSpPr>
          <p:nvPr>
            <p:ph sz="quarter" idx="14"/>
          </p:nvPr>
        </p:nvSpPr>
        <p:spPr>
          <a:xfrm>
            <a:off x="9444545" y="2731721"/>
            <a:ext cx="1940169" cy="3294063"/>
          </a:xfrm>
          <a:ln>
            <a:solidFill>
              <a:schemeClr val="accent6"/>
            </a:solidFill>
          </a:ln>
        </p:spPr>
        <p:txBody>
          <a:bodyPr>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40" y="1313230"/>
            <a:ext cx="10515600" cy="736844"/>
          </a:xfrm>
        </p:spPr>
        <p:txBody>
          <a:bodyPr>
            <a:noAutofit/>
          </a:bodyPr>
          <a:lstStyle>
            <a:lvl1pPr marL="0" indent="0" algn="ctr">
              <a:buNone/>
              <a:defRPr sz="506"/>
            </a:lvl1pPr>
            <a:lvl2pPr>
              <a:defRPr sz="506"/>
            </a:lvl2pPr>
            <a:lvl3pPr>
              <a:defRPr sz="506"/>
            </a:lvl3pPr>
            <a:lvl4pPr>
              <a:defRPr sz="506"/>
            </a:lvl4pPr>
            <a:lvl5pPr>
              <a:defRPr sz="506"/>
            </a:lvl5pPr>
          </a:lstStyle>
          <a:p>
            <a:pPr lvl="0"/>
            <a:r>
              <a:rPr lang="en-GB"/>
              <a:t>Click to edit Master text styles</a:t>
            </a:r>
            <a:endParaRPr lang="en-US"/>
          </a:p>
        </p:txBody>
      </p:sp>
    </p:spTree>
    <p:extLst>
      <p:ext uri="{BB962C8B-B14F-4D97-AF65-F5344CB8AC3E}">
        <p14:creationId xmlns:p14="http://schemas.microsoft.com/office/powerpoint/2010/main" val="87026102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ards with icons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1"/>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60"/>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385763" rtl="0" eaLnBrk="1" latinLnBrk="0" hangingPunct="1">
              <a:lnSpc>
                <a:spcPct val="100000"/>
              </a:lnSpc>
              <a:spcBef>
                <a:spcPct val="0"/>
              </a:spcBef>
              <a:buNone/>
              <a:defRPr lang="en-US" sz="1181"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40" y="1313231"/>
            <a:ext cx="10515600" cy="503847"/>
          </a:xfrm>
        </p:spPr>
        <p:txBody>
          <a:bodyPr>
            <a:noAutofit/>
          </a:bodyPr>
          <a:lstStyle>
            <a:lvl1pPr marL="0" indent="0" algn="ctr">
              <a:buNone/>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3" name="Oval 2">
            <a:extLst>
              <a:ext uri="{FF2B5EF4-FFF2-40B4-BE49-F238E27FC236}">
                <a16:creationId xmlns:a16="http://schemas.microsoft.com/office/drawing/2014/main" id="{EE227378-E5F7-F46C-5089-FAC5D8568E7C}"/>
              </a:ext>
            </a:extLst>
          </p:cNvPr>
          <p:cNvSpPr/>
          <p:nvPr userDrawn="1"/>
        </p:nvSpPr>
        <p:spPr>
          <a:xfrm>
            <a:off x="1212015" y="2368200"/>
            <a:ext cx="1055077" cy="1055077"/>
          </a:xfrm>
          <a:prstGeom prst="ellipse">
            <a:avLst/>
          </a:prstGeom>
          <a:solidFill>
            <a:schemeClr val="bg1"/>
          </a:solidFill>
          <a:ln>
            <a:solidFill>
              <a:schemeClr val="accent6"/>
            </a:solidFill>
          </a:ln>
          <a:effectLst/>
        </p:spPr>
        <p:txBody>
          <a:bodyPr vert="horz" lIns="38576" tIns="19289" rIns="38576" bIns="19289" rtlCol="0" anchor="ctr">
            <a:noAutofit/>
          </a:bodyPr>
          <a:lstStyle/>
          <a:p>
            <a:pPr marL="96441" lvl="0" indent="-96441">
              <a:lnSpc>
                <a:spcPct val="90000"/>
              </a:lnSpc>
              <a:spcBef>
                <a:spcPts val="422"/>
              </a:spcBef>
              <a:buFont typeface="Arial" panose="020B0604020202020204" pitchFamily="34" charset="0"/>
              <a:buChar char="•"/>
            </a:pPr>
            <a:endParaRPr lang="en-US" sz="506" baseline="0">
              <a:solidFill>
                <a:schemeClr val="tx1"/>
              </a:solidFill>
              <a:latin typeface="Manrope" pitchFamily="2" charset="0"/>
            </a:endParaRPr>
          </a:p>
        </p:txBody>
      </p:sp>
      <p:sp>
        <p:nvSpPr>
          <p:cNvPr id="4" name="Oval 3">
            <a:extLst>
              <a:ext uri="{FF2B5EF4-FFF2-40B4-BE49-F238E27FC236}">
                <a16:creationId xmlns:a16="http://schemas.microsoft.com/office/drawing/2014/main" id="{A0FA4B6E-0038-28ED-8935-135AFA4CE8A9}"/>
              </a:ext>
            </a:extLst>
          </p:cNvPr>
          <p:cNvSpPr/>
          <p:nvPr userDrawn="1"/>
        </p:nvSpPr>
        <p:spPr>
          <a:xfrm>
            <a:off x="7718321" y="2368200"/>
            <a:ext cx="1055077" cy="1055077"/>
          </a:xfrm>
          <a:prstGeom prst="ellipse">
            <a:avLst/>
          </a:prstGeom>
          <a:solidFill>
            <a:schemeClr val="bg1"/>
          </a:solidFill>
          <a:ln>
            <a:solidFill>
              <a:schemeClr val="accent6"/>
            </a:solidFill>
          </a:ln>
          <a:effectLst/>
        </p:spPr>
        <p:txBody>
          <a:bodyPr vert="horz" lIns="38576" tIns="19289" rIns="38576" bIns="19289" rtlCol="0" anchor="ctr">
            <a:noAutofit/>
          </a:bodyPr>
          <a:lstStyle/>
          <a:p>
            <a:pPr marL="96441" lvl="0" indent="-96441">
              <a:lnSpc>
                <a:spcPct val="90000"/>
              </a:lnSpc>
              <a:spcBef>
                <a:spcPts val="422"/>
              </a:spcBef>
              <a:buFont typeface="Arial" panose="020B0604020202020204" pitchFamily="34" charset="0"/>
              <a:buChar char="•"/>
            </a:pPr>
            <a:endParaRPr lang="en-US" sz="506" baseline="0">
              <a:solidFill>
                <a:schemeClr val="tx1"/>
              </a:solidFill>
              <a:latin typeface="Manrope" pitchFamily="2" charset="0"/>
            </a:endParaRPr>
          </a:p>
        </p:txBody>
      </p:sp>
      <p:sp>
        <p:nvSpPr>
          <p:cNvPr id="5" name="Oval 4">
            <a:extLst>
              <a:ext uri="{FF2B5EF4-FFF2-40B4-BE49-F238E27FC236}">
                <a16:creationId xmlns:a16="http://schemas.microsoft.com/office/drawing/2014/main" id="{54550CAB-8324-28E9-70B4-BA00A99A3235}"/>
              </a:ext>
            </a:extLst>
          </p:cNvPr>
          <p:cNvSpPr/>
          <p:nvPr userDrawn="1"/>
        </p:nvSpPr>
        <p:spPr>
          <a:xfrm>
            <a:off x="3380783" y="2368200"/>
            <a:ext cx="1055077" cy="1055077"/>
          </a:xfrm>
          <a:prstGeom prst="ellipse">
            <a:avLst/>
          </a:prstGeom>
          <a:solidFill>
            <a:schemeClr val="bg1"/>
          </a:solidFill>
          <a:ln>
            <a:solidFill>
              <a:schemeClr val="accent6"/>
            </a:solidFill>
          </a:ln>
          <a:effectLst/>
        </p:spPr>
        <p:txBody>
          <a:bodyPr vert="horz" lIns="38576" tIns="19289" rIns="38576" bIns="19289" rtlCol="0" anchor="ctr">
            <a:noAutofit/>
          </a:bodyPr>
          <a:lstStyle/>
          <a:p>
            <a:pPr marL="96441" lvl="0" indent="-96441">
              <a:lnSpc>
                <a:spcPct val="90000"/>
              </a:lnSpc>
              <a:spcBef>
                <a:spcPts val="422"/>
              </a:spcBef>
              <a:buFont typeface="Arial" panose="020B0604020202020204" pitchFamily="34" charset="0"/>
              <a:buChar char="•"/>
            </a:pPr>
            <a:endParaRPr lang="en-US" sz="506" baseline="0">
              <a:solidFill>
                <a:schemeClr val="tx1"/>
              </a:solidFill>
              <a:latin typeface="Manrope" pitchFamily="2" charset="0"/>
            </a:endParaRPr>
          </a:p>
        </p:txBody>
      </p:sp>
      <p:sp>
        <p:nvSpPr>
          <p:cNvPr id="7" name="Oval 6">
            <a:extLst>
              <a:ext uri="{FF2B5EF4-FFF2-40B4-BE49-F238E27FC236}">
                <a16:creationId xmlns:a16="http://schemas.microsoft.com/office/drawing/2014/main" id="{93DA1F57-B025-EBB0-B2C6-805D0560752D}"/>
              </a:ext>
            </a:extLst>
          </p:cNvPr>
          <p:cNvSpPr/>
          <p:nvPr userDrawn="1"/>
        </p:nvSpPr>
        <p:spPr>
          <a:xfrm>
            <a:off x="5549553" y="2368200"/>
            <a:ext cx="1055077" cy="1055077"/>
          </a:xfrm>
          <a:prstGeom prst="ellipse">
            <a:avLst/>
          </a:prstGeom>
          <a:solidFill>
            <a:schemeClr val="bg1"/>
          </a:solidFill>
          <a:ln>
            <a:solidFill>
              <a:schemeClr val="accent6"/>
            </a:solidFill>
          </a:ln>
          <a:effectLst/>
        </p:spPr>
        <p:txBody>
          <a:bodyPr vert="horz" lIns="38576" tIns="19289" rIns="38576" bIns="19289" rtlCol="0" anchor="ctr">
            <a:noAutofit/>
          </a:bodyPr>
          <a:lstStyle/>
          <a:p>
            <a:pPr marL="96441" lvl="0" indent="-96441">
              <a:lnSpc>
                <a:spcPct val="90000"/>
              </a:lnSpc>
              <a:spcBef>
                <a:spcPts val="422"/>
              </a:spcBef>
              <a:buFont typeface="Arial" panose="020B0604020202020204" pitchFamily="34" charset="0"/>
              <a:buChar char="•"/>
            </a:pPr>
            <a:endParaRPr lang="en-US" sz="506" baseline="0">
              <a:solidFill>
                <a:schemeClr val="tx1"/>
              </a:solidFill>
              <a:latin typeface="Manrope" pitchFamily="2" charset="0"/>
            </a:endParaRPr>
          </a:p>
        </p:txBody>
      </p:sp>
      <p:sp>
        <p:nvSpPr>
          <p:cNvPr id="8" name="Oval 7">
            <a:extLst>
              <a:ext uri="{FF2B5EF4-FFF2-40B4-BE49-F238E27FC236}">
                <a16:creationId xmlns:a16="http://schemas.microsoft.com/office/drawing/2014/main" id="{6230CF9E-31AF-DD4A-3F71-D023F3D652CB}"/>
              </a:ext>
            </a:extLst>
          </p:cNvPr>
          <p:cNvSpPr/>
          <p:nvPr userDrawn="1"/>
        </p:nvSpPr>
        <p:spPr>
          <a:xfrm>
            <a:off x="9887091" y="2368200"/>
            <a:ext cx="1055077" cy="1055077"/>
          </a:xfrm>
          <a:prstGeom prst="ellipse">
            <a:avLst/>
          </a:prstGeom>
          <a:solidFill>
            <a:schemeClr val="bg1"/>
          </a:solidFill>
          <a:ln>
            <a:solidFill>
              <a:schemeClr val="accent6"/>
            </a:solidFill>
          </a:ln>
          <a:effectLst/>
        </p:spPr>
        <p:txBody>
          <a:bodyPr vert="horz" lIns="38576" tIns="19289" rIns="38576" bIns="19289" rtlCol="0" anchor="ctr">
            <a:noAutofit/>
          </a:bodyPr>
          <a:lstStyle/>
          <a:p>
            <a:pPr marL="96441" lvl="0" indent="-96441">
              <a:lnSpc>
                <a:spcPct val="90000"/>
              </a:lnSpc>
              <a:spcBef>
                <a:spcPts val="422"/>
              </a:spcBef>
              <a:buFont typeface="Arial" panose="020B0604020202020204" pitchFamily="34" charset="0"/>
              <a:buChar char="•"/>
            </a:pPr>
            <a:endParaRPr lang="en-US" sz="506" baseline="0">
              <a:solidFill>
                <a:schemeClr val="tx1"/>
              </a:solidFill>
              <a:latin typeface="Manrope" pitchFamily="2" charset="0"/>
            </a:endParaRPr>
          </a:p>
        </p:txBody>
      </p:sp>
      <p:sp>
        <p:nvSpPr>
          <p:cNvPr id="9" name="Content Placeholder 5">
            <a:extLst>
              <a:ext uri="{FF2B5EF4-FFF2-40B4-BE49-F238E27FC236}">
                <a16:creationId xmlns:a16="http://schemas.microsoft.com/office/drawing/2014/main" id="{86E6D084-5A52-0A3A-918A-208EB7A3B4CD}"/>
              </a:ext>
            </a:extLst>
          </p:cNvPr>
          <p:cNvSpPr>
            <a:spLocks noGrp="1"/>
          </p:cNvSpPr>
          <p:nvPr>
            <p:ph sz="quarter" idx="10"/>
          </p:nvPr>
        </p:nvSpPr>
        <p:spPr>
          <a:xfrm>
            <a:off x="769469" y="3544867"/>
            <a:ext cx="1940169" cy="2931854"/>
          </a:xfrm>
          <a:ln>
            <a:solidFill>
              <a:schemeClr val="accent6"/>
            </a:solidFill>
          </a:ln>
        </p:spPr>
        <p:txBody>
          <a:bodyPr tIns="216000">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16" name="Content Placeholder 5">
            <a:extLst>
              <a:ext uri="{FF2B5EF4-FFF2-40B4-BE49-F238E27FC236}">
                <a16:creationId xmlns:a16="http://schemas.microsoft.com/office/drawing/2014/main" id="{DC4DA439-89DD-0D21-0BD5-BE99285C5442}"/>
              </a:ext>
            </a:extLst>
          </p:cNvPr>
          <p:cNvSpPr>
            <a:spLocks noGrp="1"/>
          </p:cNvSpPr>
          <p:nvPr>
            <p:ph sz="quarter" idx="11"/>
          </p:nvPr>
        </p:nvSpPr>
        <p:spPr>
          <a:xfrm>
            <a:off x="2938239" y="3544867"/>
            <a:ext cx="1940169" cy="2931854"/>
          </a:xfrm>
          <a:ln>
            <a:solidFill>
              <a:schemeClr val="accent6"/>
            </a:solidFill>
          </a:ln>
        </p:spPr>
        <p:txBody>
          <a:bodyPr tIns="216000">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17" name="Content Placeholder 5">
            <a:extLst>
              <a:ext uri="{FF2B5EF4-FFF2-40B4-BE49-F238E27FC236}">
                <a16:creationId xmlns:a16="http://schemas.microsoft.com/office/drawing/2014/main" id="{4C56B25C-B293-091E-82C2-6018E8A5289A}"/>
              </a:ext>
            </a:extLst>
          </p:cNvPr>
          <p:cNvSpPr>
            <a:spLocks noGrp="1"/>
          </p:cNvSpPr>
          <p:nvPr>
            <p:ph sz="quarter" idx="12"/>
          </p:nvPr>
        </p:nvSpPr>
        <p:spPr>
          <a:xfrm>
            <a:off x="5107007" y="3544867"/>
            <a:ext cx="1940169" cy="2931854"/>
          </a:xfrm>
          <a:ln>
            <a:solidFill>
              <a:schemeClr val="accent6"/>
            </a:solidFill>
          </a:ln>
        </p:spPr>
        <p:txBody>
          <a:bodyPr tIns="216000">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18" name="Content Placeholder 5">
            <a:extLst>
              <a:ext uri="{FF2B5EF4-FFF2-40B4-BE49-F238E27FC236}">
                <a16:creationId xmlns:a16="http://schemas.microsoft.com/office/drawing/2014/main" id="{AA16CF04-3079-7948-01A4-F5CC3722FE8A}"/>
              </a:ext>
            </a:extLst>
          </p:cNvPr>
          <p:cNvSpPr>
            <a:spLocks noGrp="1"/>
          </p:cNvSpPr>
          <p:nvPr>
            <p:ph sz="quarter" idx="13"/>
          </p:nvPr>
        </p:nvSpPr>
        <p:spPr>
          <a:xfrm>
            <a:off x="7275777" y="3544867"/>
            <a:ext cx="1940169" cy="2931854"/>
          </a:xfrm>
          <a:ln>
            <a:solidFill>
              <a:schemeClr val="accent6"/>
            </a:solidFill>
          </a:ln>
        </p:spPr>
        <p:txBody>
          <a:bodyPr tIns="216000">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19" name="Content Placeholder 5">
            <a:extLst>
              <a:ext uri="{FF2B5EF4-FFF2-40B4-BE49-F238E27FC236}">
                <a16:creationId xmlns:a16="http://schemas.microsoft.com/office/drawing/2014/main" id="{B7C99060-24D1-23D0-903F-6D2263FFAB3B}"/>
              </a:ext>
            </a:extLst>
          </p:cNvPr>
          <p:cNvSpPr>
            <a:spLocks noGrp="1"/>
          </p:cNvSpPr>
          <p:nvPr>
            <p:ph sz="quarter" idx="14"/>
          </p:nvPr>
        </p:nvSpPr>
        <p:spPr>
          <a:xfrm>
            <a:off x="9444545" y="3544866"/>
            <a:ext cx="1940169" cy="2931854"/>
          </a:xfrm>
          <a:ln>
            <a:solidFill>
              <a:schemeClr val="accent6"/>
            </a:solidFill>
          </a:ln>
        </p:spPr>
        <p:txBody>
          <a:bodyPr tIns="216000">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Tree>
    <p:extLst>
      <p:ext uri="{BB962C8B-B14F-4D97-AF65-F5344CB8AC3E}">
        <p14:creationId xmlns:p14="http://schemas.microsoft.com/office/powerpoint/2010/main" val="329239953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ards with icons (2)">
    <p:spTree>
      <p:nvGrpSpPr>
        <p:cNvPr id="1" name=""/>
        <p:cNvGrpSpPr/>
        <p:nvPr/>
      </p:nvGrpSpPr>
      <p:grpSpPr>
        <a:xfrm>
          <a:off x="0" y="0"/>
          <a:ext cx="0" cy="0"/>
          <a:chOff x="0" y="0"/>
          <a:chExt cx="0" cy="0"/>
        </a:xfrm>
      </p:grpSpPr>
      <p:sp>
        <p:nvSpPr>
          <p:cNvPr id="2" name="Content Placeholder 5">
            <a:extLst>
              <a:ext uri="{FF2B5EF4-FFF2-40B4-BE49-F238E27FC236}">
                <a16:creationId xmlns:a16="http://schemas.microsoft.com/office/drawing/2014/main" id="{6FCA3AD0-8EDD-2D99-0D31-D3637D2B27EC}"/>
              </a:ext>
            </a:extLst>
          </p:cNvPr>
          <p:cNvSpPr>
            <a:spLocks noGrp="1"/>
          </p:cNvSpPr>
          <p:nvPr>
            <p:ph sz="quarter" idx="10" hasCustomPrompt="1"/>
          </p:nvPr>
        </p:nvSpPr>
        <p:spPr>
          <a:xfrm>
            <a:off x="5107004" y="1199166"/>
            <a:ext cx="988996" cy="957881"/>
          </a:xfrm>
          <a:ln>
            <a:solidFill>
              <a:schemeClr val="accent6"/>
            </a:solidFill>
          </a:ln>
        </p:spPr>
        <p:txBody>
          <a:bodyPr tIns="216000">
            <a:noAutofit/>
          </a:bodyPr>
          <a:lstStyle>
            <a:lvl1pPr marL="0" indent="0" algn="ctr">
              <a:buNone/>
              <a:defRPr sz="506"/>
            </a:lvl1pPr>
            <a:lvl2pPr>
              <a:defRPr sz="506"/>
            </a:lvl2pPr>
            <a:lvl3pPr>
              <a:defRPr sz="506"/>
            </a:lvl3pPr>
            <a:lvl4pPr>
              <a:defRPr sz="506"/>
            </a:lvl4pPr>
            <a:lvl5pPr>
              <a:defRPr sz="506"/>
            </a:lvl5pPr>
          </a:lstStyle>
          <a:p>
            <a:pPr lvl="0"/>
            <a:r>
              <a:rPr lang="en-GB"/>
              <a:t>Icon</a:t>
            </a:r>
            <a:endParaRPr lang="en-US"/>
          </a:p>
        </p:txBody>
      </p:sp>
      <p:sp>
        <p:nvSpPr>
          <p:cNvPr id="3" name="Rectangle 2">
            <a:extLst>
              <a:ext uri="{FF2B5EF4-FFF2-40B4-BE49-F238E27FC236}">
                <a16:creationId xmlns:a16="http://schemas.microsoft.com/office/drawing/2014/main" id="{62CA1A88-F25D-3DD9-9E1B-540555265B0F}"/>
              </a:ext>
            </a:extLst>
          </p:cNvPr>
          <p:cNvSpPr/>
          <p:nvPr userDrawn="1"/>
        </p:nvSpPr>
        <p:spPr>
          <a:xfrm flipH="1">
            <a:off x="0" y="0"/>
            <a:ext cx="4305600" cy="6858000"/>
          </a:xfrm>
          <a:prstGeom prst="rect">
            <a:avLst/>
          </a:prstGeom>
          <a:solidFill>
            <a:srgbClr val="1C1C2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591" b="0" i="0" u="none" strike="noStrike" cap="none"/>
          </a:p>
        </p:txBody>
      </p:sp>
      <p:sp>
        <p:nvSpPr>
          <p:cNvPr id="4" name="Text Placeholder 11">
            <a:extLst>
              <a:ext uri="{FF2B5EF4-FFF2-40B4-BE49-F238E27FC236}">
                <a16:creationId xmlns:a16="http://schemas.microsoft.com/office/drawing/2014/main" id="{74B809DE-59BD-C2A1-461F-5915AA9A5864}"/>
              </a:ext>
            </a:extLst>
          </p:cNvPr>
          <p:cNvSpPr>
            <a:spLocks noGrp="1"/>
          </p:cNvSpPr>
          <p:nvPr>
            <p:ph type="body" sz="quarter" idx="12" hasCustomPrompt="1"/>
          </p:nvPr>
        </p:nvSpPr>
        <p:spPr>
          <a:xfrm>
            <a:off x="5107006" y="562645"/>
            <a:ext cx="666016" cy="174150"/>
          </a:xfrm>
          <a:solidFill>
            <a:schemeClr val="accent1"/>
          </a:solidFill>
        </p:spPr>
        <p:txBody>
          <a:bodyPr wrap="none" rtlCol="0">
            <a:spAutoFit/>
          </a:bodyPr>
          <a:lstStyle>
            <a:lvl1pPr marL="0" indent="0">
              <a:buNone/>
              <a:defRPr lang="en-GB" sz="591" b="1" spc="127" dirty="0" smtClean="0"/>
            </a:lvl1pPr>
          </a:lstStyle>
          <a:p>
            <a:pPr marL="0" lvl="0"/>
            <a:r>
              <a:rPr lang="en-GB"/>
              <a:t>SUBTITLE</a:t>
            </a:r>
          </a:p>
        </p:txBody>
      </p:sp>
      <p:sp>
        <p:nvSpPr>
          <p:cNvPr id="5" name="Content Placeholder 5">
            <a:extLst>
              <a:ext uri="{FF2B5EF4-FFF2-40B4-BE49-F238E27FC236}">
                <a16:creationId xmlns:a16="http://schemas.microsoft.com/office/drawing/2014/main" id="{265E3F02-DE61-F2E4-00A4-BFC0ED9AE7D2}"/>
              </a:ext>
            </a:extLst>
          </p:cNvPr>
          <p:cNvSpPr>
            <a:spLocks noGrp="1"/>
          </p:cNvSpPr>
          <p:nvPr>
            <p:ph sz="quarter" idx="13"/>
          </p:nvPr>
        </p:nvSpPr>
        <p:spPr>
          <a:xfrm>
            <a:off x="6255867" y="1199165"/>
            <a:ext cx="5162411" cy="957881"/>
          </a:xfrm>
          <a:ln>
            <a:solidFill>
              <a:schemeClr val="accent6"/>
            </a:solidFill>
          </a:ln>
        </p:spPr>
        <p:txBody>
          <a:bodyPr tIns="216000">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6" name="Title 5">
            <a:extLst>
              <a:ext uri="{FF2B5EF4-FFF2-40B4-BE49-F238E27FC236}">
                <a16:creationId xmlns:a16="http://schemas.microsoft.com/office/drawing/2014/main" id="{7454EEC0-AF35-F3EE-65A0-D5BCA40B426D}"/>
              </a:ext>
            </a:extLst>
          </p:cNvPr>
          <p:cNvSpPr>
            <a:spLocks noGrp="1"/>
          </p:cNvSpPr>
          <p:nvPr>
            <p:ph type="title"/>
          </p:nvPr>
        </p:nvSpPr>
        <p:spPr>
          <a:xfrm>
            <a:off x="578979" y="3060579"/>
            <a:ext cx="3147646" cy="736844"/>
          </a:xfrm>
        </p:spPr>
        <p:txBody>
          <a:bodyPr>
            <a:noAutofit/>
          </a:bodyPr>
          <a:lstStyle>
            <a:lvl1pPr algn="ctr" defTabSz="385763" rtl="0" eaLnBrk="1" latinLnBrk="0" hangingPunct="1">
              <a:lnSpc>
                <a:spcPct val="100000"/>
              </a:lnSpc>
              <a:spcBef>
                <a:spcPct val="0"/>
              </a:spcBef>
              <a:buNone/>
              <a:defRPr lang="en-US" sz="1181"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7" name="Content Placeholder 5">
            <a:extLst>
              <a:ext uri="{FF2B5EF4-FFF2-40B4-BE49-F238E27FC236}">
                <a16:creationId xmlns:a16="http://schemas.microsoft.com/office/drawing/2014/main" id="{E2A4315C-D942-CC31-0941-2565589D34C1}"/>
              </a:ext>
            </a:extLst>
          </p:cNvPr>
          <p:cNvSpPr>
            <a:spLocks noGrp="1"/>
          </p:cNvSpPr>
          <p:nvPr>
            <p:ph sz="quarter" idx="14" hasCustomPrompt="1"/>
          </p:nvPr>
        </p:nvSpPr>
        <p:spPr>
          <a:xfrm>
            <a:off x="5107004" y="2266099"/>
            <a:ext cx="988996" cy="957881"/>
          </a:xfrm>
          <a:ln>
            <a:solidFill>
              <a:schemeClr val="accent6"/>
            </a:solidFill>
          </a:ln>
        </p:spPr>
        <p:txBody>
          <a:bodyPr tIns="216000">
            <a:noAutofit/>
          </a:bodyPr>
          <a:lstStyle>
            <a:lvl1pPr marL="0" indent="0" algn="ctr">
              <a:buNone/>
              <a:defRPr sz="506"/>
            </a:lvl1pPr>
            <a:lvl2pPr>
              <a:defRPr sz="506"/>
            </a:lvl2pPr>
            <a:lvl3pPr>
              <a:defRPr sz="506"/>
            </a:lvl3pPr>
            <a:lvl4pPr>
              <a:defRPr sz="506"/>
            </a:lvl4pPr>
            <a:lvl5pPr>
              <a:defRPr sz="506"/>
            </a:lvl5pPr>
          </a:lstStyle>
          <a:p>
            <a:pPr lvl="0"/>
            <a:r>
              <a:rPr lang="en-GB"/>
              <a:t>Icon</a:t>
            </a:r>
            <a:endParaRPr lang="en-US"/>
          </a:p>
        </p:txBody>
      </p:sp>
      <p:sp>
        <p:nvSpPr>
          <p:cNvPr id="8" name="Content Placeholder 5">
            <a:extLst>
              <a:ext uri="{FF2B5EF4-FFF2-40B4-BE49-F238E27FC236}">
                <a16:creationId xmlns:a16="http://schemas.microsoft.com/office/drawing/2014/main" id="{CCCDB590-0FD1-9D69-EEF2-083D0E1AE1E1}"/>
              </a:ext>
            </a:extLst>
          </p:cNvPr>
          <p:cNvSpPr>
            <a:spLocks noGrp="1"/>
          </p:cNvSpPr>
          <p:nvPr>
            <p:ph sz="quarter" idx="15"/>
          </p:nvPr>
        </p:nvSpPr>
        <p:spPr>
          <a:xfrm>
            <a:off x="6255867" y="2266098"/>
            <a:ext cx="5162411" cy="957881"/>
          </a:xfrm>
          <a:ln>
            <a:solidFill>
              <a:schemeClr val="accent6"/>
            </a:solidFill>
          </a:ln>
        </p:spPr>
        <p:txBody>
          <a:bodyPr tIns="216000">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9" name="Content Placeholder 5">
            <a:extLst>
              <a:ext uri="{FF2B5EF4-FFF2-40B4-BE49-F238E27FC236}">
                <a16:creationId xmlns:a16="http://schemas.microsoft.com/office/drawing/2014/main" id="{1409480A-62D1-5755-D9A7-0767E1BEC49A}"/>
              </a:ext>
            </a:extLst>
          </p:cNvPr>
          <p:cNvSpPr>
            <a:spLocks noGrp="1"/>
          </p:cNvSpPr>
          <p:nvPr>
            <p:ph sz="quarter" idx="16" hasCustomPrompt="1"/>
          </p:nvPr>
        </p:nvSpPr>
        <p:spPr>
          <a:xfrm>
            <a:off x="5107004" y="3333032"/>
            <a:ext cx="988996" cy="957881"/>
          </a:xfrm>
          <a:ln>
            <a:solidFill>
              <a:schemeClr val="accent6"/>
            </a:solidFill>
          </a:ln>
        </p:spPr>
        <p:txBody>
          <a:bodyPr tIns="216000">
            <a:noAutofit/>
          </a:bodyPr>
          <a:lstStyle>
            <a:lvl1pPr marL="0" indent="0" algn="ctr">
              <a:buNone/>
              <a:defRPr sz="506"/>
            </a:lvl1pPr>
            <a:lvl2pPr>
              <a:defRPr sz="506"/>
            </a:lvl2pPr>
            <a:lvl3pPr>
              <a:defRPr sz="506"/>
            </a:lvl3pPr>
            <a:lvl4pPr>
              <a:defRPr sz="506"/>
            </a:lvl4pPr>
            <a:lvl5pPr>
              <a:defRPr sz="506"/>
            </a:lvl5pPr>
          </a:lstStyle>
          <a:p>
            <a:pPr lvl="0"/>
            <a:r>
              <a:rPr lang="en-GB"/>
              <a:t>Icon</a:t>
            </a:r>
            <a:endParaRPr lang="en-US"/>
          </a:p>
        </p:txBody>
      </p:sp>
      <p:sp>
        <p:nvSpPr>
          <p:cNvPr id="10" name="Content Placeholder 5">
            <a:extLst>
              <a:ext uri="{FF2B5EF4-FFF2-40B4-BE49-F238E27FC236}">
                <a16:creationId xmlns:a16="http://schemas.microsoft.com/office/drawing/2014/main" id="{12C65410-0144-D02A-0CD5-66C6780F7E65}"/>
              </a:ext>
            </a:extLst>
          </p:cNvPr>
          <p:cNvSpPr>
            <a:spLocks noGrp="1"/>
          </p:cNvSpPr>
          <p:nvPr>
            <p:ph sz="quarter" idx="17"/>
          </p:nvPr>
        </p:nvSpPr>
        <p:spPr>
          <a:xfrm>
            <a:off x="6255867" y="3333031"/>
            <a:ext cx="5162411" cy="957881"/>
          </a:xfrm>
          <a:ln>
            <a:solidFill>
              <a:schemeClr val="accent6"/>
            </a:solidFill>
          </a:ln>
        </p:spPr>
        <p:txBody>
          <a:bodyPr tIns="216000">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DCB11797-3E0D-7630-94F2-36A6006EA6A8}"/>
              </a:ext>
            </a:extLst>
          </p:cNvPr>
          <p:cNvSpPr>
            <a:spLocks noGrp="1"/>
          </p:cNvSpPr>
          <p:nvPr>
            <p:ph sz="quarter" idx="18" hasCustomPrompt="1"/>
          </p:nvPr>
        </p:nvSpPr>
        <p:spPr>
          <a:xfrm>
            <a:off x="5107004" y="4399965"/>
            <a:ext cx="988996" cy="957881"/>
          </a:xfrm>
          <a:ln>
            <a:solidFill>
              <a:schemeClr val="accent6"/>
            </a:solidFill>
          </a:ln>
        </p:spPr>
        <p:txBody>
          <a:bodyPr tIns="216000">
            <a:noAutofit/>
          </a:bodyPr>
          <a:lstStyle>
            <a:lvl1pPr marL="0" indent="0" algn="ctr">
              <a:buNone/>
              <a:defRPr sz="506"/>
            </a:lvl1pPr>
            <a:lvl2pPr>
              <a:defRPr sz="506"/>
            </a:lvl2pPr>
            <a:lvl3pPr>
              <a:defRPr sz="506"/>
            </a:lvl3pPr>
            <a:lvl4pPr>
              <a:defRPr sz="506"/>
            </a:lvl4pPr>
            <a:lvl5pPr>
              <a:defRPr sz="506"/>
            </a:lvl5pPr>
          </a:lstStyle>
          <a:p>
            <a:pPr lvl="0"/>
            <a:r>
              <a:rPr lang="en-GB"/>
              <a:t>Icon</a:t>
            </a:r>
            <a:endParaRPr lang="en-US"/>
          </a:p>
        </p:txBody>
      </p:sp>
      <p:sp>
        <p:nvSpPr>
          <p:cNvPr id="12" name="Content Placeholder 5">
            <a:extLst>
              <a:ext uri="{FF2B5EF4-FFF2-40B4-BE49-F238E27FC236}">
                <a16:creationId xmlns:a16="http://schemas.microsoft.com/office/drawing/2014/main" id="{07884FF0-5460-7A70-29EA-D08A8FD57C04}"/>
              </a:ext>
            </a:extLst>
          </p:cNvPr>
          <p:cNvSpPr>
            <a:spLocks noGrp="1"/>
          </p:cNvSpPr>
          <p:nvPr>
            <p:ph sz="quarter" idx="19"/>
          </p:nvPr>
        </p:nvSpPr>
        <p:spPr>
          <a:xfrm>
            <a:off x="6255867" y="4399964"/>
            <a:ext cx="5162411" cy="957881"/>
          </a:xfrm>
          <a:ln>
            <a:solidFill>
              <a:schemeClr val="accent6"/>
            </a:solidFill>
          </a:ln>
        </p:spPr>
        <p:txBody>
          <a:bodyPr tIns="216000">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E278DE42-BAD1-9EDC-B888-FC3F0A689AC4}"/>
              </a:ext>
            </a:extLst>
          </p:cNvPr>
          <p:cNvSpPr>
            <a:spLocks noGrp="1"/>
          </p:cNvSpPr>
          <p:nvPr>
            <p:ph sz="quarter" idx="20" hasCustomPrompt="1"/>
          </p:nvPr>
        </p:nvSpPr>
        <p:spPr>
          <a:xfrm>
            <a:off x="5107004" y="5466897"/>
            <a:ext cx="988996" cy="957881"/>
          </a:xfrm>
          <a:ln>
            <a:solidFill>
              <a:schemeClr val="accent6"/>
            </a:solidFill>
          </a:ln>
        </p:spPr>
        <p:txBody>
          <a:bodyPr tIns="216000">
            <a:noAutofit/>
          </a:bodyPr>
          <a:lstStyle>
            <a:lvl1pPr marL="0" indent="0" algn="ctr">
              <a:buNone/>
              <a:defRPr sz="506"/>
            </a:lvl1pPr>
            <a:lvl2pPr>
              <a:defRPr sz="506"/>
            </a:lvl2pPr>
            <a:lvl3pPr>
              <a:defRPr sz="506"/>
            </a:lvl3pPr>
            <a:lvl4pPr>
              <a:defRPr sz="506"/>
            </a:lvl4pPr>
            <a:lvl5pPr>
              <a:defRPr sz="506"/>
            </a:lvl5pPr>
          </a:lstStyle>
          <a:p>
            <a:pPr lvl="0"/>
            <a:r>
              <a:rPr lang="en-GB"/>
              <a:t>Icon</a:t>
            </a:r>
            <a:endParaRPr lang="en-US"/>
          </a:p>
        </p:txBody>
      </p:sp>
      <p:sp>
        <p:nvSpPr>
          <p:cNvPr id="14" name="Content Placeholder 5">
            <a:extLst>
              <a:ext uri="{FF2B5EF4-FFF2-40B4-BE49-F238E27FC236}">
                <a16:creationId xmlns:a16="http://schemas.microsoft.com/office/drawing/2014/main" id="{70F216DB-B780-E3E7-612E-40011894E4EE}"/>
              </a:ext>
            </a:extLst>
          </p:cNvPr>
          <p:cNvSpPr>
            <a:spLocks noGrp="1"/>
          </p:cNvSpPr>
          <p:nvPr>
            <p:ph sz="quarter" idx="21"/>
          </p:nvPr>
        </p:nvSpPr>
        <p:spPr>
          <a:xfrm>
            <a:off x="6255867" y="5466898"/>
            <a:ext cx="5162411" cy="957881"/>
          </a:xfrm>
          <a:ln>
            <a:solidFill>
              <a:schemeClr val="accent6"/>
            </a:solidFill>
          </a:ln>
        </p:spPr>
        <p:txBody>
          <a:bodyPr tIns="216000">
            <a:noAutofit/>
          </a:bodyPr>
          <a:lstStyle>
            <a:lvl1pPr>
              <a:defRPr sz="506"/>
            </a:lvl1pPr>
            <a:lvl2pPr>
              <a:defRPr sz="506"/>
            </a:lvl2pPr>
            <a:lvl3pPr>
              <a:defRPr sz="506"/>
            </a:lvl3pPr>
            <a:lvl4pPr>
              <a:defRPr sz="506"/>
            </a:lvl4pPr>
            <a:lvl5pPr>
              <a:defRPr sz="506"/>
            </a:lvl5pPr>
          </a:lstStyle>
          <a:p>
            <a:pPr lvl="0"/>
            <a:r>
              <a:rPr lang="en-GB"/>
              <a:t>Click to edit Master text styles</a:t>
            </a:r>
            <a:endParaRPr lang="en-US"/>
          </a:p>
        </p:txBody>
      </p:sp>
    </p:spTree>
    <p:extLst>
      <p:ext uri="{BB962C8B-B14F-4D97-AF65-F5344CB8AC3E}">
        <p14:creationId xmlns:p14="http://schemas.microsoft.com/office/powerpoint/2010/main" val="96979938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lide break">
    <p:spTree>
      <p:nvGrpSpPr>
        <p:cNvPr id="1" name=""/>
        <p:cNvGrpSpPr/>
        <p:nvPr/>
      </p:nvGrpSpPr>
      <p:grpSpPr>
        <a:xfrm>
          <a:off x="0" y="0"/>
          <a:ext cx="0" cy="0"/>
          <a:chOff x="0" y="0"/>
          <a:chExt cx="0" cy="0"/>
        </a:xfrm>
      </p:grpSpPr>
      <p:pic>
        <p:nvPicPr>
          <p:cNvPr id="6" name="Picture 5" descr="A grid of lines on a black background&#10;&#10;Description automatically generated">
            <a:extLst>
              <a:ext uri="{FF2B5EF4-FFF2-40B4-BE49-F238E27FC236}">
                <a16:creationId xmlns:a16="http://schemas.microsoft.com/office/drawing/2014/main" id="{D387F483-0E38-82BA-CD06-B08DAF071F59}"/>
              </a:ext>
            </a:extLst>
          </p:cNvPr>
          <p:cNvPicPr/>
          <p:nvPr userDrawn="1"/>
        </p:nvPicPr>
        <p:blipFill rotWithShape="1">
          <a:blip r:embed="rId2">
            <a:alphaModFix amt="55000"/>
          </a:blip>
          <a:srcRect l="6511" t="13271" r="4231" b="7756"/>
          <a:stretch/>
        </p:blipFill>
        <p:spPr>
          <a:xfrm>
            <a:off x="0" y="-1"/>
            <a:ext cx="12192000" cy="6858001"/>
          </a:xfrm>
          <a:prstGeom prst="rect">
            <a:avLst/>
          </a:prstGeom>
          <a:effectLst>
            <a:outerShdw blurRad="50800" dist="50800" dir="5400000" sx="1000" sy="1000" algn="ctr" rotWithShape="0">
              <a:srgbClr val="000000"/>
            </a:outerShdw>
          </a:effectLst>
        </p:spPr>
      </p:pic>
      <p:sp>
        <p:nvSpPr>
          <p:cNvPr id="11" name="Title 10">
            <a:extLst>
              <a:ext uri="{FF2B5EF4-FFF2-40B4-BE49-F238E27FC236}">
                <a16:creationId xmlns:a16="http://schemas.microsoft.com/office/drawing/2014/main" id="{80FE4188-D35C-C62E-D6A6-E937C096C154}"/>
              </a:ext>
            </a:extLst>
          </p:cNvPr>
          <p:cNvSpPr>
            <a:spLocks noGrp="1"/>
          </p:cNvSpPr>
          <p:nvPr>
            <p:ph type="title" hasCustomPrompt="1"/>
          </p:nvPr>
        </p:nvSpPr>
        <p:spPr>
          <a:xfrm>
            <a:off x="3140129" y="2592233"/>
            <a:ext cx="5911746" cy="1673537"/>
          </a:xfrm>
        </p:spPr>
        <p:txBody>
          <a:bodyPr>
            <a:noAutofit/>
          </a:bodyPr>
          <a:lstStyle>
            <a:lvl1pPr algn="ctr" defTabSz="385763" rtl="0" eaLnBrk="1" latinLnBrk="0" hangingPunct="1">
              <a:lnSpc>
                <a:spcPct val="100000"/>
              </a:lnSpc>
              <a:spcBef>
                <a:spcPct val="0"/>
              </a:spcBef>
              <a:buNone/>
              <a:defRPr lang="en-US" sz="2025" b="1" i="0" kern="1200" baseline="0" dirty="0">
                <a:solidFill>
                  <a:schemeClr val="tx1"/>
                </a:solidFill>
                <a:latin typeface="Playfair Display Black" pitchFamily="2" charset="77"/>
                <a:ea typeface="+mj-ea"/>
                <a:cs typeface="+mj-cs"/>
              </a:defRPr>
            </a:lvl1pPr>
          </a:lstStyle>
          <a:p>
            <a:r>
              <a:rPr lang="en-GB"/>
              <a:t>Click to edit title </a:t>
            </a:r>
            <a:endParaRPr lang="en-US"/>
          </a:p>
        </p:txBody>
      </p:sp>
    </p:spTree>
    <p:extLst>
      <p:ext uri="{BB962C8B-B14F-4D97-AF65-F5344CB8AC3E}">
        <p14:creationId xmlns:p14="http://schemas.microsoft.com/office/powerpoint/2010/main" val="9984960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463931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5610337"/>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Get in touch (1)">
    <p:spTree>
      <p:nvGrpSpPr>
        <p:cNvPr id="1" name=""/>
        <p:cNvGrpSpPr/>
        <p:nvPr/>
      </p:nvGrpSpPr>
      <p:grpSpPr>
        <a:xfrm>
          <a:off x="0" y="0"/>
          <a:ext cx="0" cy="0"/>
          <a:chOff x="0" y="0"/>
          <a:chExt cx="0" cy="0"/>
        </a:xfrm>
      </p:grpSpPr>
      <p:sp>
        <p:nvSpPr>
          <p:cNvPr id="3" name="Google Shape;302;p9">
            <a:extLst>
              <a:ext uri="{FF2B5EF4-FFF2-40B4-BE49-F238E27FC236}">
                <a16:creationId xmlns:a16="http://schemas.microsoft.com/office/drawing/2014/main" id="{4CFCA3CB-482B-759F-041F-2FDAE30B9654}"/>
              </a:ext>
            </a:extLst>
          </p:cNvPr>
          <p:cNvSpPr/>
          <p:nvPr userDrawn="1"/>
        </p:nvSpPr>
        <p:spPr>
          <a:xfrm>
            <a:off x="7140283" y="3102023"/>
            <a:ext cx="2279291" cy="653956"/>
          </a:xfrm>
          <a:prstGeom prst="rect">
            <a:avLst/>
          </a:prstGeom>
          <a:noFill/>
          <a:ln>
            <a:solidFill>
              <a:schemeClr val="tx1"/>
            </a:solidFill>
          </a:ln>
        </p:spPr>
        <p:txBody>
          <a:bodyPr spcFirstLastPara="1" wrap="square" lIns="38570" tIns="19280" rIns="38570" bIns="19280" anchor="ctr" anchorCtr="0">
            <a:noAutofit/>
          </a:bodyPr>
          <a:lstStyle/>
          <a:p>
            <a:pPr marL="0" marR="0" lvl="0" indent="0" algn="ctr" rtl="0">
              <a:lnSpc>
                <a:spcPct val="120000"/>
              </a:lnSpc>
              <a:spcBef>
                <a:spcPts val="0"/>
              </a:spcBef>
              <a:spcAft>
                <a:spcPts val="0"/>
              </a:spcAft>
              <a:buNone/>
            </a:pPr>
            <a:r>
              <a:rPr lang="en-US" sz="760">
                <a:solidFill>
                  <a:srgbClr val="DAF0F0"/>
                </a:solidFill>
                <a:latin typeface="Manrope" pitchFamily="2" charset="0"/>
                <a:ea typeface="Poppins"/>
                <a:cs typeface="Poppins"/>
                <a:sym typeface="Poppins"/>
              </a:rPr>
              <a:t>info@zoomrx.com</a:t>
            </a:r>
            <a:endParaRPr sz="760">
              <a:latin typeface="Manrope" pitchFamily="2" charset="0"/>
            </a:endParaRPr>
          </a:p>
        </p:txBody>
      </p:sp>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3"/>
            <a:ext cx="2845547" cy="163571"/>
          </a:xfrm>
          <a:prstGeom prst="rect">
            <a:avLst/>
          </a:prstGeom>
          <a:noFill/>
        </p:spPr>
        <p:txBody>
          <a:bodyPr wrap="square" lIns="38576" tIns="0" rIns="38576" bIns="0" rtlCol="0" anchor="t">
            <a:spAutoFit/>
          </a:bodyPr>
          <a:lstStyle/>
          <a:p>
            <a:pPr algn="l" defTabSz="385763" rtl="0" eaLnBrk="1" latinLnBrk="0" hangingPunct="1">
              <a:lnSpc>
                <a:spcPct val="90000"/>
              </a:lnSpc>
              <a:spcBef>
                <a:spcPct val="0"/>
              </a:spcBef>
              <a:buClrTx/>
              <a:buFontTx/>
              <a:buNone/>
              <a:defRPr/>
            </a:pPr>
            <a:r>
              <a:rPr lang="en-US" sz="1181" b="1" i="0" kern="1200" baseline="0">
                <a:solidFill>
                  <a:schemeClr val="tx1"/>
                </a:solidFill>
                <a:latin typeface="Playfair Display Black" pitchFamily="2" charset="77"/>
                <a:ea typeface="+mj-ea"/>
                <a:cs typeface="+mj-cs"/>
              </a:rPr>
              <a:t>Get</a:t>
            </a:r>
            <a:r>
              <a:rPr lang="en-US" sz="1181" b="1" i="0" kern="1200" baseline="0" noProof="0">
                <a:solidFill>
                  <a:schemeClr val="tx1"/>
                </a:solidFill>
                <a:latin typeface="Playfair Display Black" pitchFamily="2" charset="77"/>
                <a:ea typeface="+mj-ea"/>
                <a:cs typeface="+mj-cs"/>
              </a:rPr>
              <a:t> </a:t>
            </a:r>
            <a:r>
              <a:rPr lang="en-US" sz="1181" b="1" i="0" kern="1200" baseline="0">
                <a:solidFill>
                  <a:schemeClr val="tx1"/>
                </a:solidFill>
                <a:latin typeface="Playfair Display Black" pitchFamily="2" charset="77"/>
                <a:ea typeface="+mj-ea"/>
                <a:cs typeface="+mj-cs"/>
              </a:rPr>
              <a:t>in t</a:t>
            </a:r>
            <a:r>
              <a:rPr lang="en-US" sz="1181" b="1" i="0" kern="1200" baseline="0" noProof="0">
                <a:solidFill>
                  <a:schemeClr val="tx1"/>
                </a:solidFill>
                <a:latin typeface="Playfair Display Black" pitchFamily="2" charset="77"/>
                <a:ea typeface="+mj-ea"/>
                <a:cs typeface="+mj-cs"/>
              </a:rPr>
              <a:t>ouch</a:t>
            </a:r>
            <a:endParaRPr lang="en-US" sz="1181" b="1" i="0" kern="1200" baseline="0">
              <a:solidFill>
                <a:schemeClr val="tx1"/>
              </a:solidFill>
              <a:latin typeface="Playfair Display Black" pitchFamily="2" charset="77"/>
              <a:ea typeface="+mj-ea"/>
              <a:cs typeface="+mj-cs"/>
            </a:endParaRPr>
          </a:p>
        </p:txBody>
      </p:sp>
      <p:pic>
        <p:nvPicPr>
          <p:cNvPr id="2" name="Graphic 4">
            <a:extLst>
              <a:ext uri="{FF2B5EF4-FFF2-40B4-BE49-F238E27FC236}">
                <a16:creationId xmlns:a16="http://schemas.microsoft.com/office/drawing/2014/main" id="{ACA9C858-37F8-4EA0-0D13-69531B3E8531}"/>
              </a:ext>
            </a:extLst>
          </p:cNvPr>
          <p:cNvPicPr>
            <a:picLocks noChangeAspect="1"/>
          </p:cNvPicPr>
          <p:nvPr userDrawn="1"/>
        </p:nvPicPr>
        <p:blipFill>
          <a:blip r:embed="rId2"/>
          <a:srcRect/>
          <a:stretch/>
        </p:blipFill>
        <p:spPr>
          <a:xfrm>
            <a:off x="1531962" y="1572982"/>
            <a:ext cx="4564036" cy="2996589"/>
          </a:xfrm>
          <a:prstGeom prst="rect">
            <a:avLst/>
          </a:prstGeom>
        </p:spPr>
      </p:pic>
      <p:pic>
        <p:nvPicPr>
          <p:cNvPr id="6" name="Picture 5">
            <a:extLst>
              <a:ext uri="{FF2B5EF4-FFF2-40B4-BE49-F238E27FC236}">
                <a16:creationId xmlns:a16="http://schemas.microsoft.com/office/drawing/2014/main" id="{5BEEE910-8298-E38D-9B31-1B4AA1AE8D8E}"/>
              </a:ext>
            </a:extLst>
          </p:cNvPr>
          <p:cNvPicPr>
            <a:picLocks noChangeAspect="1"/>
          </p:cNvPicPr>
          <p:nvPr userDrawn="1"/>
        </p:nvPicPr>
        <p:blipFill>
          <a:blip r:embed="rId3"/>
          <a:stretch>
            <a:fillRect/>
          </a:stretch>
        </p:blipFill>
        <p:spPr>
          <a:xfrm>
            <a:off x="5177539" y="5593938"/>
            <a:ext cx="1836926" cy="551078"/>
          </a:xfrm>
          <a:prstGeom prst="rect">
            <a:avLst/>
          </a:prstGeom>
        </p:spPr>
      </p:pic>
    </p:spTree>
    <p:extLst>
      <p:ext uri="{BB962C8B-B14F-4D97-AF65-F5344CB8AC3E}">
        <p14:creationId xmlns:p14="http://schemas.microsoft.com/office/powerpoint/2010/main" val="395695399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Get in touch (2)">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3"/>
            <a:ext cx="2845547" cy="163571"/>
          </a:xfrm>
          <a:prstGeom prst="rect">
            <a:avLst/>
          </a:prstGeom>
          <a:noFill/>
        </p:spPr>
        <p:txBody>
          <a:bodyPr wrap="square" lIns="38576" tIns="0" rIns="38576" bIns="0" rtlCol="0" anchor="t">
            <a:spAutoFit/>
          </a:bodyPr>
          <a:lstStyle/>
          <a:p>
            <a:pPr marL="0" algn="l" defTabSz="385763" rtl="0" eaLnBrk="1" latinLnBrk="0" hangingPunct="1">
              <a:lnSpc>
                <a:spcPct val="90000"/>
              </a:lnSpc>
              <a:spcBef>
                <a:spcPct val="0"/>
              </a:spcBef>
              <a:buClrTx/>
              <a:buFontTx/>
              <a:buNone/>
              <a:defRPr/>
            </a:pPr>
            <a:r>
              <a:rPr lang="en-US" sz="1181" b="1" i="0" kern="1200" baseline="0">
                <a:solidFill>
                  <a:schemeClr val="tx1"/>
                </a:solidFill>
                <a:latin typeface="Playfair Display Black" pitchFamily="2" charset="77"/>
                <a:ea typeface="+mj-ea"/>
                <a:cs typeface="+mj-cs"/>
              </a:rPr>
              <a:t>Get</a:t>
            </a:r>
            <a:r>
              <a:rPr lang="en-US" sz="1181" b="1" i="0" kern="1200" baseline="0" noProof="0">
                <a:solidFill>
                  <a:schemeClr val="tx1"/>
                </a:solidFill>
                <a:latin typeface="Playfair Display Black" pitchFamily="2" charset="77"/>
                <a:ea typeface="+mj-ea"/>
                <a:cs typeface="+mj-cs"/>
              </a:rPr>
              <a:t> </a:t>
            </a:r>
            <a:r>
              <a:rPr lang="en-US" sz="1181" b="1" i="0" kern="1200" baseline="0">
                <a:solidFill>
                  <a:schemeClr val="tx1"/>
                </a:solidFill>
                <a:latin typeface="Playfair Display Black" pitchFamily="2" charset="77"/>
                <a:ea typeface="+mj-ea"/>
                <a:cs typeface="+mj-cs"/>
              </a:rPr>
              <a:t>in t</a:t>
            </a:r>
            <a:r>
              <a:rPr lang="en-US" sz="1181" b="1" i="0" kern="1200" baseline="0" noProof="0">
                <a:solidFill>
                  <a:schemeClr val="tx1"/>
                </a:solidFill>
                <a:latin typeface="Playfair Display Black" pitchFamily="2" charset="77"/>
                <a:ea typeface="+mj-ea"/>
                <a:cs typeface="+mj-cs"/>
              </a:rPr>
              <a:t>ouch</a:t>
            </a:r>
            <a:endParaRPr lang="en-US" sz="1181" b="1" i="0" kern="1200" baseline="0">
              <a:solidFill>
                <a:schemeClr val="tx1"/>
              </a:solidFill>
              <a:latin typeface="Playfair Display Black" pitchFamily="2" charset="77"/>
              <a:ea typeface="+mj-ea"/>
              <a:cs typeface="+mj-cs"/>
            </a:endParaRPr>
          </a:p>
        </p:txBody>
      </p:sp>
      <p:pic>
        <p:nvPicPr>
          <p:cNvPr id="5" name="Graphic 4">
            <a:extLst>
              <a:ext uri="{FF2B5EF4-FFF2-40B4-BE49-F238E27FC236}">
                <a16:creationId xmlns:a16="http://schemas.microsoft.com/office/drawing/2014/main" id="{1DF6A125-61E2-5F97-DC80-A11AB37D9D6C}"/>
              </a:ext>
            </a:extLst>
          </p:cNvPr>
          <p:cNvPicPr>
            <a:picLocks noChangeAspect="1"/>
          </p:cNvPicPr>
          <p:nvPr userDrawn="1"/>
        </p:nvPicPr>
        <p:blipFill>
          <a:blip r:embed="rId2"/>
          <a:srcRect/>
          <a:stretch/>
        </p:blipFill>
        <p:spPr>
          <a:xfrm>
            <a:off x="1531962" y="1572982"/>
            <a:ext cx="4564036" cy="2996589"/>
          </a:xfrm>
          <a:prstGeom prst="rect">
            <a:avLst/>
          </a:prstGeom>
        </p:spPr>
      </p:pic>
      <p:cxnSp>
        <p:nvCxnSpPr>
          <p:cNvPr id="6" name="Straight Connector 5">
            <a:extLst>
              <a:ext uri="{FF2B5EF4-FFF2-40B4-BE49-F238E27FC236}">
                <a16:creationId xmlns:a16="http://schemas.microsoft.com/office/drawing/2014/main" id="{CC911A06-BA38-80F5-32E3-E057797F0F79}"/>
              </a:ext>
            </a:extLst>
          </p:cNvPr>
          <p:cNvCxnSpPr/>
          <p:nvPr userDrawn="1"/>
        </p:nvCxnSpPr>
        <p:spPr>
          <a:xfrm>
            <a:off x="7152007" y="3071275"/>
            <a:ext cx="2746738" cy="0"/>
          </a:xfrm>
          <a:prstGeom prst="line">
            <a:avLst/>
          </a:prstGeom>
          <a:ln w="6350">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Content Placeholder 8">
            <a:extLst>
              <a:ext uri="{FF2B5EF4-FFF2-40B4-BE49-F238E27FC236}">
                <a16:creationId xmlns:a16="http://schemas.microsoft.com/office/drawing/2014/main" id="{E95F49D7-4930-964F-60D3-6EBE8D724B41}"/>
              </a:ext>
            </a:extLst>
          </p:cNvPr>
          <p:cNvSpPr>
            <a:spLocks noGrp="1"/>
          </p:cNvSpPr>
          <p:nvPr>
            <p:ph sz="quarter" idx="10" hasCustomPrompt="1"/>
          </p:nvPr>
        </p:nvSpPr>
        <p:spPr>
          <a:xfrm>
            <a:off x="7152007" y="3467929"/>
            <a:ext cx="1293944" cy="209224"/>
          </a:xfrm>
          <a:noFill/>
        </p:spPr>
        <p:txBody>
          <a:bodyPr wrap="none" rtlCol="0">
            <a:spAutoFit/>
          </a:bodyPr>
          <a:lstStyle>
            <a:lvl1pPr marL="0" indent="0">
              <a:buNone/>
              <a:defRPr lang="en-GB" sz="844" b="1" i="0" dirty="0" smtClean="0">
                <a:solidFill>
                  <a:schemeClr val="accent1"/>
                </a:solidFill>
                <a:latin typeface="Playfair Display Black" pitchFamily="2" charset="77"/>
              </a:defRPr>
            </a:lvl1pPr>
            <a:lvl2pPr marL="96441" indent="0">
              <a:buNone/>
              <a:defRPr lang="en-GB" sz="760" dirty="0" smtClean="0">
                <a:latin typeface="+mn-lt"/>
              </a:defRPr>
            </a:lvl2pPr>
            <a:lvl3pPr>
              <a:defRPr lang="en-GB" sz="760" dirty="0" smtClean="0">
                <a:latin typeface="+mn-lt"/>
              </a:defRPr>
            </a:lvl3pPr>
            <a:lvl4pPr>
              <a:defRPr lang="en-GB" sz="760" dirty="0" smtClean="0">
                <a:latin typeface="+mn-lt"/>
              </a:defRPr>
            </a:lvl4pPr>
            <a:lvl5pPr>
              <a:defRPr lang="en-US" sz="760" dirty="0">
                <a:latin typeface="+mn-lt"/>
              </a:defRPr>
            </a:lvl5pPr>
          </a:lstStyle>
          <a:p>
            <a:pPr marL="0" lvl="0"/>
            <a:r>
              <a:rPr lang="en-GB"/>
              <a:t>First Name Last Name</a:t>
            </a:r>
          </a:p>
        </p:txBody>
      </p:sp>
      <p:sp>
        <p:nvSpPr>
          <p:cNvPr id="14" name="Content Placeholder 13">
            <a:extLst>
              <a:ext uri="{FF2B5EF4-FFF2-40B4-BE49-F238E27FC236}">
                <a16:creationId xmlns:a16="http://schemas.microsoft.com/office/drawing/2014/main" id="{5515009B-9282-FA15-616A-80A5ED924CCA}"/>
              </a:ext>
            </a:extLst>
          </p:cNvPr>
          <p:cNvSpPr>
            <a:spLocks noGrp="1"/>
          </p:cNvSpPr>
          <p:nvPr>
            <p:ph sz="quarter" idx="11" hasCustomPrompt="1"/>
          </p:nvPr>
        </p:nvSpPr>
        <p:spPr>
          <a:xfrm>
            <a:off x="7175453" y="4028940"/>
            <a:ext cx="2555508" cy="341632"/>
          </a:xfrm>
          <a:ln>
            <a:solidFill>
              <a:schemeClr val="tx1"/>
            </a:solidFill>
          </a:ln>
        </p:spPr>
        <p:txBody>
          <a:bodyPr anchor="ctr">
            <a:noAutofit/>
          </a:bodyPr>
          <a:lstStyle>
            <a:lvl1pPr marL="0" indent="0" algn="l">
              <a:buNone/>
              <a:defRPr sz="506"/>
            </a:lvl1pPr>
            <a:lvl2pPr marL="192881" indent="0">
              <a:buNone/>
              <a:defRPr sz="506"/>
            </a:lvl2pPr>
            <a:lvl3pPr marL="385763" indent="0">
              <a:buNone/>
              <a:defRPr sz="506"/>
            </a:lvl3pPr>
            <a:lvl4pPr marL="578644" indent="0">
              <a:buNone/>
              <a:defRPr sz="506"/>
            </a:lvl4pPr>
            <a:lvl5pPr marL="771525" indent="0">
              <a:buNone/>
              <a:defRPr sz="506"/>
            </a:lvl5pPr>
          </a:lstStyle>
          <a:p>
            <a:pPr lvl="0"/>
            <a:r>
              <a:rPr lang="en-GB"/>
              <a:t>Email goes here</a:t>
            </a:r>
            <a:endParaRPr lang="en-US"/>
          </a:p>
        </p:txBody>
      </p:sp>
      <p:pic>
        <p:nvPicPr>
          <p:cNvPr id="15" name="Picture 14">
            <a:extLst>
              <a:ext uri="{FF2B5EF4-FFF2-40B4-BE49-F238E27FC236}">
                <a16:creationId xmlns:a16="http://schemas.microsoft.com/office/drawing/2014/main" id="{767D5D12-7F80-363F-9A06-A3B9D3C668F9}"/>
              </a:ext>
            </a:extLst>
          </p:cNvPr>
          <p:cNvPicPr>
            <a:picLocks noChangeAspect="1"/>
          </p:cNvPicPr>
          <p:nvPr userDrawn="1"/>
        </p:nvPicPr>
        <p:blipFill>
          <a:blip r:embed="rId3"/>
          <a:stretch>
            <a:fillRect/>
          </a:stretch>
        </p:blipFill>
        <p:spPr>
          <a:xfrm>
            <a:off x="5177539" y="5593938"/>
            <a:ext cx="1836926" cy="551078"/>
          </a:xfrm>
          <a:prstGeom prst="rect">
            <a:avLst/>
          </a:prstGeom>
        </p:spPr>
      </p:pic>
    </p:spTree>
    <p:extLst>
      <p:ext uri="{BB962C8B-B14F-4D97-AF65-F5344CB8AC3E}">
        <p14:creationId xmlns:p14="http://schemas.microsoft.com/office/powerpoint/2010/main" val="236684969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Get in touch (3)">
    <p:spTree>
      <p:nvGrpSpPr>
        <p:cNvPr id="1" name=""/>
        <p:cNvGrpSpPr/>
        <p:nvPr/>
      </p:nvGrpSpPr>
      <p:grpSpPr>
        <a:xfrm>
          <a:off x="0" y="0"/>
          <a:ext cx="0" cy="0"/>
          <a:chOff x="0" y="0"/>
          <a:chExt cx="0" cy="0"/>
        </a:xfrm>
      </p:grpSpPr>
      <p:pic>
        <p:nvPicPr>
          <p:cNvPr id="2" name="Picture 1" descr="A black circle with a white circle in the middle&#10;&#10;Description automatically generated">
            <a:extLst>
              <a:ext uri="{FF2B5EF4-FFF2-40B4-BE49-F238E27FC236}">
                <a16:creationId xmlns:a16="http://schemas.microsoft.com/office/drawing/2014/main" id="{F26C5CA9-D196-983D-B15B-BBC47D4B1C77}"/>
              </a:ext>
            </a:extLst>
          </p:cNvPr>
          <p:cNvPicPr>
            <a:picLocks/>
          </p:cNvPicPr>
          <p:nvPr userDrawn="1"/>
        </p:nvPicPr>
        <p:blipFill rotWithShape="1">
          <a:blip r:embed="rId2"/>
          <a:srcRect l="15978" t="7978" r="9299" b="17984"/>
          <a:stretch/>
        </p:blipFill>
        <p:spPr>
          <a:xfrm>
            <a:off x="1" y="0"/>
            <a:ext cx="8640148" cy="6858000"/>
          </a:xfrm>
          <a:prstGeom prst="rect">
            <a:avLst/>
          </a:prstGeom>
        </p:spPr>
      </p:pic>
      <p:pic>
        <p:nvPicPr>
          <p:cNvPr id="5" name="Picture 4" descr="A colorful envelope with a bell and a paper plane&#10;&#10;Description automatically generated">
            <a:extLst>
              <a:ext uri="{FF2B5EF4-FFF2-40B4-BE49-F238E27FC236}">
                <a16:creationId xmlns:a16="http://schemas.microsoft.com/office/drawing/2014/main" id="{9537D5C9-4D78-ABF1-D0CC-F31665FE599E}"/>
              </a:ext>
            </a:extLst>
          </p:cNvPr>
          <p:cNvPicPr>
            <a:picLocks noChangeAspect="1"/>
          </p:cNvPicPr>
          <p:nvPr userDrawn="1"/>
        </p:nvPicPr>
        <p:blipFill>
          <a:blip r:embed="rId3"/>
          <a:stretch>
            <a:fillRect/>
          </a:stretch>
        </p:blipFill>
        <p:spPr>
          <a:xfrm>
            <a:off x="2959173" y="151641"/>
            <a:ext cx="6456254" cy="5272608"/>
          </a:xfrm>
          <a:prstGeom prst="rect">
            <a:avLst/>
          </a:prstGeom>
        </p:spPr>
      </p:pic>
      <p:sp>
        <p:nvSpPr>
          <p:cNvPr id="3" name="TextBox 2">
            <a:extLst>
              <a:ext uri="{FF2B5EF4-FFF2-40B4-BE49-F238E27FC236}">
                <a16:creationId xmlns:a16="http://schemas.microsoft.com/office/drawing/2014/main" id="{F7027168-B0F0-CDF7-1D41-A45AFA8330BB}"/>
              </a:ext>
            </a:extLst>
          </p:cNvPr>
          <p:cNvSpPr txBox="1"/>
          <p:nvPr userDrawn="1"/>
        </p:nvSpPr>
        <p:spPr>
          <a:xfrm>
            <a:off x="4818248" y="4943140"/>
            <a:ext cx="2555508" cy="209288"/>
          </a:xfrm>
          <a:prstGeom prst="rect">
            <a:avLst/>
          </a:prstGeom>
          <a:noFill/>
        </p:spPr>
        <p:txBody>
          <a:bodyPr wrap="square">
            <a:spAutoFit/>
          </a:bodyPr>
          <a:lstStyle/>
          <a:p>
            <a:pPr algn="ctr"/>
            <a:r>
              <a:rPr lang="en-US" sz="760" b="1" spc="127">
                <a:solidFill>
                  <a:schemeClr val="tx1"/>
                </a:solidFill>
                <a:latin typeface="Manrope" pitchFamily="2" charset="0"/>
              </a:rPr>
              <a:t>GET IN TOUCH</a:t>
            </a:r>
            <a:endParaRPr lang="en-US" sz="760" spc="127">
              <a:solidFill>
                <a:schemeClr val="tx1"/>
              </a:solidFill>
              <a:latin typeface="Manrope" pitchFamily="2" charset="0"/>
            </a:endParaRPr>
          </a:p>
        </p:txBody>
      </p:sp>
      <p:sp>
        <p:nvSpPr>
          <p:cNvPr id="6" name="Content Placeholder 13">
            <a:extLst>
              <a:ext uri="{FF2B5EF4-FFF2-40B4-BE49-F238E27FC236}">
                <a16:creationId xmlns:a16="http://schemas.microsoft.com/office/drawing/2014/main" id="{E73B584E-849C-034C-83C9-1C95CA898CC8}"/>
              </a:ext>
            </a:extLst>
          </p:cNvPr>
          <p:cNvSpPr>
            <a:spLocks noGrp="1"/>
          </p:cNvSpPr>
          <p:nvPr>
            <p:ph sz="quarter" idx="11" hasCustomPrompt="1"/>
          </p:nvPr>
        </p:nvSpPr>
        <p:spPr>
          <a:xfrm>
            <a:off x="4818248" y="5424250"/>
            <a:ext cx="2555508" cy="607172"/>
          </a:xfrm>
          <a:solidFill>
            <a:schemeClr val="accent1"/>
          </a:solidFill>
          <a:ln>
            <a:noFill/>
          </a:ln>
        </p:spPr>
        <p:txBody>
          <a:bodyPr anchor="ctr">
            <a:noAutofit/>
          </a:bodyPr>
          <a:lstStyle>
            <a:lvl1pPr marL="0" indent="0" algn="ctr">
              <a:buNone/>
              <a:defRPr sz="591"/>
            </a:lvl1pPr>
            <a:lvl2pPr marL="192881" indent="0">
              <a:buNone/>
              <a:defRPr sz="506"/>
            </a:lvl2pPr>
            <a:lvl3pPr marL="385763" indent="0">
              <a:buNone/>
              <a:defRPr sz="506"/>
            </a:lvl3pPr>
            <a:lvl4pPr marL="578644" indent="0">
              <a:buNone/>
              <a:defRPr sz="506"/>
            </a:lvl4pPr>
            <a:lvl5pPr marL="771525" indent="0">
              <a:buNone/>
              <a:defRPr sz="506"/>
            </a:lvl5pPr>
          </a:lstStyle>
          <a:p>
            <a:pPr lvl="0"/>
            <a:r>
              <a:rPr lang="en-GB"/>
              <a:t>Email goes here</a:t>
            </a:r>
            <a:endParaRPr lang="en-US"/>
          </a:p>
        </p:txBody>
      </p:sp>
    </p:spTree>
    <p:extLst>
      <p:ext uri="{BB962C8B-B14F-4D97-AF65-F5344CB8AC3E}">
        <p14:creationId xmlns:p14="http://schemas.microsoft.com/office/powerpoint/2010/main" val="2983582471"/>
      </p:ext>
    </p:extLst>
  </p:cSld>
  <p:clrMapOvr>
    <a:masterClrMapping/>
  </p:clrMapOvr>
  <p:extLst>
    <p:ext uri="{DCECCB84-F9BA-43D5-87BE-67443E8EF086}">
      <p15:sldGuideLst xmlns:p15="http://schemas.microsoft.com/office/powerpoint/2012/main">
        <p15:guide id="1" orient="horz" pos="2880">
          <p15:clr>
            <a:srgbClr val="FBAE40"/>
          </p15:clr>
        </p15:guide>
        <p15:guide id="2" pos="216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userDrawn="1">
  <p:cSld name="Title with Section point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6BFD1D-A16B-1DFC-FDDF-7A48563BA6D0}"/>
              </a:ext>
            </a:extLst>
          </p:cNvPr>
          <p:cNvSpPr/>
          <p:nvPr userDrawn="1"/>
        </p:nvSpPr>
        <p:spPr>
          <a:xfrm>
            <a:off x="0" y="1"/>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60"/>
          </a:p>
        </p:txBody>
      </p:sp>
      <p:sp>
        <p:nvSpPr>
          <p:cNvPr id="7" name="Title 6">
            <a:extLst>
              <a:ext uri="{FF2B5EF4-FFF2-40B4-BE49-F238E27FC236}">
                <a16:creationId xmlns:a16="http://schemas.microsoft.com/office/drawing/2014/main" id="{8517299F-41C9-75EB-1E19-5F874F5C2551}"/>
              </a:ext>
            </a:extLst>
          </p:cNvPr>
          <p:cNvSpPr>
            <a:spLocks noGrp="1"/>
          </p:cNvSpPr>
          <p:nvPr>
            <p:ph type="title"/>
          </p:nvPr>
        </p:nvSpPr>
        <p:spPr>
          <a:xfrm>
            <a:off x="838202" y="365127"/>
            <a:ext cx="5609492" cy="736844"/>
          </a:xfrm>
        </p:spPr>
        <p:txBody>
          <a:bodyPr/>
          <a:lstStyle>
            <a:lvl1pPr algn="l">
              <a:lnSpc>
                <a:spcPct val="100000"/>
              </a:lnSpc>
              <a:defRPr/>
            </a:lvl1pPr>
          </a:lstStyle>
          <a:p>
            <a:r>
              <a:rPr lang="en-GB"/>
              <a:t>Click to edit Master title style</a:t>
            </a:r>
            <a:endParaRPr lang="en-US"/>
          </a:p>
        </p:txBody>
      </p:sp>
      <p:sp>
        <p:nvSpPr>
          <p:cNvPr id="8" name="Round Same-side Corner of Rectangle 7">
            <a:extLst>
              <a:ext uri="{FF2B5EF4-FFF2-40B4-BE49-F238E27FC236}">
                <a16:creationId xmlns:a16="http://schemas.microsoft.com/office/drawing/2014/main" id="{DFA8E16A-C95E-090C-584B-DE8F51701381}"/>
              </a:ext>
            </a:extLst>
          </p:cNvPr>
          <p:cNvSpPr/>
          <p:nvPr userDrawn="1"/>
        </p:nvSpPr>
        <p:spPr>
          <a:xfrm>
            <a:off x="10301263" y="1"/>
            <a:ext cx="298476" cy="455477"/>
          </a:xfrm>
          <a:prstGeom prst="round2SameRect">
            <a:avLst>
              <a:gd name="adj1" fmla="val 0"/>
              <a:gd name="adj2" fmla="val 50000"/>
            </a:avLst>
          </a:prstGeom>
          <a:gradFill flip="none" rotWithShape="1">
            <a:gsLst>
              <a:gs pos="0">
                <a:srgbClr val="334DE8"/>
              </a:gs>
              <a:gs pos="100000">
                <a:srgbClr val="39C7A5"/>
              </a:gs>
            </a:gsLst>
            <a:lin ang="2700000" scaled="1"/>
            <a:tileRect/>
          </a:gradFill>
          <a:ln>
            <a:noFill/>
          </a:ln>
        </p:spPr>
        <p:txBody>
          <a:bodyPr spcFirstLastPara="1" wrap="square" lIns="37969" tIns="19280" rIns="38570" bIns="19280" anchor="b" anchorCtr="0">
            <a:noAutofit/>
          </a:bodyPr>
          <a:lstStyle/>
          <a:p>
            <a:pPr algn="ctr">
              <a:buClr>
                <a:srgbClr val="000000"/>
              </a:buClr>
            </a:pPr>
            <a:endParaRPr lang="en-US" sz="591" b="1">
              <a:solidFill>
                <a:schemeClr val="bg1"/>
              </a:solidFill>
              <a:latin typeface="Manrope" pitchFamily="2" charset="0"/>
              <a:cs typeface="Arial"/>
            </a:endParaRPr>
          </a:p>
        </p:txBody>
      </p:sp>
      <p:sp>
        <p:nvSpPr>
          <p:cNvPr id="11" name="Text Placeholder 10">
            <a:extLst>
              <a:ext uri="{FF2B5EF4-FFF2-40B4-BE49-F238E27FC236}">
                <a16:creationId xmlns:a16="http://schemas.microsoft.com/office/drawing/2014/main" id="{CDA577B7-E9C2-99D7-CBB7-46D4B3D1591A}"/>
              </a:ext>
            </a:extLst>
          </p:cNvPr>
          <p:cNvSpPr>
            <a:spLocks noGrp="1"/>
          </p:cNvSpPr>
          <p:nvPr>
            <p:ph type="body" sz="quarter" idx="10" hasCustomPrompt="1"/>
          </p:nvPr>
        </p:nvSpPr>
        <p:spPr>
          <a:xfrm>
            <a:off x="10711570" y="92674"/>
            <a:ext cx="808404" cy="362804"/>
          </a:xfrm>
        </p:spPr>
        <p:txBody>
          <a:bodyPr>
            <a:noAutofit/>
          </a:bodyPr>
          <a:lstStyle>
            <a:lvl1pPr marL="0" indent="0">
              <a:lnSpc>
                <a:spcPct val="100000"/>
              </a:lnSpc>
              <a:buNone/>
              <a:defRPr sz="464">
                <a:solidFill>
                  <a:schemeClr val="tx1"/>
                </a:solidFill>
              </a:defRPr>
            </a:lvl1pPr>
            <a:lvl2pPr>
              <a:defRPr sz="506">
                <a:solidFill>
                  <a:schemeClr val="tx1"/>
                </a:solidFill>
              </a:defRPr>
            </a:lvl2pPr>
            <a:lvl3pPr>
              <a:defRPr sz="506">
                <a:solidFill>
                  <a:schemeClr val="tx1"/>
                </a:solidFill>
              </a:defRPr>
            </a:lvl3pPr>
            <a:lvl4pPr>
              <a:defRPr sz="506">
                <a:solidFill>
                  <a:schemeClr val="tx1"/>
                </a:solidFill>
              </a:defRPr>
            </a:lvl4pPr>
            <a:lvl5pPr>
              <a:defRPr sz="506">
                <a:solidFill>
                  <a:schemeClr val="tx1"/>
                </a:solidFill>
              </a:defRPr>
            </a:lvl5pPr>
          </a:lstStyle>
          <a:p>
            <a:pPr lvl="0"/>
            <a:r>
              <a:rPr lang="en-GB"/>
              <a:t>Section Title</a:t>
            </a:r>
            <a:endParaRPr lang="en-US"/>
          </a:p>
        </p:txBody>
      </p:sp>
      <p:sp>
        <p:nvSpPr>
          <p:cNvPr id="12" name="Text Placeholder 10">
            <a:extLst>
              <a:ext uri="{FF2B5EF4-FFF2-40B4-BE49-F238E27FC236}">
                <a16:creationId xmlns:a16="http://schemas.microsoft.com/office/drawing/2014/main" id="{8A004E1B-88D0-8180-E13F-E7D82BBE4C0D}"/>
              </a:ext>
            </a:extLst>
          </p:cNvPr>
          <p:cNvSpPr>
            <a:spLocks noGrp="1"/>
          </p:cNvSpPr>
          <p:nvPr>
            <p:ph type="body" sz="quarter" idx="11" hasCustomPrompt="1"/>
          </p:nvPr>
        </p:nvSpPr>
        <p:spPr>
          <a:xfrm>
            <a:off x="10279097" y="46336"/>
            <a:ext cx="342805" cy="362804"/>
          </a:xfrm>
        </p:spPr>
        <p:txBody>
          <a:bodyPr anchor="ctr">
            <a:noAutofit/>
          </a:bodyPr>
          <a:lstStyle>
            <a:lvl1pPr marL="0" indent="0" algn="ctr">
              <a:lnSpc>
                <a:spcPct val="100000"/>
              </a:lnSpc>
              <a:buNone/>
              <a:defRPr sz="591" b="1">
                <a:solidFill>
                  <a:schemeClr val="tx1"/>
                </a:solidFill>
              </a:defRPr>
            </a:lvl1pPr>
            <a:lvl2pPr>
              <a:defRPr sz="506">
                <a:solidFill>
                  <a:schemeClr val="tx1"/>
                </a:solidFill>
              </a:defRPr>
            </a:lvl2pPr>
            <a:lvl3pPr>
              <a:defRPr sz="506">
                <a:solidFill>
                  <a:schemeClr val="tx1"/>
                </a:solidFill>
              </a:defRPr>
            </a:lvl3pPr>
            <a:lvl4pPr>
              <a:defRPr sz="506">
                <a:solidFill>
                  <a:schemeClr val="tx1"/>
                </a:solidFill>
              </a:defRPr>
            </a:lvl4pPr>
            <a:lvl5pPr>
              <a:defRPr sz="506">
                <a:solidFill>
                  <a:schemeClr val="tx1"/>
                </a:solidFill>
              </a:defRPr>
            </a:lvl5pPr>
          </a:lstStyle>
          <a:p>
            <a:pPr lvl="0"/>
            <a:r>
              <a:rPr lang="en-GB"/>
              <a:t>#</a:t>
            </a:r>
            <a:endParaRPr lang="en-US"/>
          </a:p>
        </p:txBody>
      </p:sp>
    </p:spTree>
    <p:extLst>
      <p:ext uri="{BB962C8B-B14F-4D97-AF65-F5344CB8AC3E}">
        <p14:creationId xmlns:p14="http://schemas.microsoft.com/office/powerpoint/2010/main" val="314300859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Generic Cover Slide">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5AD6E1E0-661D-FA55-3664-20229F8C0CC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19105" y="5094178"/>
            <a:ext cx="1919998" cy="576000"/>
          </a:xfrm>
          <a:prstGeom prst="rect">
            <a:avLst/>
          </a:prstGeom>
        </p:spPr>
      </p:pic>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1" y="1155120"/>
            <a:ext cx="4067907" cy="1175359"/>
          </a:xfrm>
        </p:spPr>
        <p:txBody>
          <a:bodyPr anchor="b">
            <a:noAutofit/>
          </a:bodyPr>
          <a:lstStyle>
            <a:lvl1pPr algn="l" defTabSz="914400" rtl="0" eaLnBrk="1" latinLnBrk="0" hangingPunct="1">
              <a:lnSpc>
                <a:spcPct val="100000"/>
              </a:lnSpc>
              <a:spcBef>
                <a:spcPct val="0"/>
              </a:spcBef>
              <a:buNone/>
              <a:defRPr lang="en-US" sz="36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5"/>
            <a:ext cx="3892060" cy="656746"/>
          </a:xfrm>
        </p:spPr>
        <p:txBody>
          <a:bodyPr>
            <a:noAutofit/>
          </a:bodyPr>
          <a:lstStyle>
            <a:lvl1pPr marL="0" indent="0" algn="l">
              <a:lnSpc>
                <a:spcPct val="100000"/>
              </a:lnSpc>
              <a:buNone/>
              <a:defRPr sz="1600" b="0" i="0">
                <a:latin typeface="Manrop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1" y="3624332"/>
            <a:ext cx="1633781" cy="258532"/>
          </a:xfrm>
          <a:noFill/>
        </p:spPr>
        <p:txBody>
          <a:bodyPr wrap="none" rtlCol="0">
            <a:spAutoFit/>
          </a:bodyPr>
          <a:lstStyle>
            <a:lvl1pPr marL="0" indent="0">
              <a:buNone/>
              <a:defRPr lang="en-GB" sz="1200" b="1" spc="300" dirty="0" smtClean="0">
                <a:solidFill>
                  <a:srgbClr val="5C5C7D"/>
                </a:solidFill>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MONTH, YEAR</a:t>
            </a:r>
          </a:p>
        </p:txBody>
      </p:sp>
      <p:pic>
        <p:nvPicPr>
          <p:cNvPr id="15" name="Picture 14">
            <a:extLst>
              <a:ext uri="{FF2B5EF4-FFF2-40B4-BE49-F238E27FC236}">
                <a16:creationId xmlns:a16="http://schemas.microsoft.com/office/drawing/2014/main" id="{9F68B4BC-6974-1D9F-2F3B-FC5CA5699E5F}"/>
              </a:ext>
            </a:extLst>
          </p:cNvPr>
          <p:cNvPicPr>
            <a:picLocks noChangeAspect="1"/>
          </p:cNvPicPr>
          <p:nvPr userDrawn="1"/>
        </p:nvPicPr>
        <p:blipFill>
          <a:blip r:embed="rId3"/>
          <a:srcRect/>
          <a:stretch/>
        </p:blipFill>
        <p:spPr>
          <a:xfrm>
            <a:off x="5683250" y="0"/>
            <a:ext cx="6508750" cy="6858000"/>
          </a:xfrm>
          <a:prstGeom prst="rect">
            <a:avLst/>
          </a:prstGeom>
        </p:spPr>
      </p:pic>
    </p:spTree>
    <p:extLst>
      <p:ext uri="{BB962C8B-B14F-4D97-AF65-F5344CB8AC3E}">
        <p14:creationId xmlns:p14="http://schemas.microsoft.com/office/powerpoint/2010/main" val="342526115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over with Splas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1" y="1155120"/>
            <a:ext cx="4056184" cy="1175359"/>
          </a:xfrm>
        </p:spPr>
        <p:txBody>
          <a:bodyPr anchor="b">
            <a:noAutofit/>
          </a:bodyPr>
          <a:lstStyle>
            <a:lvl1pPr algn="l" defTabSz="914400" rtl="0" eaLnBrk="1" latinLnBrk="0" hangingPunct="1">
              <a:lnSpc>
                <a:spcPct val="100000"/>
              </a:lnSpc>
              <a:spcBef>
                <a:spcPct val="0"/>
              </a:spcBef>
              <a:buNone/>
              <a:defRPr lang="en-US" sz="36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5"/>
            <a:ext cx="3892060" cy="656746"/>
          </a:xfrm>
        </p:spPr>
        <p:txBody>
          <a:bodyPr>
            <a:noAutofit/>
          </a:bodyPr>
          <a:lstStyle>
            <a:lvl1pPr marL="0" indent="0" algn="l">
              <a:lnSpc>
                <a:spcPct val="100000"/>
              </a:lnSpc>
              <a:buNone/>
              <a:defRPr sz="1600" b="0" i="0">
                <a:latin typeface="Manrop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1" y="3624332"/>
            <a:ext cx="1633781" cy="258532"/>
          </a:xfrm>
          <a:noFill/>
        </p:spPr>
        <p:txBody>
          <a:bodyPr wrap="none" rtlCol="0">
            <a:spAutoFit/>
          </a:bodyPr>
          <a:lstStyle>
            <a:lvl1pPr marL="0" indent="0">
              <a:buNone/>
              <a:defRPr lang="en-GB" sz="1200" b="1" spc="300" dirty="0" smtClean="0">
                <a:solidFill>
                  <a:srgbClr val="5C5C7D"/>
                </a:solidFill>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MONTH, YEAR</a:t>
            </a:r>
          </a:p>
        </p:txBody>
      </p:sp>
      <p:sp>
        <p:nvSpPr>
          <p:cNvPr id="5" name="Picture Placeholder 4">
            <a:extLst>
              <a:ext uri="{FF2B5EF4-FFF2-40B4-BE49-F238E27FC236}">
                <a16:creationId xmlns:a16="http://schemas.microsoft.com/office/drawing/2014/main" id="{08CCD0A7-0CD4-997A-1174-671DC0A6BD4F}"/>
              </a:ext>
            </a:extLst>
          </p:cNvPr>
          <p:cNvSpPr>
            <a:spLocks noGrp="1"/>
          </p:cNvSpPr>
          <p:nvPr>
            <p:ph type="pic" sz="quarter" idx="11"/>
          </p:nvPr>
        </p:nvSpPr>
        <p:spPr>
          <a:xfrm>
            <a:off x="6304354" y="1023143"/>
            <a:ext cx="5157787" cy="4811713"/>
          </a:xfrm>
        </p:spPr>
        <p:txBody>
          <a:bodyPr/>
          <a:lstStyle/>
          <a:p>
            <a:endParaRPr lang="en-US"/>
          </a:p>
        </p:txBody>
      </p:sp>
      <p:pic>
        <p:nvPicPr>
          <p:cNvPr id="9" name="Picture 8">
            <a:extLst>
              <a:ext uri="{FF2B5EF4-FFF2-40B4-BE49-F238E27FC236}">
                <a16:creationId xmlns:a16="http://schemas.microsoft.com/office/drawing/2014/main" id="{C783FA81-17A6-6221-C70F-42E321F1990D}"/>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19105" y="5094178"/>
            <a:ext cx="1919998" cy="576000"/>
          </a:xfrm>
          <a:prstGeom prst="rect">
            <a:avLst/>
          </a:prstGeom>
        </p:spPr>
      </p:pic>
    </p:spTree>
    <p:extLst>
      <p:ext uri="{BB962C8B-B14F-4D97-AF65-F5344CB8AC3E}">
        <p14:creationId xmlns:p14="http://schemas.microsoft.com/office/powerpoint/2010/main" val="323644703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and Sing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91660409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and Single Colum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A26F34-5333-EAF9-C3B2-103B400E8BDE}"/>
              </a:ext>
            </a:extLst>
          </p:cNvPr>
          <p:cNvSpPr/>
          <p:nvPr userDrawn="1"/>
        </p:nvSpPr>
        <p:spPr>
          <a:xfrm flipH="1">
            <a:off x="0" y="0"/>
            <a:ext cx="4302177" cy="6858000"/>
          </a:xfrm>
          <a:prstGeom prst="rect">
            <a:avLst/>
          </a:prstGeom>
          <a:solidFill>
            <a:srgbClr val="1C1C2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31525" y="2109866"/>
            <a:ext cx="3239125" cy="2638268"/>
          </a:xfrm>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126636" y="794479"/>
            <a:ext cx="6227163" cy="538248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03216585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and Single Column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67B83FA-2CD5-F995-89FE-0CC8F2A652DC}"/>
              </a:ext>
            </a:extLst>
          </p:cNvPr>
          <p:cNvSpPr/>
          <p:nvPr userDrawn="1"/>
        </p:nvSpPr>
        <p:spPr>
          <a:xfrm flipH="1">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sym typeface="Arial"/>
            </a:endParaRPr>
          </a:p>
        </p:txBody>
      </p:sp>
      <p:sp>
        <p:nvSpPr>
          <p:cNvPr id="2" name="Title 1">
            <a:extLst>
              <a:ext uri="{FF2B5EF4-FFF2-40B4-BE49-F238E27FC236}">
                <a16:creationId xmlns:a16="http://schemas.microsoft.com/office/drawing/2014/main" id="{F9F59CCB-83B9-17E8-586E-8607306DE61D}"/>
              </a:ext>
            </a:extLst>
          </p:cNvPr>
          <p:cNvSpPr>
            <a:spLocks noGrp="1"/>
          </p:cNvSpPr>
          <p:nvPr>
            <p:ph type="title" hasCustomPrompt="1"/>
          </p:nvPr>
        </p:nvSpPr>
        <p:spPr>
          <a:xfrm>
            <a:off x="838200" y="1955150"/>
            <a:ext cx="4498298" cy="2947700"/>
          </a:xfrm>
        </p:spPr>
        <p:txBody>
          <a:bodyPr>
            <a:normAutofit/>
          </a:bodyPr>
          <a:lstStyle>
            <a:lvl1pPr algn="ctr" defTabSz="914400" rtl="0" eaLnBrk="1" latinLnBrk="0" hangingPunct="1">
              <a:lnSpc>
                <a:spcPct val="100000"/>
              </a:lnSpc>
              <a:spcBef>
                <a:spcPct val="0"/>
              </a:spcBef>
              <a:buNone/>
              <a:defRPr lang="en-US" sz="2800" b="1" i="0" kern="1200" baseline="0" dirty="0">
                <a:solidFill>
                  <a:schemeClr val="bg1"/>
                </a:solidFill>
                <a:latin typeface="Playfair Display Black" pitchFamily="2" charset="77"/>
                <a:ea typeface="+mj-ea"/>
                <a:cs typeface="+mj-cs"/>
              </a:defRPr>
            </a:lvl1pPr>
          </a:lstStyle>
          <a:p>
            <a:r>
              <a:rPr lang="en-GB"/>
              <a:t>Title goes here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6790543" y="749508"/>
            <a:ext cx="4781863" cy="542745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1297204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and Doub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0"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825625"/>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5" name="Straight Connector 4">
            <a:extLst>
              <a:ext uri="{FF2B5EF4-FFF2-40B4-BE49-F238E27FC236}">
                <a16:creationId xmlns:a16="http://schemas.microsoft.com/office/drawing/2014/main" id="{42686399-894F-E025-9C24-1F307B5567D7}"/>
              </a:ext>
            </a:extLst>
          </p:cNvPr>
          <p:cNvCxnSpPr/>
          <p:nvPr userDrawn="1"/>
        </p:nvCxnSpPr>
        <p:spPr>
          <a:xfrm>
            <a:off x="6096000" y="1634836"/>
            <a:ext cx="0" cy="4738255"/>
          </a:xfrm>
          <a:prstGeom prst="line">
            <a:avLst/>
          </a:prstGeom>
          <a:ln w="12700">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386422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and Double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09" y="597877"/>
            <a:ext cx="2968450" cy="736844"/>
          </a:xfrm>
        </p:spPr>
        <p:txBody>
          <a:bodyPr>
            <a:noAutofit/>
          </a:bodyPr>
          <a:lstStyle>
            <a:lvl1pPr algn="l"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034321"/>
            <a:ext cx="4897582" cy="52614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8" y="504029"/>
            <a:ext cx="1324402" cy="286232"/>
          </a:xfrm>
          <a:solidFill>
            <a:schemeClr val="accent1"/>
          </a:solidFill>
        </p:spPr>
        <p:txBody>
          <a:bodyPr wrap="none" rtlCol="0">
            <a:spAutoFit/>
          </a:bodyPr>
          <a:lstStyle>
            <a:lvl1pPr marL="0" indent="0">
              <a:buNone/>
              <a:defRPr lang="en-GB" sz="1400" b="1" spc="300" dirty="0" smtClean="0"/>
            </a:lvl1pPr>
          </a:lstStyle>
          <a:p>
            <a:pPr marL="0" lvl="0"/>
            <a:r>
              <a:rPr lang="en-GB"/>
              <a:t>SUBTITLE</a:t>
            </a:r>
          </a:p>
        </p:txBody>
      </p:sp>
    </p:spTree>
    <p:extLst>
      <p:ext uri="{BB962C8B-B14F-4D97-AF65-F5344CB8AC3E}">
        <p14:creationId xmlns:p14="http://schemas.microsoft.com/office/powerpoint/2010/main" val="146946202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0D8D63-66CA-B658-1CAC-BCB6C6F6109D}"/>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a:xfrm>
            <a:off x="599209" y="597877"/>
            <a:ext cx="2968450" cy="736844"/>
          </a:xfrm>
        </p:spPr>
        <p:txBody>
          <a:bodyPr>
            <a:noAutofit/>
          </a:bodyPr>
          <a:lstStyle>
            <a:lvl1pPr algn="l"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599209" y="1944413"/>
            <a:ext cx="4897582"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64EE41DA-3F66-59FB-36AC-82C7B6C31B9F}"/>
              </a:ext>
            </a:extLst>
          </p:cNvPr>
          <p:cNvSpPr>
            <a:spLocks noGrp="1"/>
          </p:cNvSpPr>
          <p:nvPr>
            <p:ph idx="10"/>
          </p:nvPr>
        </p:nvSpPr>
        <p:spPr>
          <a:xfrm>
            <a:off x="6456218" y="1791221"/>
            <a:ext cx="5318248" cy="450452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11">
            <a:extLst>
              <a:ext uri="{FF2B5EF4-FFF2-40B4-BE49-F238E27FC236}">
                <a16:creationId xmlns:a16="http://schemas.microsoft.com/office/drawing/2014/main" id="{B23C572F-1114-F1E0-6E9B-370792CF9D4C}"/>
              </a:ext>
            </a:extLst>
          </p:cNvPr>
          <p:cNvSpPr>
            <a:spLocks noGrp="1"/>
          </p:cNvSpPr>
          <p:nvPr>
            <p:ph type="body" sz="quarter" idx="12" hasCustomPrompt="1"/>
          </p:nvPr>
        </p:nvSpPr>
        <p:spPr>
          <a:xfrm>
            <a:off x="6456218" y="504029"/>
            <a:ext cx="2592376" cy="286232"/>
          </a:xfrm>
          <a:solidFill>
            <a:schemeClr val="accent1"/>
          </a:solidFill>
        </p:spPr>
        <p:txBody>
          <a:bodyPr wrap="none" rtlCol="0">
            <a:spAutoFit/>
          </a:bodyPr>
          <a:lstStyle>
            <a:lvl1pPr marL="0" indent="0">
              <a:buNone/>
              <a:defRPr lang="en-GB" sz="1400" b="1" spc="300" dirty="0" smtClean="0"/>
            </a:lvl1pPr>
          </a:lstStyle>
          <a:p>
            <a:pPr marL="0" lvl="0"/>
            <a:r>
              <a:rPr lang="en-GB"/>
              <a:t>CHART/IMAGE TITLE</a:t>
            </a:r>
          </a:p>
        </p:txBody>
      </p:sp>
      <p:sp>
        <p:nvSpPr>
          <p:cNvPr id="7" name="Text Placeholder 6">
            <a:extLst>
              <a:ext uri="{FF2B5EF4-FFF2-40B4-BE49-F238E27FC236}">
                <a16:creationId xmlns:a16="http://schemas.microsoft.com/office/drawing/2014/main" id="{FB14B82B-F262-B42D-F5D3-9D8B4B104A65}"/>
              </a:ext>
            </a:extLst>
          </p:cNvPr>
          <p:cNvSpPr>
            <a:spLocks noGrp="1"/>
          </p:cNvSpPr>
          <p:nvPr>
            <p:ph type="body" sz="quarter" idx="13"/>
          </p:nvPr>
        </p:nvSpPr>
        <p:spPr>
          <a:xfrm>
            <a:off x="6456219" y="1001713"/>
            <a:ext cx="5318247" cy="514350"/>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4017608169"/>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rds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Content Placeholder 5">
            <a:extLst>
              <a:ext uri="{FF2B5EF4-FFF2-40B4-BE49-F238E27FC236}">
                <a16:creationId xmlns:a16="http://schemas.microsoft.com/office/drawing/2014/main" id="{5D153EE1-8D13-4C4C-C95A-ED942D2CF8EE}"/>
              </a:ext>
            </a:extLst>
          </p:cNvPr>
          <p:cNvSpPr>
            <a:spLocks noGrp="1"/>
          </p:cNvSpPr>
          <p:nvPr>
            <p:ph sz="quarter" idx="10"/>
          </p:nvPr>
        </p:nvSpPr>
        <p:spPr>
          <a:xfrm>
            <a:off x="769468"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0" name="Content Placeholder 5">
            <a:extLst>
              <a:ext uri="{FF2B5EF4-FFF2-40B4-BE49-F238E27FC236}">
                <a16:creationId xmlns:a16="http://schemas.microsoft.com/office/drawing/2014/main" id="{148ECB8C-374E-AA81-A937-E360703F5A19}"/>
              </a:ext>
            </a:extLst>
          </p:cNvPr>
          <p:cNvSpPr>
            <a:spLocks noGrp="1"/>
          </p:cNvSpPr>
          <p:nvPr>
            <p:ph sz="quarter" idx="11"/>
          </p:nvPr>
        </p:nvSpPr>
        <p:spPr>
          <a:xfrm>
            <a:off x="2938237"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505B1693-20A9-0E47-F38E-BB8AC825C1A6}"/>
              </a:ext>
            </a:extLst>
          </p:cNvPr>
          <p:cNvSpPr>
            <a:spLocks noGrp="1"/>
          </p:cNvSpPr>
          <p:nvPr>
            <p:ph sz="quarter" idx="12"/>
          </p:nvPr>
        </p:nvSpPr>
        <p:spPr>
          <a:xfrm>
            <a:off x="5107006"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2" name="Content Placeholder 5">
            <a:extLst>
              <a:ext uri="{FF2B5EF4-FFF2-40B4-BE49-F238E27FC236}">
                <a16:creationId xmlns:a16="http://schemas.microsoft.com/office/drawing/2014/main" id="{E7219F50-43CF-2222-81E5-6D90295DD88D}"/>
              </a:ext>
            </a:extLst>
          </p:cNvPr>
          <p:cNvSpPr>
            <a:spLocks noGrp="1"/>
          </p:cNvSpPr>
          <p:nvPr>
            <p:ph sz="quarter" idx="13"/>
          </p:nvPr>
        </p:nvSpPr>
        <p:spPr>
          <a:xfrm>
            <a:off x="7275775" y="2731721"/>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BDC33F88-CCFB-40BC-129B-6D9B539904DD}"/>
              </a:ext>
            </a:extLst>
          </p:cNvPr>
          <p:cNvSpPr>
            <a:spLocks noGrp="1"/>
          </p:cNvSpPr>
          <p:nvPr>
            <p:ph sz="quarter" idx="14"/>
          </p:nvPr>
        </p:nvSpPr>
        <p:spPr>
          <a:xfrm>
            <a:off x="9444544" y="2731720"/>
            <a:ext cx="1940169" cy="3294063"/>
          </a:xfrm>
          <a:ln>
            <a:solidFill>
              <a:schemeClr val="accent6"/>
            </a:solidFill>
          </a:ln>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39" y="1313230"/>
            <a:ext cx="10515600" cy="736844"/>
          </a:xfrm>
        </p:spPr>
        <p:txBody>
          <a:bodyPr>
            <a:noAutofit/>
          </a:bodyPr>
          <a:lstStyle>
            <a:lvl1pPr marL="0" indent="0" algn="ctr">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117744374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rds with icons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6EAAFE-2967-40ED-7591-5AB167BAA909}"/>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3EAB4-8F43-93F5-D469-DDA52A6C5281}"/>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14" name="Content Placeholder 5">
            <a:extLst>
              <a:ext uri="{FF2B5EF4-FFF2-40B4-BE49-F238E27FC236}">
                <a16:creationId xmlns:a16="http://schemas.microsoft.com/office/drawing/2014/main" id="{82C2B56F-0264-F189-61E9-1839A46AACA0}"/>
              </a:ext>
            </a:extLst>
          </p:cNvPr>
          <p:cNvSpPr>
            <a:spLocks noGrp="1"/>
          </p:cNvSpPr>
          <p:nvPr>
            <p:ph sz="quarter" idx="15"/>
          </p:nvPr>
        </p:nvSpPr>
        <p:spPr>
          <a:xfrm>
            <a:off x="832339" y="1313230"/>
            <a:ext cx="10515600" cy="503847"/>
          </a:xfrm>
        </p:spPr>
        <p:txBody>
          <a:bodyPr>
            <a:noAutofit/>
          </a:bodyPr>
          <a:lstStyle>
            <a:lvl1pPr marL="0" indent="0" algn="ctr">
              <a:buNone/>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3" name="Oval 2">
            <a:extLst>
              <a:ext uri="{FF2B5EF4-FFF2-40B4-BE49-F238E27FC236}">
                <a16:creationId xmlns:a16="http://schemas.microsoft.com/office/drawing/2014/main" id="{EE227378-E5F7-F46C-5089-FAC5D8568E7C}"/>
              </a:ext>
            </a:extLst>
          </p:cNvPr>
          <p:cNvSpPr/>
          <p:nvPr userDrawn="1"/>
        </p:nvSpPr>
        <p:spPr>
          <a:xfrm>
            <a:off x="1212013"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4" name="Oval 3">
            <a:extLst>
              <a:ext uri="{FF2B5EF4-FFF2-40B4-BE49-F238E27FC236}">
                <a16:creationId xmlns:a16="http://schemas.microsoft.com/office/drawing/2014/main" id="{A0FA4B6E-0038-28ED-8935-135AFA4CE8A9}"/>
              </a:ext>
            </a:extLst>
          </p:cNvPr>
          <p:cNvSpPr/>
          <p:nvPr userDrawn="1"/>
        </p:nvSpPr>
        <p:spPr>
          <a:xfrm>
            <a:off x="7718320"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5" name="Oval 4">
            <a:extLst>
              <a:ext uri="{FF2B5EF4-FFF2-40B4-BE49-F238E27FC236}">
                <a16:creationId xmlns:a16="http://schemas.microsoft.com/office/drawing/2014/main" id="{54550CAB-8324-28E9-70B4-BA00A99A3235}"/>
              </a:ext>
            </a:extLst>
          </p:cNvPr>
          <p:cNvSpPr/>
          <p:nvPr userDrawn="1"/>
        </p:nvSpPr>
        <p:spPr>
          <a:xfrm>
            <a:off x="3380782"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7" name="Oval 6">
            <a:extLst>
              <a:ext uri="{FF2B5EF4-FFF2-40B4-BE49-F238E27FC236}">
                <a16:creationId xmlns:a16="http://schemas.microsoft.com/office/drawing/2014/main" id="{93DA1F57-B025-EBB0-B2C6-805D0560752D}"/>
              </a:ext>
            </a:extLst>
          </p:cNvPr>
          <p:cNvSpPr/>
          <p:nvPr userDrawn="1"/>
        </p:nvSpPr>
        <p:spPr>
          <a:xfrm>
            <a:off x="5549551"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8" name="Oval 7">
            <a:extLst>
              <a:ext uri="{FF2B5EF4-FFF2-40B4-BE49-F238E27FC236}">
                <a16:creationId xmlns:a16="http://schemas.microsoft.com/office/drawing/2014/main" id="{6230CF9E-31AF-DD4A-3F71-D023F3D652CB}"/>
              </a:ext>
            </a:extLst>
          </p:cNvPr>
          <p:cNvSpPr/>
          <p:nvPr userDrawn="1"/>
        </p:nvSpPr>
        <p:spPr>
          <a:xfrm>
            <a:off x="9887089" y="2368199"/>
            <a:ext cx="1055077" cy="1055077"/>
          </a:xfrm>
          <a:prstGeom prst="ellipse">
            <a:avLst/>
          </a:prstGeom>
          <a:solidFill>
            <a:schemeClr val="bg1"/>
          </a:solidFill>
          <a:ln>
            <a:solidFill>
              <a:schemeClr val="accent6"/>
            </a:solidFill>
          </a:ln>
          <a:effectLst/>
        </p:spPr>
        <p:txBody>
          <a:bodyPr vert="horz" lIns="91440" tIns="45720" rIns="91440" bIns="45720" rtlCol="0" anchor="ctr">
            <a:noAutofit/>
          </a:bodyPr>
          <a:lstStyle/>
          <a:p>
            <a:pPr marL="228600" lvl="0" indent="-228600">
              <a:lnSpc>
                <a:spcPct val="90000"/>
              </a:lnSpc>
              <a:spcBef>
                <a:spcPts val="1000"/>
              </a:spcBef>
              <a:buFont typeface="Arial" panose="020B0604020202020204" pitchFamily="34" charset="0"/>
              <a:buChar char="•"/>
            </a:pPr>
            <a:endParaRPr lang="en-US" sz="1200" baseline="0">
              <a:solidFill>
                <a:schemeClr val="tx1"/>
              </a:solidFill>
              <a:latin typeface="Manrope" pitchFamily="2" charset="0"/>
            </a:endParaRPr>
          </a:p>
        </p:txBody>
      </p:sp>
      <p:sp>
        <p:nvSpPr>
          <p:cNvPr id="9" name="Content Placeholder 5">
            <a:extLst>
              <a:ext uri="{FF2B5EF4-FFF2-40B4-BE49-F238E27FC236}">
                <a16:creationId xmlns:a16="http://schemas.microsoft.com/office/drawing/2014/main" id="{86E6D084-5A52-0A3A-918A-208EB7A3B4CD}"/>
              </a:ext>
            </a:extLst>
          </p:cNvPr>
          <p:cNvSpPr>
            <a:spLocks noGrp="1"/>
          </p:cNvSpPr>
          <p:nvPr>
            <p:ph sz="quarter" idx="10"/>
          </p:nvPr>
        </p:nvSpPr>
        <p:spPr>
          <a:xfrm>
            <a:off x="769468"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6" name="Content Placeholder 5">
            <a:extLst>
              <a:ext uri="{FF2B5EF4-FFF2-40B4-BE49-F238E27FC236}">
                <a16:creationId xmlns:a16="http://schemas.microsoft.com/office/drawing/2014/main" id="{DC4DA439-89DD-0D21-0BD5-BE99285C5442}"/>
              </a:ext>
            </a:extLst>
          </p:cNvPr>
          <p:cNvSpPr>
            <a:spLocks noGrp="1"/>
          </p:cNvSpPr>
          <p:nvPr>
            <p:ph sz="quarter" idx="11"/>
          </p:nvPr>
        </p:nvSpPr>
        <p:spPr>
          <a:xfrm>
            <a:off x="2938237"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7" name="Content Placeholder 5">
            <a:extLst>
              <a:ext uri="{FF2B5EF4-FFF2-40B4-BE49-F238E27FC236}">
                <a16:creationId xmlns:a16="http://schemas.microsoft.com/office/drawing/2014/main" id="{4C56B25C-B293-091E-82C2-6018E8A5289A}"/>
              </a:ext>
            </a:extLst>
          </p:cNvPr>
          <p:cNvSpPr>
            <a:spLocks noGrp="1"/>
          </p:cNvSpPr>
          <p:nvPr>
            <p:ph sz="quarter" idx="12"/>
          </p:nvPr>
        </p:nvSpPr>
        <p:spPr>
          <a:xfrm>
            <a:off x="5107006"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8" name="Content Placeholder 5">
            <a:extLst>
              <a:ext uri="{FF2B5EF4-FFF2-40B4-BE49-F238E27FC236}">
                <a16:creationId xmlns:a16="http://schemas.microsoft.com/office/drawing/2014/main" id="{AA16CF04-3079-7948-01A4-F5CC3722FE8A}"/>
              </a:ext>
            </a:extLst>
          </p:cNvPr>
          <p:cNvSpPr>
            <a:spLocks noGrp="1"/>
          </p:cNvSpPr>
          <p:nvPr>
            <p:ph sz="quarter" idx="13"/>
          </p:nvPr>
        </p:nvSpPr>
        <p:spPr>
          <a:xfrm>
            <a:off x="7275775" y="3544866"/>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9" name="Content Placeholder 5">
            <a:extLst>
              <a:ext uri="{FF2B5EF4-FFF2-40B4-BE49-F238E27FC236}">
                <a16:creationId xmlns:a16="http://schemas.microsoft.com/office/drawing/2014/main" id="{B7C99060-24D1-23D0-903F-6D2263FFAB3B}"/>
              </a:ext>
            </a:extLst>
          </p:cNvPr>
          <p:cNvSpPr>
            <a:spLocks noGrp="1"/>
          </p:cNvSpPr>
          <p:nvPr>
            <p:ph sz="quarter" idx="14"/>
          </p:nvPr>
        </p:nvSpPr>
        <p:spPr>
          <a:xfrm>
            <a:off x="9444544" y="3544865"/>
            <a:ext cx="1940169" cy="2931854"/>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158103700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ards with icons (2)">
    <p:spTree>
      <p:nvGrpSpPr>
        <p:cNvPr id="1" name=""/>
        <p:cNvGrpSpPr/>
        <p:nvPr/>
      </p:nvGrpSpPr>
      <p:grpSpPr>
        <a:xfrm>
          <a:off x="0" y="0"/>
          <a:ext cx="0" cy="0"/>
          <a:chOff x="0" y="0"/>
          <a:chExt cx="0" cy="0"/>
        </a:xfrm>
      </p:grpSpPr>
      <p:sp>
        <p:nvSpPr>
          <p:cNvPr id="2" name="Content Placeholder 5">
            <a:extLst>
              <a:ext uri="{FF2B5EF4-FFF2-40B4-BE49-F238E27FC236}">
                <a16:creationId xmlns:a16="http://schemas.microsoft.com/office/drawing/2014/main" id="{6FCA3AD0-8EDD-2D99-0D31-D3637D2B27EC}"/>
              </a:ext>
            </a:extLst>
          </p:cNvPr>
          <p:cNvSpPr>
            <a:spLocks noGrp="1"/>
          </p:cNvSpPr>
          <p:nvPr>
            <p:ph sz="quarter" idx="10" hasCustomPrompt="1"/>
          </p:nvPr>
        </p:nvSpPr>
        <p:spPr>
          <a:xfrm>
            <a:off x="5107005" y="1199165"/>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3" name="Rectangle 2">
            <a:extLst>
              <a:ext uri="{FF2B5EF4-FFF2-40B4-BE49-F238E27FC236}">
                <a16:creationId xmlns:a16="http://schemas.microsoft.com/office/drawing/2014/main" id="{62CA1A88-F25D-3DD9-9E1B-540555265B0F}"/>
              </a:ext>
            </a:extLst>
          </p:cNvPr>
          <p:cNvSpPr/>
          <p:nvPr userDrawn="1"/>
        </p:nvSpPr>
        <p:spPr>
          <a:xfrm flipH="1">
            <a:off x="0" y="0"/>
            <a:ext cx="4305600" cy="6858000"/>
          </a:xfrm>
          <a:prstGeom prst="rect">
            <a:avLst/>
          </a:prstGeom>
          <a:solidFill>
            <a:srgbClr val="1C1C2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a:lnSpc>
                <a:spcPct val="100000"/>
              </a:lnSpc>
              <a:spcBef>
                <a:spcPts val="0"/>
              </a:spcBef>
              <a:spcAft>
                <a:spcPts val="0"/>
              </a:spcAft>
              <a:buClr>
                <a:srgbClr val="000000"/>
              </a:buClr>
              <a:buFont typeface="Arial"/>
            </a:pPr>
            <a:endParaRPr lang="en-US" sz="1400" b="0" i="0" u="none" strike="noStrike" cap="none"/>
          </a:p>
        </p:txBody>
      </p:sp>
      <p:sp>
        <p:nvSpPr>
          <p:cNvPr id="4" name="Text Placeholder 11">
            <a:extLst>
              <a:ext uri="{FF2B5EF4-FFF2-40B4-BE49-F238E27FC236}">
                <a16:creationId xmlns:a16="http://schemas.microsoft.com/office/drawing/2014/main" id="{74B809DE-59BD-C2A1-461F-5915AA9A5864}"/>
              </a:ext>
            </a:extLst>
          </p:cNvPr>
          <p:cNvSpPr>
            <a:spLocks noGrp="1"/>
          </p:cNvSpPr>
          <p:nvPr>
            <p:ph type="body" sz="quarter" idx="12" hasCustomPrompt="1"/>
          </p:nvPr>
        </p:nvSpPr>
        <p:spPr>
          <a:xfrm>
            <a:off x="5107005" y="562645"/>
            <a:ext cx="1324402" cy="286232"/>
          </a:xfrm>
          <a:solidFill>
            <a:schemeClr val="accent1"/>
          </a:solidFill>
        </p:spPr>
        <p:txBody>
          <a:bodyPr wrap="none" rtlCol="0">
            <a:spAutoFit/>
          </a:bodyPr>
          <a:lstStyle>
            <a:lvl1pPr marL="0" indent="0">
              <a:buNone/>
              <a:defRPr lang="en-GB" sz="1400" b="1" spc="300" dirty="0" smtClean="0"/>
            </a:lvl1pPr>
          </a:lstStyle>
          <a:p>
            <a:pPr marL="0" lvl="0"/>
            <a:r>
              <a:rPr lang="en-GB"/>
              <a:t>SUBTITLE</a:t>
            </a:r>
          </a:p>
        </p:txBody>
      </p:sp>
      <p:sp>
        <p:nvSpPr>
          <p:cNvPr id="5" name="Content Placeholder 5">
            <a:extLst>
              <a:ext uri="{FF2B5EF4-FFF2-40B4-BE49-F238E27FC236}">
                <a16:creationId xmlns:a16="http://schemas.microsoft.com/office/drawing/2014/main" id="{265E3F02-DE61-F2E4-00A4-BFC0ED9AE7D2}"/>
              </a:ext>
            </a:extLst>
          </p:cNvPr>
          <p:cNvSpPr>
            <a:spLocks noGrp="1"/>
          </p:cNvSpPr>
          <p:nvPr>
            <p:ph sz="quarter" idx="13"/>
          </p:nvPr>
        </p:nvSpPr>
        <p:spPr>
          <a:xfrm>
            <a:off x="6255866" y="1199164"/>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6" name="Title 5">
            <a:extLst>
              <a:ext uri="{FF2B5EF4-FFF2-40B4-BE49-F238E27FC236}">
                <a16:creationId xmlns:a16="http://schemas.microsoft.com/office/drawing/2014/main" id="{7454EEC0-AF35-F3EE-65A0-D5BCA40B426D}"/>
              </a:ext>
            </a:extLst>
          </p:cNvPr>
          <p:cNvSpPr>
            <a:spLocks noGrp="1"/>
          </p:cNvSpPr>
          <p:nvPr>
            <p:ph type="title"/>
          </p:nvPr>
        </p:nvSpPr>
        <p:spPr>
          <a:xfrm>
            <a:off x="578977" y="3060578"/>
            <a:ext cx="3147646" cy="736844"/>
          </a:xfrm>
        </p:spPr>
        <p:txBody>
          <a:bodyPr>
            <a:no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7" name="Content Placeholder 5">
            <a:extLst>
              <a:ext uri="{FF2B5EF4-FFF2-40B4-BE49-F238E27FC236}">
                <a16:creationId xmlns:a16="http://schemas.microsoft.com/office/drawing/2014/main" id="{E2A4315C-D942-CC31-0941-2565589D34C1}"/>
              </a:ext>
            </a:extLst>
          </p:cNvPr>
          <p:cNvSpPr>
            <a:spLocks noGrp="1"/>
          </p:cNvSpPr>
          <p:nvPr>
            <p:ph sz="quarter" idx="14" hasCustomPrompt="1"/>
          </p:nvPr>
        </p:nvSpPr>
        <p:spPr>
          <a:xfrm>
            <a:off x="5107005" y="2266098"/>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8" name="Content Placeholder 5">
            <a:extLst>
              <a:ext uri="{FF2B5EF4-FFF2-40B4-BE49-F238E27FC236}">
                <a16:creationId xmlns:a16="http://schemas.microsoft.com/office/drawing/2014/main" id="{CCCDB590-0FD1-9D69-EEF2-083D0E1AE1E1}"/>
              </a:ext>
            </a:extLst>
          </p:cNvPr>
          <p:cNvSpPr>
            <a:spLocks noGrp="1"/>
          </p:cNvSpPr>
          <p:nvPr>
            <p:ph sz="quarter" idx="15"/>
          </p:nvPr>
        </p:nvSpPr>
        <p:spPr>
          <a:xfrm>
            <a:off x="6255866" y="2266097"/>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9" name="Content Placeholder 5">
            <a:extLst>
              <a:ext uri="{FF2B5EF4-FFF2-40B4-BE49-F238E27FC236}">
                <a16:creationId xmlns:a16="http://schemas.microsoft.com/office/drawing/2014/main" id="{1409480A-62D1-5755-D9A7-0767E1BEC49A}"/>
              </a:ext>
            </a:extLst>
          </p:cNvPr>
          <p:cNvSpPr>
            <a:spLocks noGrp="1"/>
          </p:cNvSpPr>
          <p:nvPr>
            <p:ph sz="quarter" idx="16" hasCustomPrompt="1"/>
          </p:nvPr>
        </p:nvSpPr>
        <p:spPr>
          <a:xfrm>
            <a:off x="5107005" y="3333031"/>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0" name="Content Placeholder 5">
            <a:extLst>
              <a:ext uri="{FF2B5EF4-FFF2-40B4-BE49-F238E27FC236}">
                <a16:creationId xmlns:a16="http://schemas.microsoft.com/office/drawing/2014/main" id="{12C65410-0144-D02A-0CD5-66C6780F7E65}"/>
              </a:ext>
            </a:extLst>
          </p:cNvPr>
          <p:cNvSpPr>
            <a:spLocks noGrp="1"/>
          </p:cNvSpPr>
          <p:nvPr>
            <p:ph sz="quarter" idx="17"/>
          </p:nvPr>
        </p:nvSpPr>
        <p:spPr>
          <a:xfrm>
            <a:off x="6255866" y="3333030"/>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1" name="Content Placeholder 5">
            <a:extLst>
              <a:ext uri="{FF2B5EF4-FFF2-40B4-BE49-F238E27FC236}">
                <a16:creationId xmlns:a16="http://schemas.microsoft.com/office/drawing/2014/main" id="{DCB11797-3E0D-7630-94F2-36A6006EA6A8}"/>
              </a:ext>
            </a:extLst>
          </p:cNvPr>
          <p:cNvSpPr>
            <a:spLocks noGrp="1"/>
          </p:cNvSpPr>
          <p:nvPr>
            <p:ph sz="quarter" idx="18" hasCustomPrompt="1"/>
          </p:nvPr>
        </p:nvSpPr>
        <p:spPr>
          <a:xfrm>
            <a:off x="5107005" y="4399964"/>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2" name="Content Placeholder 5">
            <a:extLst>
              <a:ext uri="{FF2B5EF4-FFF2-40B4-BE49-F238E27FC236}">
                <a16:creationId xmlns:a16="http://schemas.microsoft.com/office/drawing/2014/main" id="{07884FF0-5460-7A70-29EA-D08A8FD57C04}"/>
              </a:ext>
            </a:extLst>
          </p:cNvPr>
          <p:cNvSpPr>
            <a:spLocks noGrp="1"/>
          </p:cNvSpPr>
          <p:nvPr>
            <p:ph sz="quarter" idx="19"/>
          </p:nvPr>
        </p:nvSpPr>
        <p:spPr>
          <a:xfrm>
            <a:off x="6255866" y="4399963"/>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
        <p:nvSpPr>
          <p:cNvPr id="13" name="Content Placeholder 5">
            <a:extLst>
              <a:ext uri="{FF2B5EF4-FFF2-40B4-BE49-F238E27FC236}">
                <a16:creationId xmlns:a16="http://schemas.microsoft.com/office/drawing/2014/main" id="{E278DE42-BAD1-9EDC-B888-FC3F0A689AC4}"/>
              </a:ext>
            </a:extLst>
          </p:cNvPr>
          <p:cNvSpPr>
            <a:spLocks noGrp="1"/>
          </p:cNvSpPr>
          <p:nvPr>
            <p:ph sz="quarter" idx="20" hasCustomPrompt="1"/>
          </p:nvPr>
        </p:nvSpPr>
        <p:spPr>
          <a:xfrm>
            <a:off x="5107004" y="5466896"/>
            <a:ext cx="988995" cy="957881"/>
          </a:xfrm>
          <a:ln>
            <a:solidFill>
              <a:schemeClr val="accent6"/>
            </a:solidFill>
          </a:ln>
        </p:spPr>
        <p:txBody>
          <a:bodyPr tIns="216000">
            <a:noAutofit/>
          </a:bodyPr>
          <a:lstStyle>
            <a:lvl1pPr marL="0" indent="0" algn="ctr">
              <a:buNone/>
              <a:defRPr sz="1200"/>
            </a:lvl1pPr>
            <a:lvl2pPr>
              <a:defRPr sz="1200"/>
            </a:lvl2pPr>
            <a:lvl3pPr>
              <a:defRPr sz="1200"/>
            </a:lvl3pPr>
            <a:lvl4pPr>
              <a:defRPr sz="1200"/>
            </a:lvl4pPr>
            <a:lvl5pPr>
              <a:defRPr sz="1200"/>
            </a:lvl5pPr>
          </a:lstStyle>
          <a:p>
            <a:pPr lvl="0"/>
            <a:r>
              <a:rPr lang="en-GB"/>
              <a:t>Icon</a:t>
            </a:r>
            <a:endParaRPr lang="en-US"/>
          </a:p>
        </p:txBody>
      </p:sp>
      <p:sp>
        <p:nvSpPr>
          <p:cNvPr id="14" name="Content Placeholder 5">
            <a:extLst>
              <a:ext uri="{FF2B5EF4-FFF2-40B4-BE49-F238E27FC236}">
                <a16:creationId xmlns:a16="http://schemas.microsoft.com/office/drawing/2014/main" id="{70F216DB-B780-E3E7-612E-40011894E4EE}"/>
              </a:ext>
            </a:extLst>
          </p:cNvPr>
          <p:cNvSpPr>
            <a:spLocks noGrp="1"/>
          </p:cNvSpPr>
          <p:nvPr>
            <p:ph sz="quarter" idx="21"/>
          </p:nvPr>
        </p:nvSpPr>
        <p:spPr>
          <a:xfrm>
            <a:off x="6255866" y="5466897"/>
            <a:ext cx="5162411" cy="957881"/>
          </a:xfrm>
          <a:ln>
            <a:solidFill>
              <a:schemeClr val="accent6"/>
            </a:solidFill>
          </a:ln>
        </p:spPr>
        <p:txBody>
          <a:bodyPr tIns="216000">
            <a:noAutofit/>
          </a:bodyPr>
          <a:lstStyle>
            <a:lvl1pPr>
              <a:defRPr sz="1200"/>
            </a:lvl1pPr>
            <a:lvl2pPr>
              <a:defRPr sz="1200"/>
            </a:lvl2pPr>
            <a:lvl3pPr>
              <a:defRPr sz="1200"/>
            </a:lvl3pPr>
            <a:lvl4pPr>
              <a:defRPr sz="1200"/>
            </a:lvl4pPr>
            <a:lvl5pPr>
              <a:defRPr sz="1200"/>
            </a:lvl5pPr>
          </a:lstStyle>
          <a:p>
            <a:pPr lvl="0"/>
            <a:r>
              <a:rPr lang="en-GB"/>
              <a:t>Click to edit Master text styles</a:t>
            </a:r>
            <a:endParaRPr lang="en-US"/>
          </a:p>
        </p:txBody>
      </p:sp>
    </p:spTree>
    <p:extLst>
      <p:ext uri="{BB962C8B-B14F-4D97-AF65-F5344CB8AC3E}">
        <p14:creationId xmlns:p14="http://schemas.microsoft.com/office/powerpoint/2010/main" val="107601776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Slide break">
    <p:spTree>
      <p:nvGrpSpPr>
        <p:cNvPr id="1" name=""/>
        <p:cNvGrpSpPr/>
        <p:nvPr/>
      </p:nvGrpSpPr>
      <p:grpSpPr>
        <a:xfrm>
          <a:off x="0" y="0"/>
          <a:ext cx="0" cy="0"/>
          <a:chOff x="0" y="0"/>
          <a:chExt cx="0" cy="0"/>
        </a:xfrm>
      </p:grpSpPr>
      <p:pic>
        <p:nvPicPr>
          <p:cNvPr id="6" name="Picture 5" descr="A grid of lines on a black background&#10;&#10;Description automatically generated">
            <a:extLst>
              <a:ext uri="{FF2B5EF4-FFF2-40B4-BE49-F238E27FC236}">
                <a16:creationId xmlns:a16="http://schemas.microsoft.com/office/drawing/2014/main" id="{D387F483-0E38-82BA-CD06-B08DAF071F59}"/>
              </a:ext>
            </a:extLst>
          </p:cNvPr>
          <p:cNvPicPr/>
          <p:nvPr userDrawn="1"/>
        </p:nvPicPr>
        <p:blipFill rotWithShape="1">
          <a:blip r:embed="rId2" cstate="hqprint">
            <a:alphaModFix amt="55000"/>
            <a:extLst>
              <a:ext uri="{28A0092B-C50C-407E-A947-70E740481C1C}">
                <a14:useLocalDpi xmlns:a14="http://schemas.microsoft.com/office/drawing/2010/main"/>
              </a:ext>
            </a:extLst>
          </a:blip>
          <a:srcRect l="6511" t="13271" r="4231" b="7756"/>
          <a:stretch/>
        </p:blipFill>
        <p:spPr>
          <a:xfrm>
            <a:off x="0" y="-1"/>
            <a:ext cx="12192000" cy="6858001"/>
          </a:xfrm>
          <a:prstGeom prst="rect">
            <a:avLst/>
          </a:prstGeom>
          <a:effectLst>
            <a:outerShdw blurRad="50800" dist="50800" dir="5400000" sx="1000" sy="1000" algn="ctr" rotWithShape="0">
              <a:srgbClr val="000000"/>
            </a:outerShdw>
          </a:effectLst>
        </p:spPr>
      </p:pic>
      <p:sp>
        <p:nvSpPr>
          <p:cNvPr id="11" name="Title 10">
            <a:extLst>
              <a:ext uri="{FF2B5EF4-FFF2-40B4-BE49-F238E27FC236}">
                <a16:creationId xmlns:a16="http://schemas.microsoft.com/office/drawing/2014/main" id="{80FE4188-D35C-C62E-D6A6-E937C096C154}"/>
              </a:ext>
            </a:extLst>
          </p:cNvPr>
          <p:cNvSpPr>
            <a:spLocks noGrp="1"/>
          </p:cNvSpPr>
          <p:nvPr>
            <p:ph type="title" hasCustomPrompt="1"/>
          </p:nvPr>
        </p:nvSpPr>
        <p:spPr>
          <a:xfrm>
            <a:off x="3140127" y="2592232"/>
            <a:ext cx="5911746" cy="1673537"/>
          </a:xfrm>
        </p:spPr>
        <p:txBody>
          <a:bodyPr>
            <a:noAutofit/>
          </a:bodyPr>
          <a:lstStyle>
            <a:lvl1pPr algn="ctr" defTabSz="914400" rtl="0" eaLnBrk="1" latinLnBrk="0" hangingPunct="1">
              <a:lnSpc>
                <a:spcPct val="100000"/>
              </a:lnSpc>
              <a:spcBef>
                <a:spcPct val="0"/>
              </a:spcBef>
              <a:buNone/>
              <a:defRPr lang="en-US" sz="4800" b="1" i="0" kern="1200" baseline="0" dirty="0">
                <a:solidFill>
                  <a:schemeClr val="tx1"/>
                </a:solidFill>
                <a:latin typeface="Playfair Display Black" pitchFamily="2" charset="77"/>
                <a:ea typeface="+mj-ea"/>
                <a:cs typeface="+mj-cs"/>
              </a:defRPr>
            </a:lvl1pPr>
          </a:lstStyle>
          <a:p>
            <a:r>
              <a:rPr lang="en-GB"/>
              <a:t>Click to edit title </a:t>
            </a:r>
            <a:endParaRPr lang="en-US"/>
          </a:p>
        </p:txBody>
      </p:sp>
    </p:spTree>
    <p:extLst>
      <p:ext uri="{BB962C8B-B14F-4D97-AF65-F5344CB8AC3E}">
        <p14:creationId xmlns:p14="http://schemas.microsoft.com/office/powerpoint/2010/main" val="257502072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117687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9BDEB7B-C156-5A00-FCA6-10790A0A29CF}"/>
              </a:ext>
            </a:extLst>
          </p:cNvPr>
          <p:cNvSpPr/>
          <p:nvPr userDrawn="1"/>
        </p:nvSpPr>
        <p:spPr>
          <a:xfrm>
            <a:off x="0" y="0"/>
            <a:ext cx="12192000" cy="4283901"/>
          </a:xfrm>
          <a:prstGeom prst="rect">
            <a:avLst/>
          </a:prstGeom>
          <a:gradFill flip="none" rotWithShape="1">
            <a:gsLst>
              <a:gs pos="14000">
                <a:srgbClr val="1E41EB">
                  <a:alpha val="15000"/>
                </a:srgbClr>
              </a:gs>
              <a:gs pos="100000">
                <a:schemeClr val="bg2"/>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4694A8F-390A-06B0-5CBF-CB34FB5A1FA3}"/>
              </a:ext>
            </a:extLst>
          </p:cNvPr>
          <p:cNvPicPr>
            <a:picLocks noChangeAspect="1"/>
          </p:cNvPicPr>
          <p:nvPr userDrawn="1"/>
        </p:nvPicPr>
        <p:blipFill>
          <a:blip r:embed="rId2"/>
          <a:stretch>
            <a:fillRect/>
          </a:stretch>
        </p:blipFill>
        <p:spPr>
          <a:xfrm>
            <a:off x="2308069" y="2667000"/>
            <a:ext cx="1879600" cy="1524000"/>
          </a:xfrm>
          <a:prstGeom prst="rect">
            <a:avLst/>
          </a:prstGeom>
        </p:spPr>
      </p:pic>
      <p:sp>
        <p:nvSpPr>
          <p:cNvPr id="10" name="Text Placeholder 9">
            <a:extLst>
              <a:ext uri="{FF2B5EF4-FFF2-40B4-BE49-F238E27FC236}">
                <a16:creationId xmlns:a16="http://schemas.microsoft.com/office/drawing/2014/main" id="{9D09BCC6-6D61-DA13-5CC0-8DEB1ED14463}"/>
              </a:ext>
            </a:extLst>
          </p:cNvPr>
          <p:cNvSpPr>
            <a:spLocks noGrp="1"/>
          </p:cNvSpPr>
          <p:nvPr>
            <p:ph type="body" sz="quarter" idx="11" hasCustomPrompt="1"/>
          </p:nvPr>
        </p:nvSpPr>
        <p:spPr>
          <a:xfrm>
            <a:off x="5186363" y="4962525"/>
            <a:ext cx="2938306" cy="613816"/>
          </a:xfrm>
          <a:solidFill>
            <a:schemeClr val="accent3"/>
          </a:solidFill>
        </p:spPr>
        <p:txBody>
          <a:bodyPr lIns="216000" anchor="ctr"/>
          <a:lstStyle>
            <a:lvl1pPr marL="0" indent="0">
              <a:buNone/>
              <a:defRPr>
                <a:solidFill>
                  <a:schemeClr val="tx1"/>
                </a:solidFill>
                <a:latin typeface="Playfair Display Medium" pitchFamily="2" charset="77"/>
              </a:defRPr>
            </a:lvl1pPr>
          </a:lstStyle>
          <a:p>
            <a:pPr lvl="0"/>
            <a:r>
              <a:rPr lang="en-GB"/>
              <a:t>Who said it </a:t>
            </a:r>
            <a:endParaRPr lang="en-US"/>
          </a:p>
        </p:txBody>
      </p:sp>
      <p:sp>
        <p:nvSpPr>
          <p:cNvPr id="11" name="Text Placeholder 9">
            <a:extLst>
              <a:ext uri="{FF2B5EF4-FFF2-40B4-BE49-F238E27FC236}">
                <a16:creationId xmlns:a16="http://schemas.microsoft.com/office/drawing/2014/main" id="{4C6C8DD7-E181-3945-DE67-F243DBAB5DE2}"/>
              </a:ext>
            </a:extLst>
          </p:cNvPr>
          <p:cNvSpPr>
            <a:spLocks noGrp="1"/>
          </p:cNvSpPr>
          <p:nvPr>
            <p:ph type="body" sz="quarter" idx="12" hasCustomPrompt="1"/>
          </p:nvPr>
        </p:nvSpPr>
        <p:spPr>
          <a:xfrm>
            <a:off x="5186363" y="5576341"/>
            <a:ext cx="2938306" cy="479685"/>
          </a:xfrm>
          <a:solidFill>
            <a:schemeClr val="accent3"/>
          </a:solidFill>
        </p:spPr>
        <p:txBody>
          <a:bodyPr lIns="216000" anchor="ctr">
            <a:normAutofit/>
          </a:bodyPr>
          <a:lstStyle>
            <a:lvl1pPr marL="0" indent="0">
              <a:buNone/>
              <a:defRPr sz="1600">
                <a:solidFill>
                  <a:srgbClr val="150359"/>
                </a:solidFill>
                <a:latin typeface="Manrope" pitchFamily="2" charset="0"/>
              </a:defRPr>
            </a:lvl1pPr>
          </a:lstStyle>
          <a:p>
            <a:pPr lvl="0"/>
            <a:r>
              <a:rPr lang="en-GB"/>
              <a:t>CONTEXT</a:t>
            </a:r>
            <a:endParaRPr lang="en-US"/>
          </a:p>
        </p:txBody>
      </p:sp>
      <p:sp>
        <p:nvSpPr>
          <p:cNvPr id="3" name="Content Placeholder 2">
            <a:extLst>
              <a:ext uri="{FF2B5EF4-FFF2-40B4-BE49-F238E27FC236}">
                <a16:creationId xmlns:a16="http://schemas.microsoft.com/office/drawing/2014/main" id="{75700892-7442-C196-A9AF-BD393FD00517}"/>
              </a:ext>
            </a:extLst>
          </p:cNvPr>
          <p:cNvSpPr>
            <a:spLocks noGrp="1"/>
          </p:cNvSpPr>
          <p:nvPr>
            <p:ph sz="quarter" idx="13" hasCustomPrompt="1"/>
          </p:nvPr>
        </p:nvSpPr>
        <p:spPr>
          <a:xfrm>
            <a:off x="5186363" y="903288"/>
            <a:ext cx="4976812" cy="3598862"/>
          </a:xfrm>
        </p:spPr>
        <p:txBody>
          <a:bodyPr>
            <a:normAutofit/>
          </a:bodyPr>
          <a:lstStyle>
            <a:lvl1pPr marL="0" indent="0">
              <a:lnSpc>
                <a:spcPct val="100000"/>
              </a:lnSpc>
              <a:buNone/>
              <a:defRPr sz="4000" b="1" i="1">
                <a:latin typeface="Playfair Display SemiBold" pitchFamily="2" charset="77"/>
              </a:defRPr>
            </a:lvl1pPr>
            <a:lvl2pPr marL="457200" indent="0">
              <a:buNone/>
              <a:defRPr b="1" i="1">
                <a:latin typeface="Playfair Display Black" pitchFamily="2" charset="77"/>
              </a:defRPr>
            </a:lvl2pPr>
            <a:lvl3pPr marL="914400" indent="0">
              <a:buNone/>
              <a:defRPr b="1" i="1">
                <a:latin typeface="Playfair Display Black" pitchFamily="2" charset="77"/>
              </a:defRPr>
            </a:lvl3pPr>
            <a:lvl4pPr marL="1371600" indent="0">
              <a:buNone/>
              <a:defRPr b="1" i="1">
                <a:latin typeface="Playfair Display Black" pitchFamily="2" charset="77"/>
              </a:defRPr>
            </a:lvl4pPr>
            <a:lvl5pPr marL="1828800" indent="0">
              <a:buNone/>
              <a:defRPr b="1" i="1">
                <a:latin typeface="Playfair Display Black" pitchFamily="2" charset="77"/>
              </a:defRPr>
            </a:lvl5pPr>
          </a:lstStyle>
          <a:p>
            <a:pPr lvl="0"/>
            <a:r>
              <a:rPr lang="en-GB"/>
              <a:t>Quote goes here</a:t>
            </a:r>
          </a:p>
        </p:txBody>
      </p:sp>
    </p:spTree>
    <p:extLst>
      <p:ext uri="{BB962C8B-B14F-4D97-AF65-F5344CB8AC3E}">
        <p14:creationId xmlns:p14="http://schemas.microsoft.com/office/powerpoint/2010/main" val="4147719745"/>
      </p:ext>
    </p:extLst>
  </p:cSld>
  <p:clrMapOvr>
    <a:overrideClrMapping bg1="dk1" tx1="lt1" bg2="dk2" tx2="lt2" accent1="accent1" accent2="accent2" accent3="accent3" accent4="accent4" accent5="accent5" accent6="accent6" hlink="hlink" folHlink="folHlink"/>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Get in touch (1)">
    <p:spTree>
      <p:nvGrpSpPr>
        <p:cNvPr id="1" name=""/>
        <p:cNvGrpSpPr/>
        <p:nvPr/>
      </p:nvGrpSpPr>
      <p:grpSpPr>
        <a:xfrm>
          <a:off x="0" y="0"/>
          <a:ext cx="0" cy="0"/>
          <a:chOff x="0" y="0"/>
          <a:chExt cx="0" cy="0"/>
        </a:xfrm>
      </p:grpSpPr>
      <p:sp>
        <p:nvSpPr>
          <p:cNvPr id="3" name="Google Shape;302;p9">
            <a:extLst>
              <a:ext uri="{FF2B5EF4-FFF2-40B4-BE49-F238E27FC236}">
                <a16:creationId xmlns:a16="http://schemas.microsoft.com/office/drawing/2014/main" id="{4CFCA3CB-482B-759F-041F-2FDAE30B9654}"/>
              </a:ext>
            </a:extLst>
          </p:cNvPr>
          <p:cNvSpPr/>
          <p:nvPr userDrawn="1"/>
        </p:nvSpPr>
        <p:spPr>
          <a:xfrm>
            <a:off x="7140283" y="3102022"/>
            <a:ext cx="2279290" cy="653956"/>
          </a:xfrm>
          <a:prstGeom prst="rect">
            <a:avLst/>
          </a:prstGeom>
          <a:noFill/>
          <a:ln>
            <a:solidFill>
              <a:schemeClr val="tx1"/>
            </a:solid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a:solidFill>
                  <a:srgbClr val="DAF0F0"/>
                </a:solidFill>
                <a:latin typeface="Manrope" pitchFamily="2" charset="0"/>
                <a:ea typeface="Poppins"/>
                <a:cs typeface="Poppins"/>
                <a:sym typeface="Poppins"/>
              </a:rPr>
              <a:t>info@zoomrx.com</a:t>
            </a:r>
            <a:endParaRPr>
              <a:latin typeface="Manrope" pitchFamily="2" charset="0"/>
            </a:endParaRPr>
          </a:p>
        </p:txBody>
      </p:sp>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2"/>
            <a:ext cx="2845547" cy="387798"/>
          </a:xfrm>
          <a:prstGeom prst="rect">
            <a:avLst/>
          </a:prstGeom>
          <a:noFill/>
        </p:spPr>
        <p:txBody>
          <a:bodyPr wrap="square" lIns="91440" tIns="0" rIns="91440" bIns="0" rtlCol="0" anchor="t">
            <a:spAutoFit/>
          </a:bodyPr>
          <a:lstStyle/>
          <a:p>
            <a:pPr algn="l" defTabSz="914400" rtl="0" eaLnBrk="1" latinLnBrk="0" hangingPunct="1">
              <a:lnSpc>
                <a:spcPct val="90000"/>
              </a:lnSpc>
              <a:spcBef>
                <a:spcPct val="0"/>
              </a:spcBef>
              <a:buClrTx/>
              <a:buFontTx/>
              <a:buNone/>
              <a:defRPr/>
            </a:pPr>
            <a:r>
              <a:rPr lang="en-US" sz="2800" b="1" i="0" kern="1200" baseline="0">
                <a:solidFill>
                  <a:schemeClr val="tx1"/>
                </a:solidFill>
                <a:latin typeface="Playfair Display Black" pitchFamily="2" charset="77"/>
                <a:ea typeface="+mj-ea"/>
                <a:cs typeface="+mj-cs"/>
              </a:rPr>
              <a:t>Get</a:t>
            </a:r>
            <a:r>
              <a:rPr lang="en-US" sz="2800" b="1" i="0" kern="1200" baseline="0" noProof="0">
                <a:solidFill>
                  <a:schemeClr val="tx1"/>
                </a:solidFill>
                <a:latin typeface="Playfair Display Black" pitchFamily="2" charset="77"/>
                <a:ea typeface="+mj-ea"/>
                <a:cs typeface="+mj-cs"/>
              </a:rPr>
              <a:t> </a:t>
            </a:r>
            <a:r>
              <a:rPr lang="en-US" sz="2800" b="1" i="0" kern="1200" baseline="0">
                <a:solidFill>
                  <a:schemeClr val="tx1"/>
                </a:solidFill>
                <a:latin typeface="Playfair Display Black" pitchFamily="2" charset="77"/>
                <a:ea typeface="+mj-ea"/>
                <a:cs typeface="+mj-cs"/>
              </a:rPr>
              <a:t>in t</a:t>
            </a:r>
            <a:r>
              <a:rPr lang="en-US" sz="2800" b="1" i="0" kern="1200" baseline="0" noProof="0">
                <a:solidFill>
                  <a:schemeClr val="tx1"/>
                </a:solidFill>
                <a:latin typeface="Playfair Display Black" pitchFamily="2" charset="77"/>
                <a:ea typeface="+mj-ea"/>
                <a:cs typeface="+mj-cs"/>
              </a:rPr>
              <a:t>ouch</a:t>
            </a:r>
            <a:endParaRPr lang="en-US" sz="2800" b="1" i="0" kern="1200" baseline="0">
              <a:solidFill>
                <a:schemeClr val="tx1"/>
              </a:solidFill>
              <a:latin typeface="Playfair Display Black" pitchFamily="2" charset="77"/>
              <a:ea typeface="+mj-ea"/>
              <a:cs typeface="+mj-cs"/>
            </a:endParaRPr>
          </a:p>
        </p:txBody>
      </p:sp>
      <p:pic>
        <p:nvPicPr>
          <p:cNvPr id="2" name="Graphic 4">
            <a:extLst>
              <a:ext uri="{FF2B5EF4-FFF2-40B4-BE49-F238E27FC236}">
                <a16:creationId xmlns:a16="http://schemas.microsoft.com/office/drawing/2014/main" id="{ACA9C858-37F8-4EA0-0D13-69531B3E8531}"/>
              </a:ext>
            </a:extLst>
          </p:cNvPr>
          <p:cNvPicPr>
            <a:picLocks noChangeAspect="1"/>
          </p:cNvPicPr>
          <p:nvPr userDrawn="1"/>
        </p:nvPicPr>
        <p:blipFill>
          <a:blip r:embed="rId2"/>
          <a:srcRect/>
          <a:stretch/>
        </p:blipFill>
        <p:spPr>
          <a:xfrm>
            <a:off x="1531963" y="1572981"/>
            <a:ext cx="4564036" cy="2996589"/>
          </a:xfrm>
          <a:prstGeom prst="rect">
            <a:avLst/>
          </a:prstGeom>
        </p:spPr>
      </p:pic>
      <p:pic>
        <p:nvPicPr>
          <p:cNvPr id="6" name="Picture 5">
            <a:extLst>
              <a:ext uri="{FF2B5EF4-FFF2-40B4-BE49-F238E27FC236}">
                <a16:creationId xmlns:a16="http://schemas.microsoft.com/office/drawing/2014/main" id="{5BEEE910-8298-E38D-9B31-1B4AA1AE8D8E}"/>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5177537" y="5593937"/>
            <a:ext cx="1836926" cy="551078"/>
          </a:xfrm>
          <a:prstGeom prst="rect">
            <a:avLst/>
          </a:prstGeom>
        </p:spPr>
      </p:pic>
    </p:spTree>
    <p:extLst>
      <p:ext uri="{BB962C8B-B14F-4D97-AF65-F5344CB8AC3E}">
        <p14:creationId xmlns:p14="http://schemas.microsoft.com/office/powerpoint/2010/main" val="14731379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Get in touch (2)">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F49CD1-52A9-4231-BEE6-0F9184D33DFD}"/>
              </a:ext>
            </a:extLst>
          </p:cNvPr>
          <p:cNvSpPr txBox="1"/>
          <p:nvPr userDrawn="1"/>
        </p:nvSpPr>
        <p:spPr>
          <a:xfrm>
            <a:off x="7053198" y="2356162"/>
            <a:ext cx="2845547" cy="387798"/>
          </a:xfrm>
          <a:prstGeom prst="rect">
            <a:avLst/>
          </a:prstGeom>
          <a:noFill/>
        </p:spPr>
        <p:txBody>
          <a:bodyPr wrap="square" lIns="91440" tIns="0" rIns="91440" bIns="0" rtlCol="0" anchor="t">
            <a:spAutoFit/>
          </a:bodyPr>
          <a:lstStyle/>
          <a:p>
            <a:pPr marL="0" algn="l" defTabSz="914400" rtl="0" eaLnBrk="1" latinLnBrk="0" hangingPunct="1">
              <a:lnSpc>
                <a:spcPct val="90000"/>
              </a:lnSpc>
              <a:spcBef>
                <a:spcPct val="0"/>
              </a:spcBef>
              <a:buClrTx/>
              <a:buFontTx/>
              <a:buNone/>
              <a:defRPr/>
            </a:pPr>
            <a:r>
              <a:rPr lang="en-US" sz="2800" b="1" i="0" kern="1200" baseline="0">
                <a:solidFill>
                  <a:schemeClr val="tx1"/>
                </a:solidFill>
                <a:latin typeface="Playfair Display Black" pitchFamily="2" charset="77"/>
                <a:ea typeface="+mj-ea"/>
                <a:cs typeface="+mj-cs"/>
              </a:rPr>
              <a:t>Get</a:t>
            </a:r>
            <a:r>
              <a:rPr lang="en-US" sz="2800" b="1" i="0" kern="1200" baseline="0" noProof="0">
                <a:solidFill>
                  <a:schemeClr val="tx1"/>
                </a:solidFill>
                <a:latin typeface="Playfair Display Black" pitchFamily="2" charset="77"/>
                <a:ea typeface="+mj-ea"/>
                <a:cs typeface="+mj-cs"/>
              </a:rPr>
              <a:t> </a:t>
            </a:r>
            <a:r>
              <a:rPr lang="en-US" sz="2800" b="1" i="0" kern="1200" baseline="0">
                <a:solidFill>
                  <a:schemeClr val="tx1"/>
                </a:solidFill>
                <a:latin typeface="Playfair Display Black" pitchFamily="2" charset="77"/>
                <a:ea typeface="+mj-ea"/>
                <a:cs typeface="+mj-cs"/>
              </a:rPr>
              <a:t>in t</a:t>
            </a:r>
            <a:r>
              <a:rPr lang="en-US" sz="2800" b="1" i="0" kern="1200" baseline="0" noProof="0">
                <a:solidFill>
                  <a:schemeClr val="tx1"/>
                </a:solidFill>
                <a:latin typeface="Playfair Display Black" pitchFamily="2" charset="77"/>
                <a:ea typeface="+mj-ea"/>
                <a:cs typeface="+mj-cs"/>
              </a:rPr>
              <a:t>ouch</a:t>
            </a:r>
            <a:endParaRPr lang="en-US" sz="2800" b="1" i="0" kern="1200" baseline="0">
              <a:solidFill>
                <a:schemeClr val="tx1"/>
              </a:solidFill>
              <a:latin typeface="Playfair Display Black" pitchFamily="2" charset="77"/>
              <a:ea typeface="+mj-ea"/>
              <a:cs typeface="+mj-cs"/>
            </a:endParaRPr>
          </a:p>
        </p:txBody>
      </p:sp>
      <p:pic>
        <p:nvPicPr>
          <p:cNvPr id="5" name="Graphic 4">
            <a:extLst>
              <a:ext uri="{FF2B5EF4-FFF2-40B4-BE49-F238E27FC236}">
                <a16:creationId xmlns:a16="http://schemas.microsoft.com/office/drawing/2014/main" id="{1DF6A125-61E2-5F97-DC80-A11AB37D9D6C}"/>
              </a:ext>
            </a:extLst>
          </p:cNvPr>
          <p:cNvPicPr>
            <a:picLocks noChangeAspect="1"/>
          </p:cNvPicPr>
          <p:nvPr userDrawn="1"/>
        </p:nvPicPr>
        <p:blipFill>
          <a:blip r:embed="rId2"/>
          <a:srcRect/>
          <a:stretch/>
        </p:blipFill>
        <p:spPr>
          <a:xfrm>
            <a:off x="1531963" y="1572981"/>
            <a:ext cx="4564036" cy="2996589"/>
          </a:xfrm>
          <a:prstGeom prst="rect">
            <a:avLst/>
          </a:prstGeom>
        </p:spPr>
      </p:pic>
      <p:cxnSp>
        <p:nvCxnSpPr>
          <p:cNvPr id="6" name="Straight Connector 5">
            <a:extLst>
              <a:ext uri="{FF2B5EF4-FFF2-40B4-BE49-F238E27FC236}">
                <a16:creationId xmlns:a16="http://schemas.microsoft.com/office/drawing/2014/main" id="{CC911A06-BA38-80F5-32E3-E057797F0F79}"/>
              </a:ext>
            </a:extLst>
          </p:cNvPr>
          <p:cNvCxnSpPr/>
          <p:nvPr userDrawn="1"/>
        </p:nvCxnSpPr>
        <p:spPr>
          <a:xfrm>
            <a:off x="7152007" y="3071275"/>
            <a:ext cx="2746738" cy="0"/>
          </a:xfrm>
          <a:prstGeom prst="line">
            <a:avLst/>
          </a:prstGeom>
          <a:ln w="6350">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Content Placeholder 8">
            <a:extLst>
              <a:ext uri="{FF2B5EF4-FFF2-40B4-BE49-F238E27FC236}">
                <a16:creationId xmlns:a16="http://schemas.microsoft.com/office/drawing/2014/main" id="{E95F49D7-4930-964F-60D3-6EBE8D724B41}"/>
              </a:ext>
            </a:extLst>
          </p:cNvPr>
          <p:cNvSpPr>
            <a:spLocks noGrp="1"/>
          </p:cNvSpPr>
          <p:nvPr>
            <p:ph sz="quarter" idx="10" hasCustomPrompt="1"/>
          </p:nvPr>
        </p:nvSpPr>
        <p:spPr>
          <a:xfrm>
            <a:off x="7152007" y="3467929"/>
            <a:ext cx="2815194" cy="369332"/>
          </a:xfrm>
          <a:noFill/>
        </p:spPr>
        <p:txBody>
          <a:bodyPr wrap="none" rtlCol="0">
            <a:spAutoFit/>
          </a:bodyPr>
          <a:lstStyle>
            <a:lvl1pPr marL="0" indent="0">
              <a:buNone/>
              <a:defRPr lang="en-GB" sz="2000" b="1" i="0" dirty="0" smtClean="0">
                <a:solidFill>
                  <a:schemeClr val="accent1"/>
                </a:solidFill>
                <a:latin typeface="Playfair Display Black" pitchFamily="2" charset="77"/>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First Name Last Name</a:t>
            </a:r>
          </a:p>
        </p:txBody>
      </p:sp>
      <p:sp>
        <p:nvSpPr>
          <p:cNvPr id="14" name="Content Placeholder 13">
            <a:extLst>
              <a:ext uri="{FF2B5EF4-FFF2-40B4-BE49-F238E27FC236}">
                <a16:creationId xmlns:a16="http://schemas.microsoft.com/office/drawing/2014/main" id="{5515009B-9282-FA15-616A-80A5ED924CCA}"/>
              </a:ext>
            </a:extLst>
          </p:cNvPr>
          <p:cNvSpPr>
            <a:spLocks noGrp="1"/>
          </p:cNvSpPr>
          <p:nvPr>
            <p:ph sz="quarter" idx="11" hasCustomPrompt="1"/>
          </p:nvPr>
        </p:nvSpPr>
        <p:spPr>
          <a:xfrm>
            <a:off x="7175453" y="4028940"/>
            <a:ext cx="2555508" cy="341632"/>
          </a:xfrm>
          <a:ln>
            <a:solidFill>
              <a:schemeClr val="tx1"/>
            </a:solidFill>
          </a:ln>
        </p:spPr>
        <p:txBody>
          <a:bodyPr anchor="ctr">
            <a:noAutofit/>
          </a:bodyPr>
          <a:lstStyle>
            <a:lvl1pPr marL="0" indent="0" algn="l">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Email goes here</a:t>
            </a:r>
            <a:endParaRPr lang="en-US"/>
          </a:p>
        </p:txBody>
      </p:sp>
      <p:pic>
        <p:nvPicPr>
          <p:cNvPr id="15" name="Picture 14">
            <a:extLst>
              <a:ext uri="{FF2B5EF4-FFF2-40B4-BE49-F238E27FC236}">
                <a16:creationId xmlns:a16="http://schemas.microsoft.com/office/drawing/2014/main" id="{767D5D12-7F80-363F-9A06-A3B9D3C668F9}"/>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5177537" y="5593937"/>
            <a:ext cx="1836926" cy="551078"/>
          </a:xfrm>
          <a:prstGeom prst="rect">
            <a:avLst/>
          </a:prstGeom>
        </p:spPr>
      </p:pic>
    </p:spTree>
    <p:extLst>
      <p:ext uri="{BB962C8B-B14F-4D97-AF65-F5344CB8AC3E}">
        <p14:creationId xmlns:p14="http://schemas.microsoft.com/office/powerpoint/2010/main" val="16966764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Get in touch (3)">
    <p:spTree>
      <p:nvGrpSpPr>
        <p:cNvPr id="1" name=""/>
        <p:cNvGrpSpPr/>
        <p:nvPr/>
      </p:nvGrpSpPr>
      <p:grpSpPr>
        <a:xfrm>
          <a:off x="0" y="0"/>
          <a:ext cx="0" cy="0"/>
          <a:chOff x="0" y="0"/>
          <a:chExt cx="0" cy="0"/>
        </a:xfrm>
      </p:grpSpPr>
      <p:pic>
        <p:nvPicPr>
          <p:cNvPr id="2" name="Picture 1" descr="A black circle with a white circle in the middle&#10;&#10;Description automatically generated">
            <a:extLst>
              <a:ext uri="{FF2B5EF4-FFF2-40B4-BE49-F238E27FC236}">
                <a16:creationId xmlns:a16="http://schemas.microsoft.com/office/drawing/2014/main" id="{F26C5CA9-D196-983D-B15B-BBC47D4B1C77}"/>
              </a:ext>
            </a:extLst>
          </p:cNvPr>
          <p:cNvPicPr>
            <a:picLocks/>
          </p:cNvPicPr>
          <p:nvPr userDrawn="1"/>
        </p:nvPicPr>
        <p:blipFill rotWithShape="1">
          <a:blip r:embed="rId2" cstate="hqprint">
            <a:extLst>
              <a:ext uri="{28A0092B-C50C-407E-A947-70E740481C1C}">
                <a14:useLocalDpi xmlns:a14="http://schemas.microsoft.com/office/drawing/2010/main"/>
              </a:ext>
            </a:extLst>
          </a:blip>
          <a:srcRect l="15978" t="7978" r="9299" b="17984"/>
          <a:stretch/>
        </p:blipFill>
        <p:spPr>
          <a:xfrm>
            <a:off x="0" y="0"/>
            <a:ext cx="8640147" cy="6858000"/>
          </a:xfrm>
          <a:prstGeom prst="rect">
            <a:avLst/>
          </a:prstGeom>
        </p:spPr>
      </p:pic>
      <p:pic>
        <p:nvPicPr>
          <p:cNvPr id="5" name="Picture 4" descr="A colorful envelope with a bell and a paper plane&#10;&#10;Description automatically generated">
            <a:extLst>
              <a:ext uri="{FF2B5EF4-FFF2-40B4-BE49-F238E27FC236}">
                <a16:creationId xmlns:a16="http://schemas.microsoft.com/office/drawing/2014/main" id="{9537D5C9-4D78-ABF1-D0CC-F31665FE599E}"/>
              </a:ext>
            </a:extLst>
          </p:cNvPr>
          <p:cNvPicPr>
            <a:picLocks noChangeAspect="1"/>
          </p:cNvPicPr>
          <p:nvPr userDrawn="1"/>
        </p:nvPicPr>
        <p:blipFill>
          <a:blip r:embed="rId3"/>
          <a:stretch>
            <a:fillRect/>
          </a:stretch>
        </p:blipFill>
        <p:spPr>
          <a:xfrm>
            <a:off x="2959171" y="151641"/>
            <a:ext cx="6456255" cy="5272608"/>
          </a:xfrm>
          <a:prstGeom prst="rect">
            <a:avLst/>
          </a:prstGeom>
        </p:spPr>
      </p:pic>
      <p:sp>
        <p:nvSpPr>
          <p:cNvPr id="3" name="TextBox 2">
            <a:extLst>
              <a:ext uri="{FF2B5EF4-FFF2-40B4-BE49-F238E27FC236}">
                <a16:creationId xmlns:a16="http://schemas.microsoft.com/office/drawing/2014/main" id="{F7027168-B0F0-CDF7-1D41-A45AFA8330BB}"/>
              </a:ext>
            </a:extLst>
          </p:cNvPr>
          <p:cNvSpPr txBox="1"/>
          <p:nvPr userDrawn="1"/>
        </p:nvSpPr>
        <p:spPr>
          <a:xfrm>
            <a:off x="4818246" y="4943139"/>
            <a:ext cx="2555508" cy="369332"/>
          </a:xfrm>
          <a:prstGeom prst="rect">
            <a:avLst/>
          </a:prstGeom>
          <a:noFill/>
        </p:spPr>
        <p:txBody>
          <a:bodyPr wrap="square">
            <a:spAutoFit/>
          </a:bodyPr>
          <a:lstStyle/>
          <a:p>
            <a:pPr algn="ctr"/>
            <a:r>
              <a:rPr lang="en-US" b="1" spc="300">
                <a:solidFill>
                  <a:schemeClr val="tx1"/>
                </a:solidFill>
                <a:latin typeface="Manrope" pitchFamily="2" charset="0"/>
              </a:rPr>
              <a:t>GET IN TOUCH</a:t>
            </a:r>
            <a:endParaRPr lang="en-US" spc="300">
              <a:solidFill>
                <a:schemeClr val="tx1"/>
              </a:solidFill>
              <a:latin typeface="Manrope" pitchFamily="2" charset="0"/>
            </a:endParaRPr>
          </a:p>
        </p:txBody>
      </p:sp>
      <p:sp>
        <p:nvSpPr>
          <p:cNvPr id="6" name="Content Placeholder 13">
            <a:extLst>
              <a:ext uri="{FF2B5EF4-FFF2-40B4-BE49-F238E27FC236}">
                <a16:creationId xmlns:a16="http://schemas.microsoft.com/office/drawing/2014/main" id="{E73B584E-849C-034C-83C9-1C95CA898CC8}"/>
              </a:ext>
            </a:extLst>
          </p:cNvPr>
          <p:cNvSpPr>
            <a:spLocks noGrp="1"/>
          </p:cNvSpPr>
          <p:nvPr>
            <p:ph sz="quarter" idx="11" hasCustomPrompt="1"/>
          </p:nvPr>
        </p:nvSpPr>
        <p:spPr>
          <a:xfrm>
            <a:off x="4818246" y="5424249"/>
            <a:ext cx="2555508" cy="607172"/>
          </a:xfrm>
          <a:solidFill>
            <a:schemeClr val="accent1"/>
          </a:solidFill>
          <a:ln>
            <a:noFill/>
          </a:ln>
        </p:spPr>
        <p:txBody>
          <a:bodyPr anchor="ctr">
            <a:noAutofit/>
          </a:bodyPr>
          <a:lstStyle>
            <a:lvl1pPr marL="0" indent="0" algn="ctr">
              <a:buNone/>
              <a:defRPr sz="14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Email goes here</a:t>
            </a:r>
            <a:endParaRPr lang="en-US"/>
          </a:p>
        </p:txBody>
      </p:sp>
    </p:spTree>
    <p:extLst>
      <p:ext uri="{BB962C8B-B14F-4D97-AF65-F5344CB8AC3E}">
        <p14:creationId xmlns:p14="http://schemas.microsoft.com/office/powerpoint/2010/main" val="2290188309"/>
      </p:ext>
    </p:extLst>
  </p:cSld>
  <p:clrMapOvr>
    <a:masterClrMapping/>
  </p:clrMapOvr>
  <p:transition spd="slow">
    <p:push dir="u"/>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44"/>
        <p:cNvGrpSpPr/>
        <p:nvPr/>
      </p:nvGrpSpPr>
      <p:grpSpPr>
        <a:xfrm>
          <a:off x="0" y="0"/>
          <a:ext cx="0" cy="0"/>
          <a:chOff x="0" y="0"/>
          <a:chExt cx="0" cy="0"/>
        </a:xfrm>
      </p:grpSpPr>
      <p:sp>
        <p:nvSpPr>
          <p:cNvPr id="45" name="Google Shape;45;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26389836"/>
      </p:ext>
    </p:extLst>
  </p:cSld>
  <p:clrMapOvr>
    <a:masterClrMapping/>
  </p:clrMapOvr>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51"/>
        <p:cNvGrpSpPr/>
        <p:nvPr/>
      </p:nvGrpSpPr>
      <p:grpSpPr>
        <a:xfrm>
          <a:off x="0" y="0"/>
          <a:ext cx="0" cy="0"/>
          <a:chOff x="0" y="0"/>
          <a:chExt cx="0" cy="0"/>
        </a:xfrm>
      </p:grpSpPr>
      <p:sp>
        <p:nvSpPr>
          <p:cNvPr id="52" name="Google Shape;52;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38705570"/>
      </p:ext>
    </p:extLst>
  </p:cSld>
  <p:clrMapOvr>
    <a:masterClrMapping/>
  </p:clrMapOvr>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068063264"/>
      </p:ext>
    </p:extLst>
  </p:cSld>
  <p:clrMapOvr>
    <a:masterClrMapping/>
  </p:clrMapOvr>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6"/>
          <p:cNvSpPr>
            <a:spLocks noGrp="1"/>
          </p:cNvSpPr>
          <p:nvPr>
            <p:ph type="pic" idx="2"/>
          </p:nvPr>
        </p:nvSpPr>
        <p:spPr>
          <a:xfrm>
            <a:off x="5183188" y="987425"/>
            <a:ext cx="6172200" cy="4873625"/>
          </a:xfrm>
          <a:prstGeom prst="rect">
            <a:avLst/>
          </a:prstGeom>
          <a:noFill/>
          <a:ln>
            <a:noFill/>
          </a:ln>
        </p:spPr>
      </p:sp>
      <p:sp>
        <p:nvSpPr>
          <p:cNvPr id="75" name="Google Shape;75;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6" name="Google Shape;7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7826249"/>
      </p:ext>
    </p:extLst>
  </p:cSld>
  <p:clrMapOvr>
    <a:masterClrMapping/>
  </p:clrMapOvr>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9"/>
        <p:cNvGrpSpPr/>
        <p:nvPr/>
      </p:nvGrpSpPr>
      <p:grpSpPr>
        <a:xfrm>
          <a:off x="0" y="0"/>
          <a:ext cx="0" cy="0"/>
          <a:chOff x="0" y="0"/>
          <a:chExt cx="0" cy="0"/>
        </a:xfrm>
      </p:grpSpPr>
      <p:sp>
        <p:nvSpPr>
          <p:cNvPr id="80" name="Google Shape;8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45366926"/>
      </p:ext>
    </p:extLst>
  </p:cSld>
  <p:clrMapOvr>
    <a:masterClrMapping/>
  </p:clrMapOvr>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5"/>
        <p:cNvGrpSpPr/>
        <p:nvPr/>
      </p:nvGrpSpPr>
      <p:grpSpPr>
        <a:xfrm>
          <a:off x="0" y="0"/>
          <a:ext cx="0" cy="0"/>
          <a:chOff x="0" y="0"/>
          <a:chExt cx="0" cy="0"/>
        </a:xfrm>
      </p:grpSpPr>
      <p:sp>
        <p:nvSpPr>
          <p:cNvPr id="86" name="Google Shape;86;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3770859"/>
      </p:ext>
    </p:extLst>
  </p:cSld>
  <p:clrMapOvr>
    <a:masterClrMapping/>
  </p:clrMapOvr>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Generic Cov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562B4-44AE-0EDA-763F-F6974A9DB574}"/>
              </a:ext>
            </a:extLst>
          </p:cNvPr>
          <p:cNvSpPr>
            <a:spLocks noGrp="1"/>
          </p:cNvSpPr>
          <p:nvPr>
            <p:ph type="ctrTitle"/>
          </p:nvPr>
        </p:nvSpPr>
        <p:spPr>
          <a:xfrm>
            <a:off x="1031631" y="1155120"/>
            <a:ext cx="4067907" cy="1175359"/>
          </a:xfrm>
        </p:spPr>
        <p:txBody>
          <a:bodyPr anchor="b">
            <a:noAutofit/>
          </a:bodyPr>
          <a:lstStyle>
            <a:lvl1pPr algn="l" defTabSz="914400" rtl="0" eaLnBrk="1" latinLnBrk="0" hangingPunct="1">
              <a:lnSpc>
                <a:spcPct val="100000"/>
              </a:lnSpc>
              <a:spcBef>
                <a:spcPct val="0"/>
              </a:spcBef>
              <a:buNone/>
              <a:defRPr lang="en-US" sz="36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85DCB25-99FC-6576-9C85-387233443AEF}"/>
              </a:ext>
            </a:extLst>
          </p:cNvPr>
          <p:cNvSpPr>
            <a:spLocks noGrp="1"/>
          </p:cNvSpPr>
          <p:nvPr>
            <p:ph type="subTitle" idx="1"/>
          </p:nvPr>
        </p:nvSpPr>
        <p:spPr>
          <a:xfrm>
            <a:off x="1031632" y="2633755"/>
            <a:ext cx="3892060" cy="656746"/>
          </a:xfrm>
        </p:spPr>
        <p:txBody>
          <a:bodyPr>
            <a:noAutofit/>
          </a:bodyPr>
          <a:lstStyle>
            <a:lvl1pPr marL="0" indent="0" algn="l">
              <a:lnSpc>
                <a:spcPct val="100000"/>
              </a:lnSpc>
              <a:buNone/>
              <a:defRPr sz="1600" b="0" i="0">
                <a:latin typeface="Manrop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B513244B-5D39-4D3A-DB1E-EAED04E24C71}"/>
              </a:ext>
            </a:extLst>
          </p:cNvPr>
          <p:cNvSpPr>
            <a:spLocks noGrp="1"/>
          </p:cNvSpPr>
          <p:nvPr>
            <p:ph type="body" sz="quarter" idx="10" hasCustomPrompt="1"/>
          </p:nvPr>
        </p:nvSpPr>
        <p:spPr>
          <a:xfrm>
            <a:off x="1031631" y="3624332"/>
            <a:ext cx="1633781" cy="258532"/>
          </a:xfrm>
          <a:noFill/>
        </p:spPr>
        <p:txBody>
          <a:bodyPr wrap="none" rtlCol="0">
            <a:spAutoFit/>
          </a:bodyPr>
          <a:lstStyle>
            <a:lvl1pPr marL="0" indent="0">
              <a:buNone/>
              <a:defRPr lang="en-GB" sz="1200" b="1" spc="300" dirty="0" smtClean="0">
                <a:solidFill>
                  <a:srgbClr val="5C5C7D"/>
                </a:solidFill>
              </a:defRPr>
            </a:lvl1pPr>
            <a:lvl2pPr marL="228600" indent="0">
              <a:buNone/>
              <a:defRPr lang="en-GB" sz="1800" dirty="0" smtClean="0">
                <a:latin typeface="+mn-lt"/>
              </a:defRPr>
            </a:lvl2pPr>
            <a:lvl3pPr>
              <a:defRPr lang="en-GB" sz="1800" dirty="0" smtClean="0">
                <a:latin typeface="+mn-lt"/>
              </a:defRPr>
            </a:lvl3pPr>
            <a:lvl4pPr>
              <a:defRPr lang="en-GB" sz="1800" dirty="0" smtClean="0">
                <a:latin typeface="+mn-lt"/>
              </a:defRPr>
            </a:lvl4pPr>
            <a:lvl5pPr>
              <a:defRPr lang="en-US" sz="1800" dirty="0">
                <a:latin typeface="+mn-lt"/>
              </a:defRPr>
            </a:lvl5pPr>
          </a:lstStyle>
          <a:p>
            <a:pPr marL="0" lvl="0"/>
            <a:r>
              <a:rPr lang="en-GB"/>
              <a:t>MONTH, YEAR</a:t>
            </a:r>
          </a:p>
        </p:txBody>
      </p:sp>
      <p:pic>
        <p:nvPicPr>
          <p:cNvPr id="15" name="Picture 14">
            <a:extLst>
              <a:ext uri="{FF2B5EF4-FFF2-40B4-BE49-F238E27FC236}">
                <a16:creationId xmlns:a16="http://schemas.microsoft.com/office/drawing/2014/main" id="{9F68B4BC-6974-1D9F-2F3B-FC5CA5699E5F}"/>
              </a:ext>
            </a:extLst>
          </p:cNvPr>
          <p:cNvPicPr>
            <a:picLocks noChangeAspect="1"/>
          </p:cNvPicPr>
          <p:nvPr userDrawn="1"/>
        </p:nvPicPr>
        <p:blipFill>
          <a:blip r:embed="rId2"/>
          <a:srcRect/>
          <a:stretch/>
        </p:blipFill>
        <p:spPr>
          <a:xfrm>
            <a:off x="5683250" y="0"/>
            <a:ext cx="6508750" cy="6858000"/>
          </a:xfrm>
          <a:prstGeom prst="rect">
            <a:avLst/>
          </a:prstGeom>
        </p:spPr>
      </p:pic>
    </p:spTree>
    <p:extLst>
      <p:ext uri="{BB962C8B-B14F-4D97-AF65-F5344CB8AC3E}">
        <p14:creationId xmlns:p14="http://schemas.microsoft.com/office/powerpoint/2010/main" val="284113619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Title and Single Colum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279A94-C69A-43F9-8E03-E4E75E598CFD}"/>
              </a:ext>
            </a:extLst>
          </p:cNvPr>
          <p:cNvSpPr/>
          <p:nvPr userDrawn="1"/>
        </p:nvSpPr>
        <p:spPr>
          <a:xfrm>
            <a:off x="0" y="0"/>
            <a:ext cx="12192000" cy="1195754"/>
          </a:xfrm>
          <a:prstGeom prst="rect">
            <a:avLst/>
          </a:prstGeom>
          <a:gradFill flip="none" rotWithShape="1">
            <a:gsLst>
              <a:gs pos="14000">
                <a:srgbClr val="1E41EB">
                  <a:alpha val="15000"/>
                </a:srgb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59CCB-83B9-17E8-586E-8607306DE61D}"/>
              </a:ext>
            </a:extLst>
          </p:cNvPr>
          <p:cNvSpPr>
            <a:spLocks noGrp="1"/>
          </p:cNvSpPr>
          <p:nvPr>
            <p:ph type="title"/>
          </p:nvPr>
        </p:nvSpPr>
        <p:spPr/>
        <p:txBody>
          <a:bodyPr>
            <a:normAutofit/>
          </a:bodyPr>
          <a:lstStyle>
            <a:lvl1pPr algn="ctr" defTabSz="914400" rtl="0" eaLnBrk="1" latinLnBrk="0" hangingPunct="1">
              <a:lnSpc>
                <a:spcPct val="100000"/>
              </a:lnSpc>
              <a:spcBef>
                <a:spcPct val="0"/>
              </a:spcBef>
              <a:buNone/>
              <a:defRPr lang="en-US" sz="2800" b="1" i="0" kern="1200" baseline="0" dirty="0">
                <a:solidFill>
                  <a:schemeClr val="tx1"/>
                </a:solidFill>
                <a:latin typeface="Playfair Display Black" pitchFamily="2" charset="77"/>
                <a:ea typeface="+mj-ea"/>
                <a:cs typeface="+mj-cs"/>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7AEF02D-E137-57F7-7128-DA348750CF17}"/>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78185895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28D1B20-F998-0547-A0EC-E7AC198CF515}"/>
              </a:ext>
            </a:extLst>
          </p:cNvPr>
          <p:cNvSpPr>
            <a:spLocks noGrp="1"/>
          </p:cNvSpPr>
          <p:nvPr>
            <p:ph type="title" hasCustomPrompt="1"/>
          </p:nvPr>
        </p:nvSpPr>
        <p:spPr>
          <a:xfrm>
            <a:off x="533400" y="620257"/>
            <a:ext cx="10515600" cy="665459"/>
          </a:xfrm>
          <a:prstGeom prst="rect">
            <a:avLst/>
          </a:prstGeom>
        </p:spPr>
        <p:txBody>
          <a:bodyPr anchor="t"/>
          <a:lstStyle>
            <a:lvl1pPr>
              <a:defRPr sz="3600">
                <a:solidFill>
                  <a:schemeClr val="accent3"/>
                </a:solidFill>
              </a:defRPr>
            </a:lvl1pPr>
          </a:lstStyle>
          <a:p>
            <a:r>
              <a:rPr lang="en-US"/>
              <a:t>Click to Insert Headline Text</a:t>
            </a:r>
          </a:p>
        </p:txBody>
      </p:sp>
      <p:sp>
        <p:nvSpPr>
          <p:cNvPr id="7" name="Text Placeholder 44">
            <a:extLst>
              <a:ext uri="{FF2B5EF4-FFF2-40B4-BE49-F238E27FC236}">
                <a16:creationId xmlns:a16="http://schemas.microsoft.com/office/drawing/2014/main" id="{88480D3D-C788-234E-8C06-9CFA9D475D7D}"/>
              </a:ext>
            </a:extLst>
          </p:cNvPr>
          <p:cNvSpPr>
            <a:spLocks noGrp="1"/>
          </p:cNvSpPr>
          <p:nvPr>
            <p:ph type="body" sz="quarter" idx="11" hasCustomPrompt="1"/>
          </p:nvPr>
        </p:nvSpPr>
        <p:spPr>
          <a:xfrm>
            <a:off x="757989" y="5939818"/>
            <a:ext cx="8655686" cy="390786"/>
          </a:xfrm>
          <a:prstGeom prst="rect">
            <a:avLst/>
          </a:prstGeom>
        </p:spPr>
        <p:txBody>
          <a:bodyPr/>
          <a:lstStyle>
            <a:lvl1pPr marL="0" indent="0">
              <a:buNone/>
              <a:defRPr sz="900" b="0" i="0">
                <a:latin typeface="Arial" panose="020B0604020202020204" pitchFamily="34" charset="0"/>
                <a:cs typeface="Arial" panose="020B0604020202020204" pitchFamily="34" charset="0"/>
              </a:defRPr>
            </a:lvl1pPr>
            <a:lvl2pPr marL="457200" indent="0">
              <a:buNone/>
              <a:defRPr sz="1000"/>
            </a:lvl2pPr>
            <a:lvl3pPr marL="914400" indent="0">
              <a:buNone/>
              <a:defRPr sz="1000"/>
            </a:lvl3pPr>
            <a:lvl4pPr marL="1371600" indent="0">
              <a:buNone/>
              <a:defRPr sz="1000"/>
            </a:lvl4pPr>
            <a:lvl5pPr marL="1828800" indent="0">
              <a:buNone/>
              <a:defRPr sz="1000"/>
            </a:lvl5pPr>
          </a:lstStyle>
          <a:p>
            <a:r>
              <a:rPr lang="en-US" b="1"/>
              <a:t>References: 1. Click to Insert</a:t>
            </a:r>
            <a:endParaRPr lang="en-US"/>
          </a:p>
        </p:txBody>
      </p:sp>
    </p:spTree>
    <p:extLst>
      <p:ext uri="{BB962C8B-B14F-4D97-AF65-F5344CB8AC3E}">
        <p14:creationId xmlns:p14="http://schemas.microsoft.com/office/powerpoint/2010/main" val="3617479954"/>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2"/>
        <p:cNvGrpSpPr/>
        <p:nvPr/>
      </p:nvGrpSpPr>
      <p:grpSpPr>
        <a:xfrm>
          <a:off x="0" y="0"/>
          <a:ext cx="0" cy="0"/>
          <a:chOff x="0" y="0"/>
          <a:chExt cx="0" cy="0"/>
        </a:xfrm>
      </p:grpSpPr>
      <p:sp>
        <p:nvSpPr>
          <p:cNvPr id="33" name="Google Shape;3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17222218"/>
      </p:ext>
    </p:extLst>
  </p:cSld>
  <p:clrMapOvr>
    <a:masterClrMapping/>
  </p:clrMapOvr>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1_Blank" type="obj">
  <p:cSld name="1_Blank">
    <p:spTree>
      <p:nvGrpSpPr>
        <p:cNvPr id="1" name="Shape 16"/>
        <p:cNvGrpSpPr/>
        <p:nvPr/>
      </p:nvGrpSpPr>
      <p:grpSpPr>
        <a:xfrm>
          <a:off x="0" y="0"/>
          <a:ext cx="0" cy="0"/>
          <a:chOff x="0" y="0"/>
          <a:chExt cx="0" cy="0"/>
        </a:xfrm>
      </p:grpSpPr>
      <p:sp>
        <p:nvSpPr>
          <p:cNvPr id="17" name="Google Shape;17;p12"/>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1800">
                <a:solidFill>
                  <a:srgbClr val="888B9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8" name="Google Shape;18;p12"/>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a:solidFill>
                  <a:srgbClr val="888B9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 name="Google Shape;19;p12"/>
          <p:cNvSpPr txBox="1">
            <a:spLocks noGrp="1"/>
          </p:cNvSpPr>
          <p:nvPr>
            <p:ph type="sldNum" idx="12"/>
          </p:nvPr>
        </p:nvSpPr>
        <p:spPr>
          <a:xfrm>
            <a:off x="11296611" y="6217623"/>
            <a:ext cx="731600" cy="524800"/>
          </a:xfrm>
          <a:prstGeom prst="rect">
            <a:avLst/>
          </a:prstGeom>
          <a:noFill/>
          <a:ln>
            <a:noFill/>
          </a:ln>
        </p:spPr>
        <p:txBody>
          <a:bodyPr spcFirstLastPara="1" wrap="square" lIns="0" tIns="0" rIns="0" bIns="0" anchor="ctr" anchorCtr="0">
            <a:noAutofit/>
          </a:bodyPr>
          <a:lstStyle>
            <a:lvl1pPr marL="0" lvl="0" indent="0" algn="r">
              <a:buClr>
                <a:srgbClr val="888B92"/>
              </a:buClr>
              <a:buSzPts val="1333"/>
              <a:buFont typeface="Arial"/>
              <a:buNone/>
              <a:defRPr sz="1333">
                <a:solidFill>
                  <a:srgbClr val="888B92"/>
                </a:solidFill>
                <a:latin typeface="Arial"/>
                <a:ea typeface="Arial"/>
                <a:cs typeface="Arial"/>
                <a:sym typeface="Arial"/>
              </a:defRPr>
            </a:lvl1pPr>
            <a:lvl2pPr marL="0" lvl="1" indent="0" algn="r">
              <a:buClr>
                <a:srgbClr val="888B92"/>
              </a:buClr>
              <a:buSzPts val="1333"/>
              <a:buFont typeface="Arial"/>
              <a:buNone/>
              <a:defRPr sz="1333">
                <a:solidFill>
                  <a:srgbClr val="888B92"/>
                </a:solidFill>
                <a:latin typeface="Arial"/>
                <a:ea typeface="Arial"/>
                <a:cs typeface="Arial"/>
                <a:sym typeface="Arial"/>
              </a:defRPr>
            </a:lvl2pPr>
            <a:lvl3pPr marL="0" lvl="2" indent="0" algn="r">
              <a:buClr>
                <a:srgbClr val="888B92"/>
              </a:buClr>
              <a:buSzPts val="1333"/>
              <a:buFont typeface="Arial"/>
              <a:buNone/>
              <a:defRPr sz="1333">
                <a:solidFill>
                  <a:srgbClr val="888B92"/>
                </a:solidFill>
                <a:latin typeface="Arial"/>
                <a:ea typeface="Arial"/>
                <a:cs typeface="Arial"/>
                <a:sym typeface="Arial"/>
              </a:defRPr>
            </a:lvl3pPr>
            <a:lvl4pPr marL="0" lvl="3" indent="0" algn="r">
              <a:buClr>
                <a:srgbClr val="888B92"/>
              </a:buClr>
              <a:buSzPts val="1333"/>
              <a:buFont typeface="Arial"/>
              <a:buNone/>
              <a:defRPr sz="1333">
                <a:solidFill>
                  <a:srgbClr val="888B92"/>
                </a:solidFill>
                <a:latin typeface="Arial"/>
                <a:ea typeface="Arial"/>
                <a:cs typeface="Arial"/>
                <a:sym typeface="Arial"/>
              </a:defRPr>
            </a:lvl4pPr>
            <a:lvl5pPr marL="0" lvl="4" indent="0" algn="r">
              <a:buClr>
                <a:srgbClr val="888B92"/>
              </a:buClr>
              <a:buSzPts val="1333"/>
              <a:buFont typeface="Arial"/>
              <a:buNone/>
              <a:defRPr sz="1333">
                <a:solidFill>
                  <a:srgbClr val="888B92"/>
                </a:solidFill>
                <a:latin typeface="Arial"/>
                <a:ea typeface="Arial"/>
                <a:cs typeface="Arial"/>
                <a:sym typeface="Arial"/>
              </a:defRPr>
            </a:lvl5pPr>
            <a:lvl6pPr marL="0" lvl="5" indent="0" algn="r">
              <a:buClr>
                <a:srgbClr val="888B92"/>
              </a:buClr>
              <a:buSzPts val="1333"/>
              <a:buFont typeface="Arial"/>
              <a:buNone/>
              <a:defRPr sz="1333">
                <a:solidFill>
                  <a:srgbClr val="888B92"/>
                </a:solidFill>
                <a:latin typeface="Arial"/>
                <a:ea typeface="Arial"/>
                <a:cs typeface="Arial"/>
                <a:sym typeface="Arial"/>
              </a:defRPr>
            </a:lvl6pPr>
            <a:lvl7pPr marL="0" lvl="6" indent="0" algn="r">
              <a:buClr>
                <a:srgbClr val="888B92"/>
              </a:buClr>
              <a:buSzPts val="1333"/>
              <a:buFont typeface="Arial"/>
              <a:buNone/>
              <a:defRPr sz="1333">
                <a:solidFill>
                  <a:srgbClr val="888B92"/>
                </a:solidFill>
                <a:latin typeface="Arial"/>
                <a:ea typeface="Arial"/>
                <a:cs typeface="Arial"/>
                <a:sym typeface="Arial"/>
              </a:defRPr>
            </a:lvl7pPr>
            <a:lvl8pPr marL="0" lvl="7" indent="0" algn="r">
              <a:buClr>
                <a:srgbClr val="888B92"/>
              </a:buClr>
              <a:buSzPts val="1333"/>
              <a:buFont typeface="Arial"/>
              <a:buNone/>
              <a:defRPr sz="1333">
                <a:solidFill>
                  <a:srgbClr val="888B92"/>
                </a:solidFill>
                <a:latin typeface="Arial"/>
                <a:ea typeface="Arial"/>
                <a:cs typeface="Arial"/>
                <a:sym typeface="Arial"/>
              </a:defRPr>
            </a:lvl8pPr>
            <a:lvl9pPr marL="0" lvl="8" indent="0" algn="r">
              <a:buClr>
                <a:srgbClr val="888B92"/>
              </a:buClr>
              <a:buSzPts val="1333"/>
              <a:buFont typeface="Arial"/>
              <a:buNone/>
              <a:defRPr sz="1333">
                <a:solidFill>
                  <a:srgbClr val="888B92"/>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840018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cSld name="Half Slide_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548ED-1DD1-4C03-8F17-84BF4935A952}"/>
              </a:ext>
            </a:extLst>
          </p:cNvPr>
          <p:cNvSpPr>
            <a:spLocks noGrp="1"/>
          </p:cNvSpPr>
          <p:nvPr>
            <p:ph type="title"/>
          </p:nvPr>
        </p:nvSpPr>
        <p:spPr>
          <a:xfrm>
            <a:off x="413657" y="3033441"/>
            <a:ext cx="4027714" cy="2852737"/>
          </a:xfrm>
        </p:spPr>
        <p:txBody>
          <a:bodyPr anchor="t"/>
          <a:lstStyle>
            <a:lvl1pPr>
              <a:defRPr sz="3600" cap="none" baseline="0">
                <a:latin typeface="Poppins" panose="00000500000000000000" pitchFamily="2" charset="0"/>
                <a:cs typeface="Poppins"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745376450"/>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498729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Half Dark Blue">
    <p:spTree>
      <p:nvGrpSpPr>
        <p:cNvPr id="1" name=""/>
        <p:cNvGrpSpPr/>
        <p:nvPr/>
      </p:nvGrpSpPr>
      <p:grpSpPr>
        <a:xfrm>
          <a:off x="0" y="0"/>
          <a:ext cx="0" cy="0"/>
          <a:chOff x="0" y="0"/>
          <a:chExt cx="0" cy="0"/>
        </a:xfrm>
      </p:grpSpPr>
    </p:spTree>
    <p:extLst>
      <p:ext uri="{BB962C8B-B14F-4D97-AF65-F5344CB8AC3E}">
        <p14:creationId xmlns:p14="http://schemas.microsoft.com/office/powerpoint/2010/main" val="54051675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8"/>
        <p:cNvGrpSpPr/>
        <p:nvPr/>
      </p:nvGrpSpPr>
      <p:grpSpPr>
        <a:xfrm>
          <a:off x="0" y="0"/>
          <a:ext cx="0" cy="0"/>
          <a:chOff x="0" y="0"/>
          <a:chExt cx="0" cy="0"/>
        </a:xfrm>
      </p:grpSpPr>
      <p:sp>
        <p:nvSpPr>
          <p:cNvPr id="39" name="Google Shape;39;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1" name="Google Shape;4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74138023"/>
      </p:ext>
    </p:extLst>
  </p:cSld>
  <p:clrMapOvr>
    <a:masterClrMapping/>
  </p:clrMapOvr>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theme" Target="../theme/theme3.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19" Type="http://schemas.openxmlformats.org/officeDocument/2006/relationships/theme" Target="../theme/theme4.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18" Type="http://schemas.openxmlformats.org/officeDocument/2006/relationships/slideLayout" Target="../slideLayouts/slideLayout82.xml"/><Relationship Id="rId3" Type="http://schemas.openxmlformats.org/officeDocument/2006/relationships/slideLayout" Target="../slideLayouts/slideLayout67.xml"/><Relationship Id="rId21" Type="http://schemas.openxmlformats.org/officeDocument/2006/relationships/theme" Target="../theme/theme5.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slideLayout" Target="../slideLayouts/slideLayout81.xml"/><Relationship Id="rId2" Type="http://schemas.openxmlformats.org/officeDocument/2006/relationships/slideLayout" Target="../slideLayouts/slideLayout66.xml"/><Relationship Id="rId16" Type="http://schemas.openxmlformats.org/officeDocument/2006/relationships/slideLayout" Target="../slideLayouts/slideLayout80.xml"/><Relationship Id="rId20" Type="http://schemas.openxmlformats.org/officeDocument/2006/relationships/slideLayout" Target="../slideLayouts/slideLayout84.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10" Type="http://schemas.openxmlformats.org/officeDocument/2006/relationships/slideLayout" Target="../slideLayouts/slideLayout74.xml"/><Relationship Id="rId19" Type="http://schemas.openxmlformats.org/officeDocument/2006/relationships/slideLayout" Target="../slideLayouts/slideLayout83.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87.xml"/><Relationship Id="rId2" Type="http://schemas.openxmlformats.org/officeDocument/2006/relationships/slideLayout" Target="../slideLayouts/slideLayout86.xml"/><Relationship Id="rId1" Type="http://schemas.openxmlformats.org/officeDocument/2006/relationships/slideLayout" Target="../slideLayouts/slideLayout85.xml"/><Relationship Id="rId5" Type="http://schemas.openxmlformats.org/officeDocument/2006/relationships/theme" Target="../theme/theme6.xml"/><Relationship Id="rId4" Type="http://schemas.openxmlformats.org/officeDocument/2006/relationships/slideLayout" Target="../slideLayouts/slideLayout88.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91.xml"/><Relationship Id="rId7" Type="http://schemas.openxmlformats.org/officeDocument/2006/relationships/slideLayout" Target="../slideLayouts/slideLayout95.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s>
</file>

<file path=ppt/slideMasters/_rels/slideMaster8.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98.xml"/><Relationship Id="rId7" Type="http://schemas.openxmlformats.org/officeDocument/2006/relationships/theme" Target="../theme/theme8.xml"/><Relationship Id="rId2" Type="http://schemas.openxmlformats.org/officeDocument/2006/relationships/slideLayout" Target="../slideLayouts/slideLayout97.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5" Type="http://schemas.openxmlformats.org/officeDocument/2006/relationships/slideLayout" Target="../slideLayouts/slideLayout100.xml"/><Relationship Id="rId4" Type="http://schemas.openxmlformats.org/officeDocument/2006/relationships/slideLayout" Target="../slideLayouts/slideLayout99.xml"/><Relationship Id="rId9" Type="http://schemas.openxmlformats.org/officeDocument/2006/relationships/image" Target="../media/image11.emf"/></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slideLayout" Target="../slideLayouts/slideLayout114.xml"/><Relationship Id="rId18" Type="http://schemas.openxmlformats.org/officeDocument/2006/relationships/slideLayout" Target="../slideLayouts/slideLayout11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17" Type="http://schemas.openxmlformats.org/officeDocument/2006/relationships/slideLayout" Target="../slideLayouts/slideLayout118.xml"/><Relationship Id="rId2" Type="http://schemas.openxmlformats.org/officeDocument/2006/relationships/slideLayout" Target="../slideLayouts/slideLayout103.xml"/><Relationship Id="rId16" Type="http://schemas.openxmlformats.org/officeDocument/2006/relationships/slideLayout" Target="../slideLayouts/slideLayout117.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slideLayout" Target="../slideLayouts/slideLayout116.xml"/><Relationship Id="rId10" Type="http://schemas.openxmlformats.org/officeDocument/2006/relationships/slideLayout" Target="../slideLayouts/slideLayout111.xml"/><Relationship Id="rId19" Type="http://schemas.openxmlformats.org/officeDocument/2006/relationships/theme" Target="../theme/theme9.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slideLayout" Target="../slideLayouts/slideLayout11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7.xml"/><Relationship Id="rId13" Type="http://schemas.openxmlformats.org/officeDocument/2006/relationships/slideLayout" Target="../slideLayouts/slideLayout132.xml"/><Relationship Id="rId18" Type="http://schemas.openxmlformats.org/officeDocument/2006/relationships/theme" Target="../theme/theme10.xml"/><Relationship Id="rId3" Type="http://schemas.openxmlformats.org/officeDocument/2006/relationships/slideLayout" Target="../slideLayouts/slideLayout122.xml"/><Relationship Id="rId7" Type="http://schemas.openxmlformats.org/officeDocument/2006/relationships/slideLayout" Target="../slideLayouts/slideLayout126.xml"/><Relationship Id="rId12" Type="http://schemas.openxmlformats.org/officeDocument/2006/relationships/slideLayout" Target="../slideLayouts/slideLayout131.xml"/><Relationship Id="rId17" Type="http://schemas.openxmlformats.org/officeDocument/2006/relationships/slideLayout" Target="../slideLayouts/slideLayout136.xml"/><Relationship Id="rId2" Type="http://schemas.openxmlformats.org/officeDocument/2006/relationships/slideLayout" Target="../slideLayouts/slideLayout121.xml"/><Relationship Id="rId16" Type="http://schemas.openxmlformats.org/officeDocument/2006/relationships/slideLayout" Target="../slideLayouts/slideLayout135.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5" Type="http://schemas.openxmlformats.org/officeDocument/2006/relationships/slideLayout" Target="../slideLayouts/slideLayout124.xml"/><Relationship Id="rId15" Type="http://schemas.openxmlformats.org/officeDocument/2006/relationships/slideLayout" Target="../slideLayouts/slideLayout134.xml"/><Relationship Id="rId10" Type="http://schemas.openxmlformats.org/officeDocument/2006/relationships/slideLayout" Target="../slideLayouts/slideLayout129.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14" Type="http://schemas.openxmlformats.org/officeDocument/2006/relationships/slideLayout" Target="../slideLayouts/slideLayout133.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44.xml"/><Relationship Id="rId13" Type="http://schemas.openxmlformats.org/officeDocument/2006/relationships/slideLayout" Target="../slideLayouts/slideLayout149.xml"/><Relationship Id="rId3" Type="http://schemas.openxmlformats.org/officeDocument/2006/relationships/slideLayout" Target="../slideLayouts/slideLayout139.xml"/><Relationship Id="rId7" Type="http://schemas.openxmlformats.org/officeDocument/2006/relationships/slideLayout" Target="../slideLayouts/slideLayout143.xml"/><Relationship Id="rId12" Type="http://schemas.openxmlformats.org/officeDocument/2006/relationships/slideLayout" Target="../slideLayouts/slideLayout148.xml"/><Relationship Id="rId2" Type="http://schemas.openxmlformats.org/officeDocument/2006/relationships/slideLayout" Target="../slideLayouts/slideLayout138.xml"/><Relationship Id="rId16" Type="http://schemas.openxmlformats.org/officeDocument/2006/relationships/theme" Target="../theme/theme11.xml"/><Relationship Id="rId1" Type="http://schemas.openxmlformats.org/officeDocument/2006/relationships/slideLayout" Target="../slideLayouts/slideLayout137.xml"/><Relationship Id="rId6" Type="http://schemas.openxmlformats.org/officeDocument/2006/relationships/slideLayout" Target="../slideLayouts/slideLayout142.xml"/><Relationship Id="rId11" Type="http://schemas.openxmlformats.org/officeDocument/2006/relationships/slideLayout" Target="../slideLayouts/slideLayout147.xml"/><Relationship Id="rId5" Type="http://schemas.openxmlformats.org/officeDocument/2006/relationships/slideLayout" Target="../slideLayouts/slideLayout141.xml"/><Relationship Id="rId15" Type="http://schemas.openxmlformats.org/officeDocument/2006/relationships/slideLayout" Target="../slideLayouts/slideLayout151.xml"/><Relationship Id="rId10" Type="http://schemas.openxmlformats.org/officeDocument/2006/relationships/slideLayout" Target="../slideLayouts/slideLayout146.xml"/><Relationship Id="rId4" Type="http://schemas.openxmlformats.org/officeDocument/2006/relationships/slideLayout" Target="../slideLayouts/slideLayout140.xml"/><Relationship Id="rId9" Type="http://schemas.openxmlformats.org/officeDocument/2006/relationships/slideLayout" Target="../slideLayouts/slideLayout145.xml"/><Relationship Id="rId14" Type="http://schemas.openxmlformats.org/officeDocument/2006/relationships/slideLayout" Target="../slideLayouts/slideLayout1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604359-6307-461D-8BDE-109112716B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C1D463-757A-CFC4-A597-3489FE7B34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27957F-D764-F385-EB7A-6125E6F87F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E6D468-3B79-45DC-B915-29B9DB04B0BE}" type="datetimeFigureOut">
              <a:rPr lang="en-US" smtClean="0"/>
              <a:t>2/3/2026</a:t>
            </a:fld>
            <a:endParaRPr lang="en-US"/>
          </a:p>
        </p:txBody>
      </p:sp>
      <p:sp>
        <p:nvSpPr>
          <p:cNvPr id="5" name="Footer Placeholder 4">
            <a:extLst>
              <a:ext uri="{FF2B5EF4-FFF2-40B4-BE49-F238E27FC236}">
                <a16:creationId xmlns:a16="http://schemas.microsoft.com/office/drawing/2014/main" id="{2E96E895-78D9-2726-D994-8DFDDF0B51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949D52-28D2-FE10-4102-D6030D532C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F98C24-D7E0-44E2-8DA2-7552C7FD7401}" type="slidenum">
              <a:rPr lang="en-US" smtClean="0"/>
              <a:t>‹#›</a:t>
            </a:fld>
            <a:endParaRPr lang="en-US"/>
          </a:p>
        </p:txBody>
      </p:sp>
    </p:spTree>
    <p:extLst>
      <p:ext uri="{BB962C8B-B14F-4D97-AF65-F5344CB8AC3E}">
        <p14:creationId xmlns:p14="http://schemas.microsoft.com/office/powerpoint/2010/main" val="34912753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31369A-36A0-E372-1FA0-D86755D52775}"/>
              </a:ext>
            </a:extLst>
          </p:cNvPr>
          <p:cNvSpPr>
            <a:spLocks noGrp="1"/>
          </p:cNvSpPr>
          <p:nvPr>
            <p:ph type="title"/>
          </p:nvPr>
        </p:nvSpPr>
        <p:spPr>
          <a:xfrm>
            <a:off x="838200" y="365126"/>
            <a:ext cx="10515600" cy="736844"/>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892698F-CA91-48BC-078E-B170F5A8F8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38723332"/>
      </p:ext>
    </p:extLst>
  </p:cSld>
  <p:clrMap bg1="dk1" tx1="lt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Lst>
  <p:txStyles>
    <p:titleStyle>
      <a:lvl1pPr algn="ctr" defTabSz="914400" rtl="0" eaLnBrk="1" latinLnBrk="0" hangingPunct="1">
        <a:lnSpc>
          <a:spcPct val="100000"/>
        </a:lnSpc>
        <a:spcBef>
          <a:spcPct val="0"/>
        </a:spcBef>
        <a:buNone/>
        <a:defRPr sz="2800" b="1" i="0" kern="1200" baseline="0">
          <a:solidFill>
            <a:schemeClr val="tx1"/>
          </a:solidFill>
          <a:latin typeface="Playfair Display Black"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chemeClr val="tx1"/>
          </a:solidFill>
          <a:latin typeface="Manrop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anrop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anrope"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anrope"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Manrope"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31369A-36A0-E372-1FA0-D86755D52775}"/>
              </a:ext>
            </a:extLst>
          </p:cNvPr>
          <p:cNvSpPr>
            <a:spLocks noGrp="1"/>
          </p:cNvSpPr>
          <p:nvPr>
            <p:ph type="title"/>
          </p:nvPr>
        </p:nvSpPr>
        <p:spPr>
          <a:xfrm>
            <a:off x="838200" y="365126"/>
            <a:ext cx="10515600" cy="736844"/>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892698F-CA91-48BC-078E-B170F5A8F8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347243329"/>
      </p:ext>
    </p:extLst>
  </p:cSld>
  <p:clrMap bg1="dk1" tx1="lt1" bg2="dk2" tx2="lt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Lst>
  <p:txStyles>
    <p:titleStyle>
      <a:lvl1pPr algn="ctr" defTabSz="914400" rtl="0" eaLnBrk="1" latinLnBrk="0" hangingPunct="1">
        <a:lnSpc>
          <a:spcPct val="100000"/>
        </a:lnSpc>
        <a:spcBef>
          <a:spcPct val="0"/>
        </a:spcBef>
        <a:buNone/>
        <a:defRPr sz="2800" b="1" i="0" kern="1200" baseline="0">
          <a:solidFill>
            <a:schemeClr val="tx1"/>
          </a:solidFill>
          <a:latin typeface="Playfair Display Black"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chemeClr val="tx1"/>
          </a:solidFill>
          <a:latin typeface="Manrop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anrop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anrope"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anrope"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Manrope"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31369A-36A0-E372-1FA0-D86755D52775}"/>
              </a:ext>
            </a:extLst>
          </p:cNvPr>
          <p:cNvSpPr>
            <a:spLocks noGrp="1"/>
          </p:cNvSpPr>
          <p:nvPr>
            <p:ph type="title"/>
          </p:nvPr>
        </p:nvSpPr>
        <p:spPr>
          <a:xfrm>
            <a:off x="838200" y="365126"/>
            <a:ext cx="10515600" cy="736844"/>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892698F-CA91-48BC-078E-B170F5A8F8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45078793"/>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 id="2147483758" r:id="rId18"/>
  </p:sldLayoutIdLst>
  <p:txStyles>
    <p:titleStyle>
      <a:lvl1pPr algn="ctr" defTabSz="914400" rtl="0" eaLnBrk="1" latinLnBrk="0" hangingPunct="1">
        <a:lnSpc>
          <a:spcPct val="90000"/>
        </a:lnSpc>
        <a:spcBef>
          <a:spcPct val="0"/>
        </a:spcBef>
        <a:buNone/>
        <a:defRPr sz="2800" b="1" i="0" kern="1200" baseline="0">
          <a:solidFill>
            <a:schemeClr val="tx1"/>
          </a:solidFill>
          <a:latin typeface="Playfair Display Black"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chemeClr val="tx1"/>
          </a:solidFill>
          <a:latin typeface="Manrop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anrop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anrope"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anrope"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Manrope"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31369A-36A0-E372-1FA0-D86755D52775}"/>
              </a:ext>
            </a:extLst>
          </p:cNvPr>
          <p:cNvSpPr>
            <a:spLocks noGrp="1"/>
          </p:cNvSpPr>
          <p:nvPr>
            <p:ph type="title"/>
          </p:nvPr>
        </p:nvSpPr>
        <p:spPr>
          <a:xfrm>
            <a:off x="838200" y="365126"/>
            <a:ext cx="10515600" cy="736844"/>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892698F-CA91-48BC-078E-B170F5A8F8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50504417"/>
      </p:ext>
    </p:extLst>
  </p:cSld>
  <p:clrMap bg1="dk1" tx1="lt1" bg2="dk2" tx2="lt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80" r:id="rId19"/>
    <p:sldLayoutId id="2147483781" r:id="rId20"/>
  </p:sldLayoutIdLst>
  <p:txStyles>
    <p:titleStyle>
      <a:lvl1pPr algn="ctr" defTabSz="914400" rtl="0" eaLnBrk="1" latinLnBrk="0" hangingPunct="1">
        <a:lnSpc>
          <a:spcPct val="100000"/>
        </a:lnSpc>
        <a:spcBef>
          <a:spcPct val="0"/>
        </a:spcBef>
        <a:buNone/>
        <a:defRPr sz="2800" b="1" i="0" kern="1200" baseline="0">
          <a:solidFill>
            <a:schemeClr val="tx1"/>
          </a:solidFill>
          <a:latin typeface="Playfair Display Black"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chemeClr val="tx1"/>
          </a:solidFill>
          <a:latin typeface="Manrop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anrop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anrope"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anrope"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Manrope"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10"/>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endParaRPr/>
          </a:p>
        </p:txBody>
      </p:sp>
      <p:sp>
        <p:nvSpPr>
          <p:cNvPr id="12" name="Google Shape;12;p1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buClr>
                <a:schemeClr val="dk2"/>
              </a:buClr>
              <a:buSzPts val="1333"/>
              <a:buFont typeface="Arial"/>
              <a:buNone/>
              <a:defRPr sz="1333" b="0" i="0" u="none" strike="noStrike" cap="none">
                <a:solidFill>
                  <a:schemeClr val="dk2"/>
                </a:solidFill>
                <a:latin typeface="Arial"/>
                <a:ea typeface="Arial"/>
                <a:cs typeface="Arial"/>
                <a:sym typeface="Arial"/>
              </a:defRPr>
            </a:lvl1pPr>
            <a:lvl2pPr marL="0" marR="0" lvl="1" indent="0" algn="r" rtl="0">
              <a:buClr>
                <a:schemeClr val="dk2"/>
              </a:buClr>
              <a:buSzPts val="1333"/>
              <a:buFont typeface="Arial"/>
              <a:buNone/>
              <a:defRPr sz="1333" b="0" i="0" u="none" strike="noStrike" cap="none">
                <a:solidFill>
                  <a:schemeClr val="dk2"/>
                </a:solidFill>
                <a:latin typeface="Arial"/>
                <a:ea typeface="Arial"/>
                <a:cs typeface="Arial"/>
                <a:sym typeface="Arial"/>
              </a:defRPr>
            </a:lvl2pPr>
            <a:lvl3pPr marL="0" marR="0" lvl="2" indent="0" algn="r" rtl="0">
              <a:buClr>
                <a:schemeClr val="dk2"/>
              </a:buClr>
              <a:buSzPts val="1333"/>
              <a:buFont typeface="Arial"/>
              <a:buNone/>
              <a:defRPr sz="1333" b="0" i="0" u="none" strike="noStrike" cap="none">
                <a:solidFill>
                  <a:schemeClr val="dk2"/>
                </a:solidFill>
                <a:latin typeface="Arial"/>
                <a:ea typeface="Arial"/>
                <a:cs typeface="Arial"/>
                <a:sym typeface="Arial"/>
              </a:defRPr>
            </a:lvl3pPr>
            <a:lvl4pPr marL="0" marR="0" lvl="3" indent="0" algn="r" rtl="0">
              <a:buClr>
                <a:schemeClr val="dk2"/>
              </a:buClr>
              <a:buSzPts val="1333"/>
              <a:buFont typeface="Arial"/>
              <a:buNone/>
              <a:defRPr sz="1333" b="0" i="0" u="none" strike="noStrike" cap="none">
                <a:solidFill>
                  <a:schemeClr val="dk2"/>
                </a:solidFill>
                <a:latin typeface="Arial"/>
                <a:ea typeface="Arial"/>
                <a:cs typeface="Arial"/>
                <a:sym typeface="Arial"/>
              </a:defRPr>
            </a:lvl4pPr>
            <a:lvl5pPr marL="0" marR="0" lvl="4" indent="0" algn="r" rtl="0">
              <a:buClr>
                <a:schemeClr val="dk2"/>
              </a:buClr>
              <a:buSzPts val="1333"/>
              <a:buFont typeface="Arial"/>
              <a:buNone/>
              <a:defRPr sz="1333" b="0" i="0" u="none" strike="noStrike" cap="none">
                <a:solidFill>
                  <a:schemeClr val="dk2"/>
                </a:solidFill>
                <a:latin typeface="Arial"/>
                <a:ea typeface="Arial"/>
                <a:cs typeface="Arial"/>
                <a:sym typeface="Arial"/>
              </a:defRPr>
            </a:lvl5pPr>
            <a:lvl6pPr marL="0" marR="0" lvl="5" indent="0" algn="r" rtl="0">
              <a:buClr>
                <a:schemeClr val="dk2"/>
              </a:buClr>
              <a:buSzPts val="1333"/>
              <a:buFont typeface="Arial"/>
              <a:buNone/>
              <a:defRPr sz="1333" b="0" i="0" u="none" strike="noStrike" cap="none">
                <a:solidFill>
                  <a:schemeClr val="dk2"/>
                </a:solidFill>
                <a:latin typeface="Arial"/>
                <a:ea typeface="Arial"/>
                <a:cs typeface="Arial"/>
                <a:sym typeface="Arial"/>
              </a:defRPr>
            </a:lvl6pPr>
            <a:lvl7pPr marL="0" marR="0" lvl="6" indent="0" algn="r" rtl="0">
              <a:buClr>
                <a:schemeClr val="dk2"/>
              </a:buClr>
              <a:buSzPts val="1333"/>
              <a:buFont typeface="Arial"/>
              <a:buNone/>
              <a:defRPr sz="1333" b="0" i="0" u="none" strike="noStrike" cap="none">
                <a:solidFill>
                  <a:schemeClr val="dk2"/>
                </a:solidFill>
                <a:latin typeface="Arial"/>
                <a:ea typeface="Arial"/>
                <a:cs typeface="Arial"/>
                <a:sym typeface="Arial"/>
              </a:defRPr>
            </a:lvl7pPr>
            <a:lvl8pPr marL="0" marR="0" lvl="7" indent="0" algn="r" rtl="0">
              <a:buClr>
                <a:schemeClr val="dk2"/>
              </a:buClr>
              <a:buSzPts val="1333"/>
              <a:buFont typeface="Arial"/>
              <a:buNone/>
              <a:defRPr sz="1333" b="0" i="0" u="none" strike="noStrike" cap="none">
                <a:solidFill>
                  <a:schemeClr val="dk2"/>
                </a:solidFill>
                <a:latin typeface="Arial"/>
                <a:ea typeface="Arial"/>
                <a:cs typeface="Arial"/>
                <a:sym typeface="Arial"/>
              </a:defRPr>
            </a:lvl8pPr>
            <a:lvl9pPr marL="0" marR="0" lvl="8" indent="0" algn="r" rtl="0">
              <a:buClr>
                <a:schemeClr val="dk2"/>
              </a:buClr>
              <a:buSzPts val="1333"/>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82275471"/>
      </p:ext>
    </p:extLst>
  </p:cSld>
  <p:clrMap bg1="lt1" tx1="dk1" bg2="dk2" tx2="lt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a:gsLst>
            <a:gs pos="100000">
              <a:schemeClr val="bg2">
                <a:lumMod val="90000"/>
                <a:lumOff val="10000"/>
              </a:schemeClr>
            </a:gs>
            <a:gs pos="0">
              <a:schemeClr val="bg1"/>
            </a:gs>
          </a:gsLst>
          <a:lin ang="0" scaled="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31369A-36A0-E372-1FA0-D86755D52775}"/>
              </a:ext>
            </a:extLst>
          </p:cNvPr>
          <p:cNvSpPr>
            <a:spLocks noGrp="1"/>
          </p:cNvSpPr>
          <p:nvPr>
            <p:ph type="title"/>
          </p:nvPr>
        </p:nvSpPr>
        <p:spPr>
          <a:xfrm>
            <a:off x="838200" y="365126"/>
            <a:ext cx="10515600" cy="736844"/>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892698F-CA91-48BC-078E-B170F5A8F8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714335887"/>
      </p:ext>
    </p:extLst>
  </p:cSld>
  <p:clrMap bg1="dk1" tx1="lt1" bg2="dk2" tx2="lt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Lst>
  <p:txStyles>
    <p:titleStyle>
      <a:lvl1pPr marL="0" algn="ctr" defTabSz="914400" rtl="0" eaLnBrk="1" latinLnBrk="0" hangingPunct="1">
        <a:lnSpc>
          <a:spcPct val="100000"/>
        </a:lnSpc>
        <a:spcBef>
          <a:spcPct val="0"/>
        </a:spcBef>
        <a:buClrTx/>
        <a:buFontTx/>
        <a:buNone/>
        <a:defRPr lang="en-US" sz="2800" b="1" i="0" kern="1200" baseline="0" dirty="0">
          <a:solidFill>
            <a:schemeClr val="tx1"/>
          </a:solidFill>
          <a:latin typeface="Playfair Display Black"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chemeClr val="tx1"/>
          </a:solidFill>
          <a:latin typeface="Manrop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anrop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anrope"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anrope"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Manrope"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userDrawn="1">
            <p:ph type="body" idx="1"/>
          </p:nvPr>
        </p:nvSpPr>
        <p:spPr bwMode="gray">
          <a:xfrm>
            <a:off x="446912" y="1801368"/>
            <a:ext cx="11295782" cy="3950208"/>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p:cNvSpPr>
            <a:spLocks noGrp="1"/>
          </p:cNvSpPr>
          <p:nvPr userDrawn="1">
            <p:ph type="title"/>
          </p:nvPr>
        </p:nvSpPr>
        <p:spPr bwMode="gray">
          <a:xfrm>
            <a:off x="446914" y="484632"/>
            <a:ext cx="11295782" cy="850392"/>
          </a:xfrm>
          <a:prstGeom prst="rect">
            <a:avLst/>
          </a:prstGeom>
        </p:spPr>
        <p:txBody>
          <a:bodyPr vert="horz" lIns="0" tIns="45720" rIns="0" bIns="45720" rtlCol="0" anchor="t" anchorCtr="0">
            <a:noAutofit/>
          </a:bodyPr>
          <a:lstStyle/>
          <a:p>
            <a:pPr lvl="0"/>
            <a:r>
              <a:rPr lang="en-US"/>
              <a:t>Click to edit Master title style</a:t>
            </a:r>
          </a:p>
        </p:txBody>
      </p:sp>
      <p:grpSp>
        <p:nvGrpSpPr>
          <p:cNvPr id="12" name="Group 11">
            <a:extLst>
              <a:ext uri="{FF2B5EF4-FFF2-40B4-BE49-F238E27FC236}">
                <a16:creationId xmlns:a16="http://schemas.microsoft.com/office/drawing/2014/main" id="{554DB309-1BC3-452B-AA12-02F70E3CF3C4}"/>
              </a:ext>
            </a:extLst>
          </p:cNvPr>
          <p:cNvGrpSpPr/>
          <p:nvPr userDrawn="1"/>
        </p:nvGrpSpPr>
        <p:grpSpPr bwMode="gray">
          <a:xfrm>
            <a:off x="446915" y="326296"/>
            <a:ext cx="587784" cy="45600"/>
            <a:chOff x="616542" y="591197"/>
            <a:chExt cx="587631" cy="45600"/>
          </a:xfrm>
        </p:grpSpPr>
        <p:sp>
          <p:nvSpPr>
            <p:cNvPr id="13" name="Google Shape;17;p2">
              <a:extLst>
                <a:ext uri="{FF2B5EF4-FFF2-40B4-BE49-F238E27FC236}">
                  <a16:creationId xmlns:a16="http://schemas.microsoft.com/office/drawing/2014/main" id="{C75766B0-97F2-444A-9E42-E0CBE795461F}"/>
                </a:ext>
              </a:extLst>
            </p:cNvPr>
            <p:cNvSpPr/>
            <p:nvPr userDrawn="1"/>
          </p:nvSpPr>
          <p:spPr bwMode="gray">
            <a:xfrm>
              <a:off x="616542" y="591197"/>
              <a:ext cx="293923" cy="45600"/>
            </a:xfrm>
            <a:prstGeom prst="rect">
              <a:avLst/>
            </a:prstGeom>
            <a:solidFill>
              <a:srgbClr val="0000C9"/>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sp>
          <p:nvSpPr>
            <p:cNvPr id="14" name="Google Shape;18;p2">
              <a:extLst>
                <a:ext uri="{FF2B5EF4-FFF2-40B4-BE49-F238E27FC236}">
                  <a16:creationId xmlns:a16="http://schemas.microsoft.com/office/drawing/2014/main" id="{05F9DAF3-DD76-41B5-93EF-0334C2738E2C}"/>
                </a:ext>
              </a:extLst>
            </p:cNvPr>
            <p:cNvSpPr/>
            <p:nvPr userDrawn="1"/>
          </p:nvSpPr>
          <p:spPr bwMode="gray">
            <a:xfrm>
              <a:off x="910250" y="591197"/>
              <a:ext cx="293923" cy="45600"/>
            </a:xfrm>
            <a:prstGeom prst="rect">
              <a:avLst/>
            </a:prstGeom>
            <a:solidFill>
              <a:srgbClr val="0095FF"/>
            </a:solidFill>
            <a:ln>
              <a:noFill/>
            </a:ln>
          </p:spPr>
          <p:txBody>
            <a:bodyPr spcFirstLastPara="1" wrap="square" lIns="121868" tIns="121868" rIns="121868" bIns="121868" anchor="ctr" anchorCtr="0">
              <a:noAutofit/>
            </a:bodyPr>
            <a:lstStyle/>
            <a:p>
              <a:pPr marL="0" lvl="0" indent="0" algn="l" rtl="0">
                <a:spcBef>
                  <a:spcPts val="0"/>
                </a:spcBef>
                <a:spcAft>
                  <a:spcPts val="0"/>
                </a:spcAft>
                <a:buNone/>
              </a:pPr>
              <a:endParaRPr sz="2487"/>
            </a:p>
          </p:txBody>
        </p:sp>
      </p:grpSp>
      <p:pic>
        <p:nvPicPr>
          <p:cNvPr id="19" name="Google Shape;53;p7">
            <a:extLst>
              <a:ext uri="{FF2B5EF4-FFF2-40B4-BE49-F238E27FC236}">
                <a16:creationId xmlns:a16="http://schemas.microsoft.com/office/drawing/2014/main" id="{F9F93DF4-D19B-46BE-B88F-8BB1DA82CA35}"/>
              </a:ext>
            </a:extLst>
          </p:cNvPr>
          <p:cNvPicPr preferRelativeResize="0">
            <a:picLocks noChangeAspect="1"/>
          </p:cNvPicPr>
          <p:nvPr userDrawn="1"/>
        </p:nvPicPr>
        <p:blipFill>
          <a:blip r:embed="rId9" cstate="email">
            <a:extLst>
              <a:ext uri="{28A0092B-C50C-407E-A947-70E740481C1C}">
                <a14:useLocalDpi xmlns:a14="http://schemas.microsoft.com/office/drawing/2010/main"/>
              </a:ext>
            </a:extLst>
          </a:blip>
          <a:srcRect t="787" b="787"/>
          <a:stretch/>
        </p:blipFill>
        <p:spPr bwMode="gray">
          <a:xfrm>
            <a:off x="446914" y="6346663"/>
            <a:ext cx="914638" cy="371811"/>
          </a:xfrm>
          <a:prstGeom prst="rect">
            <a:avLst/>
          </a:prstGeom>
          <a:noFill/>
          <a:ln>
            <a:noFill/>
          </a:ln>
        </p:spPr>
      </p:pic>
      <p:sp>
        <p:nvSpPr>
          <p:cNvPr id="11" name="Slide Number Placeholder 5">
            <a:extLst>
              <a:ext uri="{FF2B5EF4-FFF2-40B4-BE49-F238E27FC236}">
                <a16:creationId xmlns:a16="http://schemas.microsoft.com/office/drawing/2014/main" id="{146C14D5-25B9-40A9-A7B3-25F17FEDDC36}"/>
              </a:ext>
            </a:extLst>
          </p:cNvPr>
          <p:cNvSpPr txBox="1">
            <a:spLocks/>
          </p:cNvSpPr>
          <p:nvPr userDrawn="1"/>
        </p:nvSpPr>
        <p:spPr bwMode="gray">
          <a:xfrm>
            <a:off x="11466324" y="6303596"/>
            <a:ext cx="276370" cy="335382"/>
          </a:xfrm>
          <a:prstGeom prst="rect">
            <a:avLst/>
          </a:prstGeom>
        </p:spPr>
        <p:txBody>
          <a:bodyPr wrap="square" lIns="0" tIns="0" rIns="0" bIns="0" anchor="b" anchorCtr="0"/>
          <a:lstStyle>
            <a:defPPr>
              <a:defRPr lang="en-US"/>
            </a:defPPr>
            <a:lvl1pPr marL="0" algn="r" defTabSz="914400" rtl="0" eaLnBrk="1" fontAlgn="base" latinLnBrk="0" hangingPunct="1">
              <a:lnSpc>
                <a:spcPct val="90000"/>
              </a:lnSpc>
              <a:spcBef>
                <a:spcPct val="0"/>
              </a:spcBef>
              <a:spcAft>
                <a:spcPct val="0"/>
              </a:spcAft>
              <a:defRPr lang="en-US" sz="900" b="0" kern="1200" smtClean="0">
                <a:solidFill>
                  <a:schemeClr val="tx1">
                    <a:lumMod val="75000"/>
                    <a:lumOff val="2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5C0926A-889A-463A-A5EA-682F15689EEF}" type="slidenum">
              <a:rPr lang="en-US" sz="800" smtClean="0">
                <a:solidFill>
                  <a:srgbClr val="A1AAB1"/>
                </a:solidFill>
                <a:latin typeface="+mn-lt"/>
              </a:rPr>
              <a:pPr/>
              <a:t>‹#›</a:t>
            </a:fld>
            <a:endParaRPr lang="en-US" sz="800">
              <a:solidFill>
                <a:srgbClr val="A1AAB1"/>
              </a:solidFill>
              <a:latin typeface="+mn-lt"/>
            </a:endParaRPr>
          </a:p>
        </p:txBody>
      </p:sp>
      <p:sp>
        <p:nvSpPr>
          <p:cNvPr id="15" name="Google Shape;52;p7">
            <a:extLst>
              <a:ext uri="{FF2B5EF4-FFF2-40B4-BE49-F238E27FC236}">
                <a16:creationId xmlns:a16="http://schemas.microsoft.com/office/drawing/2014/main" id="{32B9580A-B465-4E15-BAF0-0919554158DC}"/>
              </a:ext>
            </a:extLst>
          </p:cNvPr>
          <p:cNvSpPr txBox="1"/>
          <p:nvPr userDrawn="1"/>
        </p:nvSpPr>
        <p:spPr bwMode="gray">
          <a:xfrm>
            <a:off x="6095999" y="6303596"/>
            <a:ext cx="5348889" cy="335382"/>
          </a:xfrm>
          <a:prstGeom prst="rect">
            <a:avLst/>
          </a:prstGeom>
          <a:noFill/>
          <a:ln>
            <a:noFill/>
          </a:ln>
        </p:spPr>
        <p:txBody>
          <a:bodyPr spcFirstLastPara="1" wrap="square" lIns="0" tIns="0" rIns="0" bIns="0" anchor="b" anchorCtr="0">
            <a:noAutofit/>
          </a:bodyPr>
          <a:lstStyle/>
          <a:p>
            <a:pPr marL="0" lvl="0" indent="0" algn="r" rtl="0">
              <a:lnSpc>
                <a:spcPct val="90000"/>
              </a:lnSpc>
              <a:spcBef>
                <a:spcPts val="0"/>
              </a:spcBef>
              <a:spcAft>
                <a:spcPts val="0"/>
              </a:spcAft>
              <a:buNone/>
            </a:pPr>
            <a:r>
              <a:rPr lang="en-GB" sz="800">
                <a:solidFill>
                  <a:srgbClr val="A1AAB1"/>
                </a:solidFill>
              </a:rPr>
              <a:t>Confidential</a:t>
            </a:r>
            <a:endParaRPr sz="800" b="1">
              <a:solidFill>
                <a:srgbClr val="A1AAB1"/>
              </a:solidFill>
            </a:endParaRPr>
          </a:p>
        </p:txBody>
      </p:sp>
      <p:sp>
        <p:nvSpPr>
          <p:cNvPr id="20" name="Text Placeholder 3">
            <a:extLst>
              <a:ext uri="{FF2B5EF4-FFF2-40B4-BE49-F238E27FC236}">
                <a16:creationId xmlns:a16="http://schemas.microsoft.com/office/drawing/2014/main" id="{405B5027-9C8E-4D3E-B630-4D23F5F13B50}"/>
              </a:ext>
            </a:extLst>
          </p:cNvPr>
          <p:cNvSpPr txBox="1">
            <a:spLocks/>
          </p:cNvSpPr>
          <p:nvPr userDrawn="1"/>
        </p:nvSpPr>
        <p:spPr bwMode="gray">
          <a:xfrm>
            <a:off x="1728666" y="6303596"/>
            <a:ext cx="4143311" cy="335382"/>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300"/>
              </a:spcBef>
              <a:buClr>
                <a:schemeClr val="tx1"/>
              </a:buClr>
              <a:buSzPct val="100000"/>
              <a:buFont typeface="Arial" panose="020B0604020202020204" pitchFamily="34" charset="0"/>
              <a:buNone/>
              <a:defRPr lang="en-US" sz="1200" kern="1200">
                <a:solidFill>
                  <a:srgbClr val="00004E"/>
                </a:solidFill>
                <a:latin typeface="+mn-lt"/>
                <a:ea typeface="+mn-ea"/>
                <a:cs typeface="+mn-cs"/>
              </a:defRPr>
            </a:lvl1pPr>
            <a:lvl2pPr marL="457200" indent="-169863" algn="l" defTabSz="914400" rtl="0" eaLnBrk="1" latinLnBrk="0" hangingPunct="1">
              <a:lnSpc>
                <a:spcPct val="90000"/>
              </a:lnSpc>
              <a:spcBef>
                <a:spcPts val="1000"/>
              </a:spcBef>
              <a:buClr>
                <a:schemeClr val="tx1"/>
              </a:buClr>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
                <a:schemeClr val="tx1"/>
              </a:buClr>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800" b="1">
                <a:solidFill>
                  <a:srgbClr val="0000C9"/>
                </a:solidFill>
              </a:rPr>
              <a:t>Business Group</a:t>
            </a:r>
            <a:r>
              <a:rPr lang="en-US" sz="800" b="0">
                <a:solidFill>
                  <a:srgbClr val="0000C9"/>
                </a:solidFill>
              </a:rPr>
              <a:t>  Business Subgroup</a:t>
            </a:r>
          </a:p>
        </p:txBody>
      </p:sp>
    </p:spTree>
    <p:custDataLst>
      <p:tags r:id="rId8"/>
    </p:custDataLst>
    <p:extLst>
      <p:ext uri="{BB962C8B-B14F-4D97-AF65-F5344CB8AC3E}">
        <p14:creationId xmlns:p14="http://schemas.microsoft.com/office/powerpoint/2010/main" val="320546169"/>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Lst>
  <p:txStyles>
    <p:titleStyle>
      <a:lvl1pPr algn="l" defTabSz="914400" rtl="0" eaLnBrk="1" latinLnBrk="0" hangingPunct="1">
        <a:lnSpc>
          <a:spcPct val="85000"/>
        </a:lnSpc>
        <a:spcBef>
          <a:spcPts val="0"/>
        </a:spcBef>
        <a:buNone/>
        <a:defRPr lang="en-US" sz="2700" b="0" kern="1200" dirty="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2000"/>
        </a:spcBef>
        <a:buClrTx/>
        <a:buSzPct val="100000"/>
        <a:buFont typeface="Arial" panose="020B0604020202020204" pitchFamily="34" charset="0"/>
        <a:buChar char="•"/>
        <a:defRPr lang="en-US" sz="2000" kern="1200" dirty="0" smtClean="0">
          <a:solidFill>
            <a:schemeClr val="tx1"/>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31369A-36A0-E372-1FA0-D86755D52775}"/>
              </a:ext>
            </a:extLst>
          </p:cNvPr>
          <p:cNvSpPr>
            <a:spLocks noGrp="1"/>
          </p:cNvSpPr>
          <p:nvPr>
            <p:ph type="title"/>
          </p:nvPr>
        </p:nvSpPr>
        <p:spPr>
          <a:xfrm>
            <a:off x="838202" y="365127"/>
            <a:ext cx="10515600" cy="736844"/>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892698F-CA91-48BC-078E-B170F5A8F8D9}"/>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063250968"/>
      </p:ext>
    </p:extLst>
  </p:cSld>
  <p:clrMap bg1="dk1" tx1="lt1" bg2="dk2" tx2="lt2" accent1="accent1" accent2="accent2" accent3="accent3" accent4="accent4" accent5="accent5" accent6="accent6" hlink="hlink" folHlink="folHlink"/>
  <p:sldLayoutIdLst>
    <p:sldLayoutId id="2147483926" r:id="rId1"/>
    <p:sldLayoutId id="2147483927" r:id="rId2"/>
    <p:sldLayoutId id="2147483928" r:id="rId3"/>
    <p:sldLayoutId id="2147483929" r:id="rId4"/>
    <p:sldLayoutId id="2147483930" r:id="rId5"/>
    <p:sldLayoutId id="2147483931" r:id="rId6"/>
    <p:sldLayoutId id="2147483932" r:id="rId7"/>
    <p:sldLayoutId id="2147483933" r:id="rId8"/>
    <p:sldLayoutId id="2147483934" r:id="rId9"/>
    <p:sldLayoutId id="2147483935" r:id="rId10"/>
    <p:sldLayoutId id="2147483936" r:id="rId11"/>
    <p:sldLayoutId id="2147483937" r:id="rId12"/>
    <p:sldLayoutId id="2147483938" r:id="rId13"/>
    <p:sldLayoutId id="2147483939" r:id="rId14"/>
    <p:sldLayoutId id="2147483940" r:id="rId15"/>
    <p:sldLayoutId id="2147483941" r:id="rId16"/>
    <p:sldLayoutId id="2147483942" r:id="rId17"/>
    <p:sldLayoutId id="2147483943" r:id="rId18"/>
  </p:sldLayoutIdLst>
  <p:txStyles>
    <p:titleStyle>
      <a:lvl1pPr algn="ctr" defTabSz="385763" rtl="0" eaLnBrk="1" latinLnBrk="0" hangingPunct="1">
        <a:lnSpc>
          <a:spcPct val="100000"/>
        </a:lnSpc>
        <a:spcBef>
          <a:spcPct val="0"/>
        </a:spcBef>
        <a:buNone/>
        <a:defRPr sz="1181" b="1" i="0" kern="1200" baseline="0">
          <a:solidFill>
            <a:schemeClr val="tx1"/>
          </a:solidFill>
          <a:latin typeface="Playfair Display Black" pitchFamily="2" charset="77"/>
          <a:ea typeface="+mj-ea"/>
          <a:cs typeface="+mj-cs"/>
        </a:defRPr>
      </a:lvl1pPr>
    </p:titleStyle>
    <p:bodyStyle>
      <a:lvl1pPr marL="96441" indent="-96441" algn="l" defTabSz="385763" rtl="0" eaLnBrk="1" latinLnBrk="0" hangingPunct="1">
        <a:lnSpc>
          <a:spcPct val="90000"/>
        </a:lnSpc>
        <a:spcBef>
          <a:spcPts val="422"/>
        </a:spcBef>
        <a:buFont typeface="Arial" panose="020B0604020202020204" pitchFamily="34" charset="0"/>
        <a:buChar char="•"/>
        <a:defRPr sz="1013" kern="1200" baseline="0">
          <a:solidFill>
            <a:schemeClr val="tx1"/>
          </a:solidFill>
          <a:latin typeface="Manrope" pitchFamily="2" charset="0"/>
          <a:ea typeface="+mn-ea"/>
          <a:cs typeface="+mn-cs"/>
        </a:defRPr>
      </a:lvl1pPr>
      <a:lvl2pPr marL="289322" indent="-96441" algn="l" defTabSz="385763" rtl="0" eaLnBrk="1" latinLnBrk="0" hangingPunct="1">
        <a:lnSpc>
          <a:spcPct val="90000"/>
        </a:lnSpc>
        <a:spcBef>
          <a:spcPts val="211"/>
        </a:spcBef>
        <a:buFont typeface="Arial" panose="020B0604020202020204" pitchFamily="34" charset="0"/>
        <a:buChar char="•"/>
        <a:defRPr sz="844" b="0" i="0" kern="1200">
          <a:solidFill>
            <a:schemeClr val="tx1"/>
          </a:solidFill>
          <a:latin typeface="Manrope" pitchFamily="2" charset="0"/>
          <a:ea typeface="+mn-ea"/>
          <a:cs typeface="+mn-cs"/>
        </a:defRPr>
      </a:lvl2pPr>
      <a:lvl3pPr marL="482204" indent="-96441" algn="l" defTabSz="385763" rtl="0" eaLnBrk="1" latinLnBrk="0" hangingPunct="1">
        <a:lnSpc>
          <a:spcPct val="90000"/>
        </a:lnSpc>
        <a:spcBef>
          <a:spcPts val="211"/>
        </a:spcBef>
        <a:buFont typeface="Arial" panose="020B0604020202020204" pitchFamily="34" charset="0"/>
        <a:buChar char="•"/>
        <a:defRPr sz="675" b="0" i="0" kern="1200">
          <a:solidFill>
            <a:schemeClr val="tx1"/>
          </a:solidFill>
          <a:latin typeface="Manrope" pitchFamily="2" charset="0"/>
          <a:ea typeface="+mn-ea"/>
          <a:cs typeface="+mn-cs"/>
        </a:defRPr>
      </a:lvl3pPr>
      <a:lvl4pPr marL="675085" indent="-96441" algn="l" defTabSz="385763" rtl="0" eaLnBrk="1" latinLnBrk="0" hangingPunct="1">
        <a:lnSpc>
          <a:spcPct val="90000"/>
        </a:lnSpc>
        <a:spcBef>
          <a:spcPts val="211"/>
        </a:spcBef>
        <a:buFont typeface="Arial" panose="020B0604020202020204" pitchFamily="34" charset="0"/>
        <a:buChar char="•"/>
        <a:defRPr sz="591" b="0" i="0" kern="1200">
          <a:solidFill>
            <a:schemeClr val="tx1"/>
          </a:solidFill>
          <a:latin typeface="Manrope" pitchFamily="2" charset="0"/>
          <a:ea typeface="+mn-ea"/>
          <a:cs typeface="+mn-cs"/>
        </a:defRPr>
      </a:lvl4pPr>
      <a:lvl5pPr marL="867966" indent="-96441" algn="l" defTabSz="385763" rtl="0" eaLnBrk="1" latinLnBrk="0" hangingPunct="1">
        <a:lnSpc>
          <a:spcPct val="90000"/>
        </a:lnSpc>
        <a:spcBef>
          <a:spcPts val="211"/>
        </a:spcBef>
        <a:buFont typeface="Arial" panose="020B0604020202020204" pitchFamily="34" charset="0"/>
        <a:buChar char="•"/>
        <a:defRPr sz="506" b="0" i="0" kern="1200">
          <a:solidFill>
            <a:schemeClr val="tx1"/>
          </a:solidFill>
          <a:latin typeface="Manrope" pitchFamily="2" charset="0"/>
          <a:ea typeface="+mn-ea"/>
          <a:cs typeface="+mn-cs"/>
        </a:defRPr>
      </a:lvl5pPr>
      <a:lvl6pPr marL="1060847"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29"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10"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491"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en-US"/>
      </a:defPPr>
      <a:lvl1pPr marL="0" algn="l" defTabSz="385763" rtl="0" eaLnBrk="1" latinLnBrk="0" hangingPunct="1">
        <a:defRPr sz="760" kern="1200">
          <a:solidFill>
            <a:schemeClr val="tx1"/>
          </a:solidFill>
          <a:latin typeface="+mn-lt"/>
          <a:ea typeface="+mn-ea"/>
          <a:cs typeface="+mn-cs"/>
        </a:defRPr>
      </a:lvl1pPr>
      <a:lvl2pPr marL="192881" algn="l" defTabSz="385763" rtl="0" eaLnBrk="1" latinLnBrk="0" hangingPunct="1">
        <a:defRPr sz="760" kern="1200">
          <a:solidFill>
            <a:schemeClr val="tx1"/>
          </a:solidFill>
          <a:latin typeface="+mn-lt"/>
          <a:ea typeface="+mn-ea"/>
          <a:cs typeface="+mn-cs"/>
        </a:defRPr>
      </a:lvl2pPr>
      <a:lvl3pPr marL="385763" algn="l" defTabSz="385763" rtl="0" eaLnBrk="1" latinLnBrk="0" hangingPunct="1">
        <a:defRPr sz="760" kern="1200">
          <a:solidFill>
            <a:schemeClr val="tx1"/>
          </a:solidFill>
          <a:latin typeface="+mn-lt"/>
          <a:ea typeface="+mn-ea"/>
          <a:cs typeface="+mn-cs"/>
        </a:defRPr>
      </a:lvl3pPr>
      <a:lvl4pPr marL="578644" algn="l" defTabSz="385763" rtl="0" eaLnBrk="1" latinLnBrk="0" hangingPunct="1">
        <a:defRPr sz="760" kern="1200">
          <a:solidFill>
            <a:schemeClr val="tx1"/>
          </a:solidFill>
          <a:latin typeface="+mn-lt"/>
          <a:ea typeface="+mn-ea"/>
          <a:cs typeface="+mn-cs"/>
        </a:defRPr>
      </a:lvl4pPr>
      <a:lvl5pPr marL="771525" algn="l" defTabSz="385763" rtl="0" eaLnBrk="1" latinLnBrk="0" hangingPunct="1">
        <a:defRPr sz="760" kern="1200">
          <a:solidFill>
            <a:schemeClr val="tx1"/>
          </a:solidFill>
          <a:latin typeface="+mn-lt"/>
          <a:ea typeface="+mn-ea"/>
          <a:cs typeface="+mn-cs"/>
        </a:defRPr>
      </a:lvl5pPr>
      <a:lvl6pPr marL="964406" algn="l" defTabSz="385763" rtl="0" eaLnBrk="1" latinLnBrk="0" hangingPunct="1">
        <a:defRPr sz="760" kern="1200">
          <a:solidFill>
            <a:schemeClr val="tx1"/>
          </a:solidFill>
          <a:latin typeface="+mn-lt"/>
          <a:ea typeface="+mn-ea"/>
          <a:cs typeface="+mn-cs"/>
        </a:defRPr>
      </a:lvl6pPr>
      <a:lvl7pPr marL="1157288" algn="l" defTabSz="385763" rtl="0" eaLnBrk="1" latinLnBrk="0" hangingPunct="1">
        <a:defRPr sz="760" kern="1200">
          <a:solidFill>
            <a:schemeClr val="tx1"/>
          </a:solidFill>
          <a:latin typeface="+mn-lt"/>
          <a:ea typeface="+mn-ea"/>
          <a:cs typeface="+mn-cs"/>
        </a:defRPr>
      </a:lvl7pPr>
      <a:lvl8pPr marL="1350169" algn="l" defTabSz="385763" rtl="0" eaLnBrk="1" latinLnBrk="0" hangingPunct="1">
        <a:defRPr sz="760" kern="1200">
          <a:solidFill>
            <a:schemeClr val="tx1"/>
          </a:solidFill>
          <a:latin typeface="+mn-lt"/>
          <a:ea typeface="+mn-ea"/>
          <a:cs typeface="+mn-cs"/>
        </a:defRPr>
      </a:lvl8pPr>
      <a:lvl9pPr marL="1543050" algn="l" defTabSz="385763" rtl="0" eaLnBrk="1" latinLnBrk="0" hangingPunct="1">
        <a:defRPr sz="76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31369A-36A0-E372-1FA0-D86755D52775}"/>
              </a:ext>
            </a:extLst>
          </p:cNvPr>
          <p:cNvSpPr>
            <a:spLocks noGrp="1"/>
          </p:cNvSpPr>
          <p:nvPr>
            <p:ph type="title"/>
          </p:nvPr>
        </p:nvSpPr>
        <p:spPr>
          <a:xfrm>
            <a:off x="838200" y="365126"/>
            <a:ext cx="10515600" cy="736844"/>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892698F-CA91-48BC-078E-B170F5A8F8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29509126"/>
      </p:ext>
    </p:extLst>
  </p:cSld>
  <p:clrMap bg1="dk1" tx1="lt1" bg2="dk2" tx2="lt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54" r:id="rId10"/>
    <p:sldLayoutId id="2147483955" r:id="rId11"/>
    <p:sldLayoutId id="2147483956" r:id="rId12"/>
    <p:sldLayoutId id="2147483957" r:id="rId13"/>
    <p:sldLayoutId id="2147483958" r:id="rId14"/>
    <p:sldLayoutId id="2147483959" r:id="rId15"/>
    <p:sldLayoutId id="2147483960" r:id="rId16"/>
    <p:sldLayoutId id="2147483961" r:id="rId17"/>
  </p:sldLayoutIdLst>
  <p:txStyles>
    <p:titleStyle>
      <a:lvl1pPr algn="ctr" defTabSz="914400" rtl="0" eaLnBrk="1" latinLnBrk="0" hangingPunct="1">
        <a:lnSpc>
          <a:spcPct val="100000"/>
        </a:lnSpc>
        <a:spcBef>
          <a:spcPct val="0"/>
        </a:spcBef>
        <a:buNone/>
        <a:defRPr sz="2800" b="1" i="0" kern="1200" baseline="0">
          <a:solidFill>
            <a:schemeClr val="tx1"/>
          </a:solidFill>
          <a:latin typeface="Playfair Display Black"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chemeClr val="tx1"/>
          </a:solidFill>
          <a:latin typeface="Manrop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anrop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anrope"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anrope"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Manrope"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82769925"/>
      </p:ext>
    </p:extLst>
  </p:cSld>
  <p:clrMap bg1="lt1" tx1="dk1" bg2="dk2" tx2="lt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 id="2147483974" r:id="rId12"/>
    <p:sldLayoutId id="2147483975" r:id="rId13"/>
    <p:sldLayoutId id="2147483976" r:id="rId14"/>
    <p:sldLayoutId id="2147483977" r:id="rId15"/>
  </p:sldLayoutIdLst>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9.svg"/></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8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xml"/><Relationship Id="rId1" Type="http://schemas.openxmlformats.org/officeDocument/2006/relationships/slideLayout" Target="../slideLayouts/slideLayout84.xml"/><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image" Target="../media/image27.emf"/></Relationships>
</file>

<file path=ppt/slides/_rels/slide6.xml.rels><?xml version="1.0" encoding="UTF-8" standalone="yes"?>
<Relationships xmlns="http://schemas.openxmlformats.org/package/2006/relationships"><Relationship Id="rId3" Type="http://schemas.openxmlformats.org/officeDocument/2006/relationships/hyperlink" Target="https://www.zoomrx.com/sagan/?video=dynamicdialogues" TargetMode="External"/><Relationship Id="rId2" Type="http://schemas.openxmlformats.org/officeDocument/2006/relationships/notesSlide" Target="../notesSlides/notesSlide5.xml"/><Relationship Id="rId1" Type="http://schemas.openxmlformats.org/officeDocument/2006/relationships/slideLayout" Target="../slideLayouts/slideLayout8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101.xml"/><Relationship Id="rId5" Type="http://schemas.openxmlformats.org/officeDocument/2006/relationships/image" Target="../media/image35.png"/><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84.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8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85.xml"/><Relationship Id="rId5" Type="http://schemas.openxmlformats.org/officeDocument/2006/relationships/image" Target="../media/image49.png"/><Relationship Id="rId4"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7.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mailto:nicholas.fleishman@zoomrx.com" TargetMode="External"/><Relationship Id="rId1" Type="http://schemas.openxmlformats.org/officeDocument/2006/relationships/slideLayout" Target="../slideLayouts/slideLayout7.xml"/><Relationship Id="rId4" Type="http://schemas.openxmlformats.org/officeDocument/2006/relationships/image" Target="../media/image51.svg"/></Relationships>
</file>

<file path=ppt/slides/_rels/slide17.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01.xml"/><Relationship Id="rId5" Type="http://schemas.openxmlformats.org/officeDocument/2006/relationships/image" Target="../media/image35.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01.xml"/><Relationship Id="rId5" Type="http://schemas.openxmlformats.org/officeDocument/2006/relationships/image" Target="../media/image35.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EC2218-D91E-95C8-56C2-65D93CB9DC74}"/>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CA72C3F3-F3AC-1D4D-1E0F-53CE22B6A899}"/>
              </a:ext>
            </a:extLst>
          </p:cNvPr>
          <p:cNvSpPr/>
          <p:nvPr/>
        </p:nvSpPr>
        <p:spPr>
          <a:xfrm>
            <a:off x="331793" y="1920895"/>
            <a:ext cx="6669784" cy="2554545"/>
          </a:xfrm>
          <a:prstGeom prst="rect">
            <a:avLst/>
          </a:prstGeom>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Playfair Display Black" pitchFamily="2" charset="77"/>
                <a:ea typeface="Poppins" charset="0"/>
                <a:cs typeface="Arial" panose="020B0604020202020204" pitchFamily="34" charset="0"/>
              </a:rPr>
              <a:t>Pfizer and </a:t>
            </a:r>
            <a:r>
              <a:rPr kumimoji="0" lang="en-US" sz="4000" b="1" i="0" u="none" strike="noStrike" kern="1200" cap="none" spc="0" normalizeH="0" baseline="0" noProof="0" dirty="0" err="1">
                <a:ln>
                  <a:noFill/>
                </a:ln>
                <a:solidFill>
                  <a:prstClr val="white"/>
                </a:solidFill>
                <a:effectLst/>
                <a:uLnTx/>
                <a:uFillTx/>
                <a:latin typeface="Playfair Display Black" pitchFamily="2" charset="77"/>
                <a:ea typeface="Poppins" charset="0"/>
                <a:cs typeface="Arial" panose="020B0604020202020204" pitchFamily="34" charset="0"/>
              </a:rPr>
              <a:t>ZoomRx</a:t>
            </a:r>
            <a:r>
              <a:rPr kumimoji="0" lang="en-US" sz="4000" b="1" i="0" u="none" strike="noStrike" kern="1200" cap="none" spc="0" normalizeH="0" baseline="0" noProof="0" dirty="0">
                <a:ln>
                  <a:noFill/>
                </a:ln>
                <a:solidFill>
                  <a:prstClr val="white"/>
                </a:solidFill>
                <a:effectLst/>
                <a:uLnTx/>
                <a:uFillTx/>
                <a:latin typeface="Playfair Display Black" pitchFamily="2" charset="77"/>
                <a:ea typeface="Poppins" charset="0"/>
                <a:cs typeface="Arial" panose="020B0604020202020204" pitchFamily="34" charset="0"/>
              </a:rPr>
              <a:t> –</a:t>
            </a:r>
            <a:endParaRPr kumimoji="0" lang="en-US" sz="2000" b="0" i="0" u="none" strike="noStrike" kern="1200" cap="none" spc="0" normalizeH="0" baseline="0" noProof="0" dirty="0">
              <a:ln>
                <a:noFill/>
              </a:ln>
              <a:solidFill>
                <a:prstClr val="white"/>
              </a:solidFill>
              <a:effectLst/>
              <a:uLnTx/>
              <a:uFillTx/>
              <a:latin typeface="Playfair Display Black" pitchFamily="2" charset="77"/>
              <a:ea typeface="Poppins"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Playfair Display Black" pitchFamily="2" charset="77"/>
              <a:ea typeface="Poppins"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Manrope" pitchFamily="2" charset="0"/>
                <a:ea typeface="Poppins" charset="0"/>
                <a:cs typeface="Arial" panose="020B0604020202020204" pitchFamily="34" charset="0"/>
              </a:rPr>
              <a:t>PENBRAYA ATU Pilot</a:t>
            </a: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Playfair Display Black" pitchFamily="2" charset="77"/>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lang="en-US" dirty="0">
                <a:solidFill>
                  <a:prstClr val="white"/>
                </a:solidFill>
                <a:latin typeface="Manrope" pitchFamily="2" charset="0"/>
                <a:cs typeface="Arial" panose="020B0604020202020204" pitchFamily="34" charset="0"/>
              </a:rPr>
              <a:t>January 2026</a:t>
            </a:r>
            <a:endParaRPr kumimoji="0" lang="en-US" sz="1100" i="0" u="none" strike="noStrike" kern="1200" cap="none" spc="0" normalizeH="0" baseline="0" noProof="0" dirty="0">
              <a:ln>
                <a:noFill/>
              </a:ln>
              <a:solidFill>
                <a:prstClr val="white"/>
              </a:solidFill>
              <a:effectLst/>
              <a:uLnTx/>
              <a:uFillTx/>
              <a:latin typeface="Manrope" pitchFamily="2" charset="0"/>
              <a:cs typeface="Arial" panose="020B0604020202020204" pitchFamily="34" charset="0"/>
            </a:endParaRPr>
          </a:p>
        </p:txBody>
      </p:sp>
      <p:pic>
        <p:nvPicPr>
          <p:cNvPr id="10" name="Graphic 9">
            <a:extLst>
              <a:ext uri="{FF2B5EF4-FFF2-40B4-BE49-F238E27FC236}">
                <a16:creationId xmlns:a16="http://schemas.microsoft.com/office/drawing/2014/main" id="{35CF33E2-2ABB-29A7-5880-FE6EDA97DB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1592" y="5913751"/>
            <a:ext cx="2189494" cy="394109"/>
          </a:xfrm>
          <a:prstGeom prst="rect">
            <a:avLst/>
          </a:prstGeom>
        </p:spPr>
      </p:pic>
      <p:pic>
        <p:nvPicPr>
          <p:cNvPr id="11" name="Graphic 10">
            <a:extLst>
              <a:ext uri="{FF2B5EF4-FFF2-40B4-BE49-F238E27FC236}">
                <a16:creationId xmlns:a16="http://schemas.microsoft.com/office/drawing/2014/main" id="{B3CF8D9A-017C-E613-EAFB-3D4F354ACCE7}"/>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23795" r="24604"/>
          <a:stretch/>
        </p:blipFill>
        <p:spPr>
          <a:xfrm>
            <a:off x="6666685" y="410657"/>
            <a:ext cx="4738202" cy="4846188"/>
          </a:xfrm>
          <a:prstGeom prst="rect">
            <a:avLst/>
          </a:prstGeom>
        </p:spPr>
      </p:pic>
    </p:spTree>
    <p:extLst>
      <p:ext uri="{BB962C8B-B14F-4D97-AF65-F5344CB8AC3E}">
        <p14:creationId xmlns:p14="http://schemas.microsoft.com/office/powerpoint/2010/main" val="1850097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08863-AD67-B6A5-CE72-667C36DAA9A1}"/>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ECDA9CFC-C243-316E-C305-47BB4FABD8BA}"/>
              </a:ext>
            </a:extLst>
          </p:cNvPr>
          <p:cNvSpPr/>
          <p:nvPr/>
        </p:nvSpPr>
        <p:spPr>
          <a:xfrm>
            <a:off x="0" y="0"/>
            <a:ext cx="12192000" cy="690013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white"/>
              </a:solidFill>
              <a:effectLst/>
              <a:uLnTx/>
              <a:uFillTx/>
              <a:latin typeface="Manrope" pitchFamily="2" charset="0"/>
              <a:ea typeface="+mn-ea"/>
              <a:cs typeface="+mn-cs"/>
            </a:endParaRPr>
          </a:p>
        </p:txBody>
      </p:sp>
      <p:sp>
        <p:nvSpPr>
          <p:cNvPr id="11" name="Rectangle 10">
            <a:extLst>
              <a:ext uri="{FF2B5EF4-FFF2-40B4-BE49-F238E27FC236}">
                <a16:creationId xmlns:a16="http://schemas.microsoft.com/office/drawing/2014/main" id="{6DA386B5-2D2E-4503-4F20-081DF005BA11}"/>
              </a:ext>
            </a:extLst>
          </p:cNvPr>
          <p:cNvSpPr/>
          <p:nvPr/>
        </p:nvSpPr>
        <p:spPr>
          <a:xfrm>
            <a:off x="0" y="2875185"/>
            <a:ext cx="12191999" cy="795871"/>
          </a:xfrm>
          <a:prstGeom prst="rect">
            <a:avLst/>
          </a:prstGeom>
          <a:solidFill>
            <a:schemeClr val="accent1">
              <a:lumMod val="40000"/>
              <a:lumOff val="6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 name="Picture 9" descr="A colorful compass with a black background&#10;&#10;Description automatically generated">
            <a:extLst>
              <a:ext uri="{FF2B5EF4-FFF2-40B4-BE49-F238E27FC236}">
                <a16:creationId xmlns:a16="http://schemas.microsoft.com/office/drawing/2014/main" id="{E72F1853-66E8-8164-62DF-B1708381BC31}"/>
              </a:ext>
            </a:extLst>
          </p:cNvPr>
          <p:cNvPicPr>
            <a:picLocks noChangeAspect="1"/>
          </p:cNvPicPr>
          <p:nvPr/>
        </p:nvPicPr>
        <p:blipFill>
          <a:blip r:embed="rId3"/>
          <a:stretch>
            <a:fillRect/>
          </a:stretch>
        </p:blipFill>
        <p:spPr>
          <a:xfrm>
            <a:off x="8971968" y="2845582"/>
            <a:ext cx="3043634" cy="3410237"/>
          </a:xfrm>
          <a:prstGeom prst="rect">
            <a:avLst/>
          </a:prstGeom>
        </p:spPr>
      </p:pic>
      <p:pic>
        <p:nvPicPr>
          <p:cNvPr id="16" name="Graphic 15">
            <a:extLst>
              <a:ext uri="{FF2B5EF4-FFF2-40B4-BE49-F238E27FC236}">
                <a16:creationId xmlns:a16="http://schemas.microsoft.com/office/drawing/2014/main" id="{5FD6E195-2301-426A-D4F4-B0A0D1D47A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97508" y="338331"/>
            <a:ext cx="2189494" cy="394109"/>
          </a:xfrm>
          <a:prstGeom prst="rect">
            <a:avLst/>
          </a:prstGeom>
        </p:spPr>
      </p:pic>
      <p:sp>
        <p:nvSpPr>
          <p:cNvPr id="4" name="TextBox 3">
            <a:extLst>
              <a:ext uri="{FF2B5EF4-FFF2-40B4-BE49-F238E27FC236}">
                <a16:creationId xmlns:a16="http://schemas.microsoft.com/office/drawing/2014/main" id="{336DDB87-10BF-53F3-1247-FF9EA552B75C}"/>
              </a:ext>
            </a:extLst>
          </p:cNvPr>
          <p:cNvSpPr txBox="1"/>
          <p:nvPr/>
        </p:nvSpPr>
        <p:spPr>
          <a:xfrm>
            <a:off x="76895" y="2662197"/>
            <a:ext cx="9752905" cy="1607428"/>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300000"/>
              </a:lnSpc>
              <a:spcBef>
                <a:spcPts val="0"/>
              </a:spcBef>
              <a:spcAft>
                <a:spcPts val="0"/>
              </a:spcAft>
              <a:buClrTx/>
              <a:buSzTx/>
              <a:buFontTx/>
              <a:buNone/>
              <a:tabLst/>
              <a:defRPr/>
            </a:pPr>
            <a:r>
              <a:rPr kumimoji="0" lang="en-US" sz="1800" b="0" i="0" u="none" strike="noStrike" kern="1200" cap="none" spc="300" normalizeH="0" baseline="0" noProof="0" dirty="0">
                <a:ln>
                  <a:noFill/>
                </a:ln>
                <a:solidFill>
                  <a:prstClr val="white"/>
                </a:solidFill>
                <a:effectLst/>
                <a:uLnTx/>
                <a:uFillTx/>
                <a:latin typeface="Manrope"/>
                <a:ea typeface="+mn-ea"/>
                <a:cs typeface="+mn-cs"/>
              </a:rPr>
              <a:t>1. INTRO TO ZOOMRX &amp; ATU PLATFORM</a:t>
            </a:r>
          </a:p>
          <a:p>
            <a:pPr marL="0" marR="0" lvl="0" indent="0" algn="l" defTabSz="914400" rtl="0" eaLnBrk="1" fontAlgn="auto" latinLnBrk="0" hangingPunct="1">
              <a:lnSpc>
                <a:spcPct val="300000"/>
              </a:lnSpc>
              <a:spcBef>
                <a:spcPts val="0"/>
              </a:spcBef>
              <a:spcAft>
                <a:spcPts val="0"/>
              </a:spcAft>
              <a:buClrTx/>
              <a:buSzTx/>
              <a:buFontTx/>
              <a:buNone/>
              <a:tabLst/>
              <a:defRPr/>
            </a:pPr>
            <a:r>
              <a:rPr kumimoji="0" lang="en-US" sz="1800" b="0" i="0" u="none" strike="noStrike" kern="1200" cap="none" spc="300" normalizeH="0" baseline="0" noProof="0" dirty="0">
                <a:ln>
                  <a:noFill/>
                </a:ln>
                <a:solidFill>
                  <a:prstClr val="white"/>
                </a:solidFill>
                <a:effectLst/>
                <a:uLnTx/>
                <a:uFillTx/>
                <a:latin typeface="Manrope"/>
                <a:ea typeface="+mn-ea"/>
                <a:cs typeface="+mn-cs"/>
              </a:rPr>
              <a:t>2. </a:t>
            </a:r>
            <a:r>
              <a:rPr lang="en-US" spc="300" dirty="0">
                <a:solidFill>
                  <a:prstClr val="white"/>
                </a:solidFill>
                <a:latin typeface="Manrope"/>
              </a:rPr>
              <a:t>PFIZER/ZOOMRX </a:t>
            </a:r>
            <a:r>
              <a:rPr kumimoji="0" lang="en-US" sz="1800" b="0" i="0" u="none" strike="noStrike" kern="1200" cap="none" spc="300" normalizeH="0" baseline="0" noProof="0" dirty="0">
                <a:ln>
                  <a:noFill/>
                </a:ln>
                <a:solidFill>
                  <a:prstClr val="white"/>
                </a:solidFill>
                <a:effectLst/>
                <a:uLnTx/>
                <a:uFillTx/>
                <a:latin typeface="Manrope"/>
                <a:ea typeface="+mn-ea"/>
                <a:cs typeface="+mn-cs"/>
              </a:rPr>
              <a:t>PENBRAYA ATU PILOT</a:t>
            </a:r>
          </a:p>
        </p:txBody>
      </p:sp>
      <p:sp>
        <p:nvSpPr>
          <p:cNvPr id="2" name="Title 1">
            <a:extLst>
              <a:ext uri="{FF2B5EF4-FFF2-40B4-BE49-F238E27FC236}">
                <a16:creationId xmlns:a16="http://schemas.microsoft.com/office/drawing/2014/main" id="{D16F6272-198E-C570-2980-32A88B26BE27}"/>
              </a:ext>
            </a:extLst>
          </p:cNvPr>
          <p:cNvSpPr txBox="1">
            <a:spLocks/>
          </p:cNvSpPr>
          <p:nvPr/>
        </p:nvSpPr>
        <p:spPr>
          <a:xfrm>
            <a:off x="129489" y="178981"/>
            <a:ext cx="11852797"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000" dirty="0" err="1">
                <a:solidFill>
                  <a:srgbClr val="FFFFFF"/>
                </a:solidFill>
                <a:latin typeface="Manrope" pitchFamily="2" charset="0"/>
              </a:rPr>
              <a:t>ZoomRx</a:t>
            </a:r>
            <a:r>
              <a:rPr lang="en-US" sz="2000" dirty="0">
                <a:solidFill>
                  <a:srgbClr val="FFFFFF"/>
                </a:solidFill>
                <a:latin typeface="Manrope" pitchFamily="2" charset="0"/>
              </a:rPr>
              <a:t> and Pfizer PENBRAYA ATU Pilot</a:t>
            </a:r>
            <a:endParaRPr kumimoji="0" lang="en-US" sz="2000" b="1" i="0" u="none" strike="noStrike" kern="1200" cap="none" spc="0" normalizeH="0" baseline="0" noProof="0" dirty="0">
              <a:ln>
                <a:noFill/>
              </a:ln>
              <a:solidFill>
                <a:srgbClr val="FFFFFF"/>
              </a:solidFill>
              <a:effectLst/>
              <a:uLnTx/>
              <a:uFillTx/>
              <a:latin typeface="Manrope" pitchFamily="2" charset="0"/>
              <a:ea typeface="+mj-ea"/>
              <a:cs typeface="+mj-cs"/>
            </a:endParaRPr>
          </a:p>
        </p:txBody>
      </p:sp>
    </p:spTree>
    <p:extLst>
      <p:ext uri="{BB962C8B-B14F-4D97-AF65-F5344CB8AC3E}">
        <p14:creationId xmlns:p14="http://schemas.microsoft.com/office/powerpoint/2010/main" val="4100275876"/>
      </p:ext>
    </p:extLst>
  </p:cSld>
  <p:clrMapOvr>
    <a:masterClrMapping/>
  </p:clrMapOvr>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0" name="Picture 2" descr="ZOOMRX | LinkedIn">
            <a:extLst>
              <a:ext uri="{FF2B5EF4-FFF2-40B4-BE49-F238E27FC236}">
                <a16:creationId xmlns:a16="http://schemas.microsoft.com/office/drawing/2014/main" id="{F940A35D-3871-A370-0EC8-1868E1ADDB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702" t="22463" r="21652" b="24382"/>
          <a:stretch/>
        </p:blipFill>
        <p:spPr bwMode="auto">
          <a:xfrm>
            <a:off x="3061897" y="3622380"/>
            <a:ext cx="631948" cy="582722"/>
          </a:xfrm>
          <a:prstGeom prst="rect">
            <a:avLst/>
          </a:prstGeom>
          <a:noFill/>
          <a:extLst>
            <a:ext uri="{909E8E84-426E-40DD-AFC4-6F175D3DCCD1}">
              <a14:hiddenFill xmlns:a14="http://schemas.microsoft.com/office/drawing/2010/main">
                <a:solidFill>
                  <a:srgbClr val="FFFFFF"/>
                </a:solidFill>
              </a14:hiddenFill>
            </a:ext>
          </a:extLst>
        </p:spPr>
      </p:pic>
      <p:sp>
        <p:nvSpPr>
          <p:cNvPr id="95" name="Rectangle 94">
            <a:extLst>
              <a:ext uri="{FF2B5EF4-FFF2-40B4-BE49-F238E27FC236}">
                <a16:creationId xmlns:a16="http://schemas.microsoft.com/office/drawing/2014/main" id="{035CAA62-6187-A34B-7D21-4DEFDCF86BF7}"/>
              </a:ext>
            </a:extLst>
          </p:cNvPr>
          <p:cNvSpPr/>
          <p:nvPr/>
        </p:nvSpPr>
        <p:spPr>
          <a:xfrm>
            <a:off x="0" y="0"/>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mn-cs"/>
            </a:endParaRPr>
          </a:p>
        </p:txBody>
      </p:sp>
      <p:sp>
        <p:nvSpPr>
          <p:cNvPr id="49" name="Title 1">
            <a:extLst>
              <a:ext uri="{FF2B5EF4-FFF2-40B4-BE49-F238E27FC236}">
                <a16:creationId xmlns:a16="http://schemas.microsoft.com/office/drawing/2014/main" id="{DFACDDCE-6FAE-9044-D3BE-2E0290577BF9}"/>
              </a:ext>
            </a:extLst>
          </p:cNvPr>
          <p:cNvSpPr txBox="1">
            <a:spLocks/>
          </p:cNvSpPr>
          <p:nvPr/>
        </p:nvSpPr>
        <p:spPr>
          <a:xfrm>
            <a:off x="129489" y="178981"/>
            <a:ext cx="11852797"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Manrope" pitchFamily="2" charset="0"/>
                <a:ea typeface="+mj-ea"/>
                <a:cs typeface="+mj-cs"/>
              </a:rPr>
              <a:t>ZoomRx is a global life sciences insights firm, providing end-to-end services to help our clients make better decisions</a:t>
            </a:r>
          </a:p>
        </p:txBody>
      </p:sp>
      <p:grpSp>
        <p:nvGrpSpPr>
          <p:cNvPr id="50" name="Google Shape;542;p114">
            <a:extLst>
              <a:ext uri="{FF2B5EF4-FFF2-40B4-BE49-F238E27FC236}">
                <a16:creationId xmlns:a16="http://schemas.microsoft.com/office/drawing/2014/main" id="{BDF93043-8455-BA01-EC31-957FEED7A36D}"/>
              </a:ext>
            </a:extLst>
          </p:cNvPr>
          <p:cNvGrpSpPr/>
          <p:nvPr/>
        </p:nvGrpSpPr>
        <p:grpSpPr>
          <a:xfrm>
            <a:off x="9312305" y="1498763"/>
            <a:ext cx="2800346" cy="887786"/>
            <a:chOff x="9142145" y="2174450"/>
            <a:chExt cx="2800346" cy="887786"/>
          </a:xfrm>
        </p:grpSpPr>
        <p:sp>
          <p:nvSpPr>
            <p:cNvPr id="51" name="Google Shape;543;p114">
              <a:extLst>
                <a:ext uri="{FF2B5EF4-FFF2-40B4-BE49-F238E27FC236}">
                  <a16:creationId xmlns:a16="http://schemas.microsoft.com/office/drawing/2014/main" id="{BBA2EC0A-4120-CB13-FE51-50491EE7022A}"/>
                </a:ext>
              </a:extLst>
            </p:cNvPr>
            <p:cNvSpPr/>
            <p:nvPr/>
          </p:nvSpPr>
          <p:spPr>
            <a:xfrm>
              <a:off x="9195484" y="2785237"/>
              <a:ext cx="2747007" cy="276999"/>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Manrope" charset="0"/>
                  <a:ea typeface="Poppins"/>
                  <a:cs typeface="Poppins"/>
                  <a:sym typeface="Poppins"/>
                </a:rPr>
                <a:t>years of life-sciences consulting </a:t>
              </a:r>
              <a:endParaRPr kumimoji="0" sz="1200" b="0" i="0" u="none" strike="noStrike" kern="1200" cap="none" spc="0" normalizeH="0" baseline="0" noProof="0">
                <a:ln>
                  <a:noFill/>
                </a:ln>
                <a:solidFill>
                  <a:prstClr val="white"/>
                </a:solidFill>
                <a:effectLst/>
                <a:uLnTx/>
                <a:uFillTx/>
                <a:latin typeface="Manrope" charset="0"/>
                <a:ea typeface="Poppins"/>
                <a:cs typeface="Poppins"/>
                <a:sym typeface="Poppins"/>
              </a:endParaRPr>
            </a:p>
          </p:txBody>
        </p:sp>
        <p:sp>
          <p:nvSpPr>
            <p:cNvPr id="52" name="Google Shape;544;p114">
              <a:extLst>
                <a:ext uri="{FF2B5EF4-FFF2-40B4-BE49-F238E27FC236}">
                  <a16:creationId xmlns:a16="http://schemas.microsoft.com/office/drawing/2014/main" id="{EA56E75C-61C2-F76F-FC3C-E0BD01B27847}"/>
                </a:ext>
              </a:extLst>
            </p:cNvPr>
            <p:cNvSpPr/>
            <p:nvPr/>
          </p:nvSpPr>
          <p:spPr>
            <a:xfrm>
              <a:off x="9142145" y="2174450"/>
              <a:ext cx="787395" cy="769441"/>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4472C4"/>
                  </a:solidFill>
                  <a:effectLst/>
                  <a:uLnTx/>
                  <a:uFillTx/>
                  <a:latin typeface="Manrope" charset="0"/>
                  <a:ea typeface="Poppins"/>
                  <a:cs typeface="Poppins"/>
                  <a:sym typeface="Poppins"/>
                </a:rPr>
                <a:t>15</a:t>
              </a:r>
              <a:endParaRPr kumimoji="0" sz="4400" b="1" i="0" u="none" strike="noStrike" kern="1200" cap="none" spc="0" normalizeH="0" baseline="0" noProof="0" dirty="0">
                <a:ln>
                  <a:noFill/>
                </a:ln>
                <a:solidFill>
                  <a:srgbClr val="4472C4"/>
                </a:solidFill>
                <a:effectLst/>
                <a:uLnTx/>
                <a:uFillTx/>
                <a:latin typeface="Manrope" charset="0"/>
                <a:ea typeface="Poppins"/>
                <a:cs typeface="Poppins"/>
                <a:sym typeface="Poppins"/>
              </a:endParaRPr>
            </a:p>
          </p:txBody>
        </p:sp>
      </p:grpSp>
      <p:grpSp>
        <p:nvGrpSpPr>
          <p:cNvPr id="56" name="Google Shape;545;p114">
            <a:extLst>
              <a:ext uri="{FF2B5EF4-FFF2-40B4-BE49-F238E27FC236}">
                <a16:creationId xmlns:a16="http://schemas.microsoft.com/office/drawing/2014/main" id="{8A12453E-C505-93FC-D243-E0C6CAB9AC8A}"/>
              </a:ext>
            </a:extLst>
          </p:cNvPr>
          <p:cNvGrpSpPr/>
          <p:nvPr/>
        </p:nvGrpSpPr>
        <p:grpSpPr>
          <a:xfrm>
            <a:off x="9335164" y="5057450"/>
            <a:ext cx="2394011" cy="907940"/>
            <a:chOff x="9151177" y="4025358"/>
            <a:chExt cx="2394011" cy="907940"/>
          </a:xfrm>
        </p:grpSpPr>
        <p:sp>
          <p:nvSpPr>
            <p:cNvPr id="57" name="Google Shape;546;p114">
              <a:extLst>
                <a:ext uri="{FF2B5EF4-FFF2-40B4-BE49-F238E27FC236}">
                  <a16:creationId xmlns:a16="http://schemas.microsoft.com/office/drawing/2014/main" id="{4B4E4C76-7A73-C56B-E61A-209F642C3BD2}"/>
                </a:ext>
              </a:extLst>
            </p:cNvPr>
            <p:cNvSpPr/>
            <p:nvPr/>
          </p:nvSpPr>
          <p:spPr>
            <a:xfrm>
              <a:off x="9181657" y="4656299"/>
              <a:ext cx="2363531" cy="276999"/>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Manrope" charset="0"/>
                  <a:ea typeface="+mn-ea"/>
                  <a:cs typeface="Poppins"/>
                  <a:sym typeface="Poppins"/>
                </a:rPr>
                <a:t>life sciences consultants across the globe</a:t>
              </a:r>
              <a:endParaRPr kumimoji="0" sz="1800" b="0" i="0" u="none" strike="noStrike" kern="1200" cap="none" spc="0" normalizeH="0" baseline="0" noProof="0" dirty="0">
                <a:ln>
                  <a:noFill/>
                </a:ln>
                <a:solidFill>
                  <a:prstClr val="black"/>
                </a:solidFill>
                <a:effectLst/>
                <a:uLnTx/>
                <a:uFillTx/>
                <a:latin typeface="Manrope" charset="0"/>
                <a:ea typeface="+mn-ea"/>
                <a:cs typeface="Arial"/>
                <a:sym typeface="Arial"/>
              </a:endParaRPr>
            </a:p>
          </p:txBody>
        </p:sp>
        <p:sp>
          <p:nvSpPr>
            <p:cNvPr id="58" name="Google Shape;547;p114">
              <a:extLst>
                <a:ext uri="{FF2B5EF4-FFF2-40B4-BE49-F238E27FC236}">
                  <a16:creationId xmlns:a16="http://schemas.microsoft.com/office/drawing/2014/main" id="{ABDB0019-D67D-A949-D130-268F7DCB8A04}"/>
                </a:ext>
              </a:extLst>
            </p:cNvPr>
            <p:cNvSpPr/>
            <p:nvPr/>
          </p:nvSpPr>
          <p:spPr>
            <a:xfrm>
              <a:off x="9151177" y="4025358"/>
              <a:ext cx="2363531" cy="769441"/>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4472C4"/>
                  </a:solidFill>
                  <a:effectLst/>
                  <a:uLnTx/>
                  <a:uFillTx/>
                  <a:latin typeface="Manrope" charset="0"/>
                  <a:ea typeface="+mn-ea"/>
                  <a:cs typeface="Poppins"/>
                  <a:sym typeface="Poppins"/>
                </a:rPr>
                <a:t>450+</a:t>
              </a:r>
              <a:endParaRPr kumimoji="0" sz="4400" b="1" i="0" u="none" strike="noStrike" kern="1200" cap="none" spc="0" normalizeH="0" baseline="0" noProof="0" dirty="0">
                <a:ln>
                  <a:noFill/>
                </a:ln>
                <a:solidFill>
                  <a:srgbClr val="4472C4"/>
                </a:solidFill>
                <a:effectLst/>
                <a:uLnTx/>
                <a:uFillTx/>
                <a:latin typeface="Manrope" charset="0"/>
                <a:ea typeface="+mn-ea"/>
                <a:cs typeface="Poppins"/>
                <a:sym typeface="Poppins"/>
              </a:endParaRPr>
            </a:p>
          </p:txBody>
        </p:sp>
      </p:grpSp>
      <p:sp>
        <p:nvSpPr>
          <p:cNvPr id="59" name="Freeform: Shape 58">
            <a:extLst>
              <a:ext uri="{FF2B5EF4-FFF2-40B4-BE49-F238E27FC236}">
                <a16:creationId xmlns:a16="http://schemas.microsoft.com/office/drawing/2014/main" id="{BAA7CED1-FD9D-2B1E-A1B2-CCDDFD4C5641}"/>
              </a:ext>
            </a:extLst>
          </p:cNvPr>
          <p:cNvSpPr/>
          <p:nvPr/>
        </p:nvSpPr>
        <p:spPr>
          <a:xfrm>
            <a:off x="4347389" y="5100169"/>
            <a:ext cx="912536" cy="889042"/>
          </a:xfrm>
          <a:custGeom>
            <a:avLst/>
            <a:gdLst>
              <a:gd name="connsiteX0" fmla="*/ 973074 w 973073"/>
              <a:gd name="connsiteY0" fmla="*/ 456343 h 948023"/>
              <a:gd name="connsiteX1" fmla="*/ 547402 w 973073"/>
              <a:gd name="connsiteY1" fmla="*/ 948023 h 948023"/>
              <a:gd name="connsiteX2" fmla="*/ 0 w 973073"/>
              <a:gd name="connsiteY2" fmla="*/ 456343 h 948023"/>
              <a:gd name="connsiteX3" fmla="*/ 547402 w 973073"/>
              <a:gd name="connsiteY3" fmla="*/ 0 h 948023"/>
              <a:gd name="connsiteX4" fmla="*/ 973074 w 973073"/>
              <a:gd name="connsiteY4" fmla="*/ 456343 h 948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073" h="948023">
                <a:moveTo>
                  <a:pt x="973074" y="456343"/>
                </a:moveTo>
                <a:cubicBezTo>
                  <a:pt x="973074" y="727901"/>
                  <a:pt x="782479" y="948023"/>
                  <a:pt x="547402" y="948023"/>
                </a:cubicBezTo>
                <a:cubicBezTo>
                  <a:pt x="312325" y="948023"/>
                  <a:pt x="0" y="727901"/>
                  <a:pt x="0" y="456343"/>
                </a:cubicBezTo>
                <a:cubicBezTo>
                  <a:pt x="0" y="184785"/>
                  <a:pt x="312325" y="0"/>
                  <a:pt x="547402" y="0"/>
                </a:cubicBezTo>
                <a:cubicBezTo>
                  <a:pt x="782479" y="0"/>
                  <a:pt x="973074" y="184785"/>
                  <a:pt x="973074" y="456343"/>
                </a:cubicBezTo>
                <a:close/>
              </a:path>
            </a:pathLst>
          </a:custGeom>
          <a:solidFill>
            <a:srgbClr val="14315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anrope" charset="0"/>
              <a:ea typeface="+mn-ea"/>
              <a:cs typeface="Arial"/>
              <a:sym typeface="Arial"/>
            </a:endParaRPr>
          </a:p>
        </p:txBody>
      </p:sp>
      <p:sp>
        <p:nvSpPr>
          <p:cNvPr id="60" name="Freeform: Shape 59">
            <a:extLst>
              <a:ext uri="{FF2B5EF4-FFF2-40B4-BE49-F238E27FC236}">
                <a16:creationId xmlns:a16="http://schemas.microsoft.com/office/drawing/2014/main" id="{1C27941F-E676-8519-3920-FD57C731F7EA}"/>
              </a:ext>
            </a:extLst>
          </p:cNvPr>
          <p:cNvSpPr/>
          <p:nvPr/>
        </p:nvSpPr>
        <p:spPr>
          <a:xfrm>
            <a:off x="3832860" y="1592097"/>
            <a:ext cx="703343" cy="685236"/>
          </a:xfrm>
          <a:custGeom>
            <a:avLst/>
            <a:gdLst>
              <a:gd name="connsiteX0" fmla="*/ 973074 w 973073"/>
              <a:gd name="connsiteY0" fmla="*/ 456343 h 948023"/>
              <a:gd name="connsiteX1" fmla="*/ 547402 w 973073"/>
              <a:gd name="connsiteY1" fmla="*/ 948023 h 948023"/>
              <a:gd name="connsiteX2" fmla="*/ 0 w 973073"/>
              <a:gd name="connsiteY2" fmla="*/ 456343 h 948023"/>
              <a:gd name="connsiteX3" fmla="*/ 547402 w 973073"/>
              <a:gd name="connsiteY3" fmla="*/ 0 h 948023"/>
              <a:gd name="connsiteX4" fmla="*/ 973074 w 973073"/>
              <a:gd name="connsiteY4" fmla="*/ 456343 h 948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073" h="948023">
                <a:moveTo>
                  <a:pt x="973074" y="456343"/>
                </a:moveTo>
                <a:cubicBezTo>
                  <a:pt x="973074" y="727901"/>
                  <a:pt x="782479" y="948023"/>
                  <a:pt x="547402" y="948023"/>
                </a:cubicBezTo>
                <a:cubicBezTo>
                  <a:pt x="312325" y="948023"/>
                  <a:pt x="0" y="727901"/>
                  <a:pt x="0" y="456343"/>
                </a:cubicBezTo>
                <a:cubicBezTo>
                  <a:pt x="0" y="184785"/>
                  <a:pt x="312325" y="0"/>
                  <a:pt x="547402" y="0"/>
                </a:cubicBezTo>
                <a:cubicBezTo>
                  <a:pt x="782479" y="0"/>
                  <a:pt x="973074" y="184785"/>
                  <a:pt x="973074" y="456343"/>
                </a:cubicBezTo>
                <a:close/>
              </a:path>
            </a:pathLst>
          </a:custGeom>
          <a:solidFill>
            <a:srgbClr val="14315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anrope" charset="0"/>
              <a:ea typeface="+mn-ea"/>
              <a:cs typeface="Arial"/>
              <a:sym typeface="Arial"/>
            </a:endParaRPr>
          </a:p>
        </p:txBody>
      </p:sp>
      <p:sp>
        <p:nvSpPr>
          <p:cNvPr id="61" name="Freeform: Shape 60">
            <a:extLst>
              <a:ext uri="{FF2B5EF4-FFF2-40B4-BE49-F238E27FC236}">
                <a16:creationId xmlns:a16="http://schemas.microsoft.com/office/drawing/2014/main" id="{99D4D28C-E108-0746-E1D1-CA045FD63D84}"/>
              </a:ext>
            </a:extLst>
          </p:cNvPr>
          <p:cNvSpPr/>
          <p:nvPr/>
        </p:nvSpPr>
        <p:spPr>
          <a:xfrm>
            <a:off x="308610" y="2592221"/>
            <a:ext cx="1205212" cy="1174185"/>
          </a:xfrm>
          <a:custGeom>
            <a:avLst/>
            <a:gdLst>
              <a:gd name="connsiteX0" fmla="*/ 973074 w 973073"/>
              <a:gd name="connsiteY0" fmla="*/ 456343 h 948023"/>
              <a:gd name="connsiteX1" fmla="*/ 547402 w 973073"/>
              <a:gd name="connsiteY1" fmla="*/ 948023 h 948023"/>
              <a:gd name="connsiteX2" fmla="*/ 0 w 973073"/>
              <a:gd name="connsiteY2" fmla="*/ 456343 h 948023"/>
              <a:gd name="connsiteX3" fmla="*/ 547402 w 973073"/>
              <a:gd name="connsiteY3" fmla="*/ 0 h 948023"/>
              <a:gd name="connsiteX4" fmla="*/ 973074 w 973073"/>
              <a:gd name="connsiteY4" fmla="*/ 456343 h 948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073" h="948023">
                <a:moveTo>
                  <a:pt x="973074" y="456343"/>
                </a:moveTo>
                <a:cubicBezTo>
                  <a:pt x="973074" y="727901"/>
                  <a:pt x="782479" y="948023"/>
                  <a:pt x="547402" y="948023"/>
                </a:cubicBezTo>
                <a:cubicBezTo>
                  <a:pt x="312325" y="948023"/>
                  <a:pt x="0" y="727901"/>
                  <a:pt x="0" y="456343"/>
                </a:cubicBezTo>
                <a:cubicBezTo>
                  <a:pt x="0" y="184785"/>
                  <a:pt x="312325" y="0"/>
                  <a:pt x="547402" y="0"/>
                </a:cubicBezTo>
                <a:cubicBezTo>
                  <a:pt x="782479" y="0"/>
                  <a:pt x="973074" y="184785"/>
                  <a:pt x="973074" y="456343"/>
                </a:cubicBezTo>
                <a:close/>
              </a:path>
            </a:pathLst>
          </a:custGeom>
          <a:solidFill>
            <a:srgbClr val="14315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anrope" charset="0"/>
              <a:ea typeface="+mn-ea"/>
              <a:cs typeface="Arial"/>
              <a:sym typeface="Arial"/>
            </a:endParaRPr>
          </a:p>
        </p:txBody>
      </p:sp>
      <p:sp>
        <p:nvSpPr>
          <p:cNvPr id="62" name="Freeform: Shape 61">
            <a:extLst>
              <a:ext uri="{FF2B5EF4-FFF2-40B4-BE49-F238E27FC236}">
                <a16:creationId xmlns:a16="http://schemas.microsoft.com/office/drawing/2014/main" id="{6325062D-1D0E-3E43-8C1B-6C256104E305}"/>
              </a:ext>
            </a:extLst>
          </p:cNvPr>
          <p:cNvSpPr/>
          <p:nvPr/>
        </p:nvSpPr>
        <p:spPr>
          <a:xfrm>
            <a:off x="4900967" y="2924319"/>
            <a:ext cx="567320" cy="518226"/>
          </a:xfrm>
          <a:custGeom>
            <a:avLst/>
            <a:gdLst>
              <a:gd name="connsiteX0" fmla="*/ 649414 w 649414"/>
              <a:gd name="connsiteY0" fmla="*/ 296608 h 593216"/>
              <a:gd name="connsiteX1" fmla="*/ 324707 w 649414"/>
              <a:gd name="connsiteY1" fmla="*/ 593217 h 593216"/>
              <a:gd name="connsiteX2" fmla="*/ 0 w 649414"/>
              <a:gd name="connsiteY2" fmla="*/ 296608 h 593216"/>
              <a:gd name="connsiteX3" fmla="*/ 324707 w 649414"/>
              <a:gd name="connsiteY3" fmla="*/ 0 h 593216"/>
              <a:gd name="connsiteX4" fmla="*/ 649414 w 649414"/>
              <a:gd name="connsiteY4" fmla="*/ 296608 h 593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414" h="593216">
                <a:moveTo>
                  <a:pt x="649414" y="296608"/>
                </a:moveTo>
                <a:cubicBezTo>
                  <a:pt x="649414" y="460421"/>
                  <a:pt x="504038" y="593217"/>
                  <a:pt x="324707" y="593217"/>
                </a:cubicBezTo>
                <a:cubicBezTo>
                  <a:pt x="145376" y="593217"/>
                  <a:pt x="0" y="460421"/>
                  <a:pt x="0" y="296608"/>
                </a:cubicBezTo>
                <a:cubicBezTo>
                  <a:pt x="0" y="132796"/>
                  <a:pt x="145376" y="0"/>
                  <a:pt x="324707" y="0"/>
                </a:cubicBezTo>
                <a:cubicBezTo>
                  <a:pt x="504038" y="0"/>
                  <a:pt x="649414" y="132796"/>
                  <a:pt x="649414" y="296608"/>
                </a:cubicBezTo>
                <a:close/>
              </a:path>
            </a:pathLst>
          </a:custGeom>
          <a:solidFill>
            <a:srgbClr val="FFCA41">
              <a:lumMod val="7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63" name="Freeform: Shape 62">
            <a:extLst>
              <a:ext uri="{FF2B5EF4-FFF2-40B4-BE49-F238E27FC236}">
                <a16:creationId xmlns:a16="http://schemas.microsoft.com/office/drawing/2014/main" id="{8691AEDC-21C9-88EF-A4AA-C2C6E3CCB1B1}"/>
              </a:ext>
            </a:extLst>
          </p:cNvPr>
          <p:cNvSpPr/>
          <p:nvPr/>
        </p:nvSpPr>
        <p:spPr>
          <a:xfrm>
            <a:off x="3826058" y="3354222"/>
            <a:ext cx="850064" cy="828180"/>
          </a:xfrm>
          <a:custGeom>
            <a:avLst/>
            <a:gdLst>
              <a:gd name="connsiteX0" fmla="*/ 973074 w 973073"/>
              <a:gd name="connsiteY0" fmla="*/ 456343 h 948023"/>
              <a:gd name="connsiteX1" fmla="*/ 547402 w 973073"/>
              <a:gd name="connsiteY1" fmla="*/ 948023 h 948023"/>
              <a:gd name="connsiteX2" fmla="*/ 0 w 973073"/>
              <a:gd name="connsiteY2" fmla="*/ 456343 h 948023"/>
              <a:gd name="connsiteX3" fmla="*/ 547402 w 973073"/>
              <a:gd name="connsiteY3" fmla="*/ 0 h 948023"/>
              <a:gd name="connsiteX4" fmla="*/ 973074 w 973073"/>
              <a:gd name="connsiteY4" fmla="*/ 456343 h 948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073" h="948023">
                <a:moveTo>
                  <a:pt x="973074" y="456343"/>
                </a:moveTo>
                <a:cubicBezTo>
                  <a:pt x="973074" y="727901"/>
                  <a:pt x="782479" y="948023"/>
                  <a:pt x="547402" y="948023"/>
                </a:cubicBezTo>
                <a:cubicBezTo>
                  <a:pt x="312325" y="948023"/>
                  <a:pt x="0" y="727901"/>
                  <a:pt x="0" y="456343"/>
                </a:cubicBezTo>
                <a:cubicBezTo>
                  <a:pt x="0" y="184785"/>
                  <a:pt x="312325" y="0"/>
                  <a:pt x="547402" y="0"/>
                </a:cubicBezTo>
                <a:cubicBezTo>
                  <a:pt x="782479" y="0"/>
                  <a:pt x="973074" y="184785"/>
                  <a:pt x="973074" y="456343"/>
                </a:cubicBezTo>
                <a:close/>
              </a:path>
            </a:pathLst>
          </a:custGeom>
          <a:solidFill>
            <a:srgbClr val="14315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anrope" charset="0"/>
              <a:ea typeface="+mn-ea"/>
              <a:cs typeface="Arial"/>
              <a:sym typeface="Arial"/>
            </a:endParaRPr>
          </a:p>
        </p:txBody>
      </p:sp>
      <p:sp>
        <p:nvSpPr>
          <p:cNvPr id="64" name="Freeform: Shape 63">
            <a:extLst>
              <a:ext uri="{FF2B5EF4-FFF2-40B4-BE49-F238E27FC236}">
                <a16:creationId xmlns:a16="http://schemas.microsoft.com/office/drawing/2014/main" id="{D3C6A343-2441-9248-2FF2-23E5D195384F}"/>
              </a:ext>
            </a:extLst>
          </p:cNvPr>
          <p:cNvSpPr/>
          <p:nvPr/>
        </p:nvSpPr>
        <p:spPr>
          <a:xfrm>
            <a:off x="1553432" y="2195926"/>
            <a:ext cx="1741317" cy="1305218"/>
          </a:xfrm>
          <a:custGeom>
            <a:avLst/>
            <a:gdLst>
              <a:gd name="connsiteX0" fmla="*/ 1993297 w 1993296"/>
              <a:gd name="connsiteY0" fmla="*/ 747046 h 1494091"/>
              <a:gd name="connsiteX1" fmla="*/ 978027 w 1993296"/>
              <a:gd name="connsiteY1" fmla="*/ 1494092 h 1494091"/>
              <a:gd name="connsiteX2" fmla="*/ 0 w 1993296"/>
              <a:gd name="connsiteY2" fmla="*/ 747046 h 1494091"/>
              <a:gd name="connsiteX3" fmla="*/ 978027 w 1993296"/>
              <a:gd name="connsiteY3" fmla="*/ 0 h 1494091"/>
              <a:gd name="connsiteX4" fmla="*/ 1993297 w 1993296"/>
              <a:gd name="connsiteY4" fmla="*/ 747046 h 149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3296" h="1494091">
                <a:moveTo>
                  <a:pt x="1993297" y="747046"/>
                </a:moveTo>
                <a:cubicBezTo>
                  <a:pt x="1993297" y="1159669"/>
                  <a:pt x="1398080" y="1494092"/>
                  <a:pt x="978027" y="1494092"/>
                </a:cubicBezTo>
                <a:cubicBezTo>
                  <a:pt x="557975" y="1494092"/>
                  <a:pt x="0" y="1159669"/>
                  <a:pt x="0" y="747046"/>
                </a:cubicBezTo>
                <a:cubicBezTo>
                  <a:pt x="0" y="334423"/>
                  <a:pt x="557975" y="0"/>
                  <a:pt x="978027" y="0"/>
                </a:cubicBezTo>
                <a:cubicBezTo>
                  <a:pt x="1398080" y="0"/>
                  <a:pt x="1993297" y="334423"/>
                  <a:pt x="1993297" y="747046"/>
                </a:cubicBezTo>
                <a:close/>
              </a:path>
            </a:pathLst>
          </a:custGeom>
          <a:solidFill>
            <a:srgbClr val="D5D5E9"/>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65" name="Freeform: Shape 64">
            <a:extLst>
              <a:ext uri="{FF2B5EF4-FFF2-40B4-BE49-F238E27FC236}">
                <a16:creationId xmlns:a16="http://schemas.microsoft.com/office/drawing/2014/main" id="{63D7821B-2663-014B-9E0A-04E7A0816479}"/>
              </a:ext>
            </a:extLst>
          </p:cNvPr>
          <p:cNvSpPr/>
          <p:nvPr/>
        </p:nvSpPr>
        <p:spPr>
          <a:xfrm>
            <a:off x="1573600" y="3109939"/>
            <a:ext cx="1345786" cy="1330659"/>
          </a:xfrm>
          <a:custGeom>
            <a:avLst/>
            <a:gdLst>
              <a:gd name="connsiteX0" fmla="*/ 2415064 w 2415063"/>
              <a:gd name="connsiteY0" fmla="*/ 1193959 h 2387917"/>
              <a:gd name="connsiteX1" fmla="*/ 1185005 w 2415063"/>
              <a:gd name="connsiteY1" fmla="*/ 2387918 h 2387917"/>
              <a:gd name="connsiteX2" fmla="*/ 0 w 2415063"/>
              <a:gd name="connsiteY2" fmla="*/ 1193959 h 2387917"/>
              <a:gd name="connsiteX3" fmla="*/ 1185005 w 2415063"/>
              <a:gd name="connsiteY3" fmla="*/ 0 h 2387917"/>
              <a:gd name="connsiteX4" fmla="*/ 2415064 w 2415063"/>
              <a:gd name="connsiteY4" fmla="*/ 1193959 h 2387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063" h="2387917">
                <a:moveTo>
                  <a:pt x="2415064" y="1193959"/>
                </a:moveTo>
                <a:cubicBezTo>
                  <a:pt x="2415064" y="1853375"/>
                  <a:pt x="1693926" y="2387918"/>
                  <a:pt x="1185005" y="2387918"/>
                </a:cubicBezTo>
                <a:cubicBezTo>
                  <a:pt x="676085" y="2387918"/>
                  <a:pt x="0" y="1853279"/>
                  <a:pt x="0" y="1193959"/>
                </a:cubicBezTo>
                <a:cubicBezTo>
                  <a:pt x="0" y="534638"/>
                  <a:pt x="676085" y="0"/>
                  <a:pt x="1185005" y="0"/>
                </a:cubicBezTo>
                <a:cubicBezTo>
                  <a:pt x="1693926" y="0"/>
                  <a:pt x="2415064" y="534543"/>
                  <a:pt x="2415064" y="1193959"/>
                </a:cubicBezTo>
                <a:close/>
              </a:path>
            </a:pathLst>
          </a:custGeom>
          <a:solidFill>
            <a:srgbClr val="1E41EB">
              <a:lumMod val="60000"/>
              <a:lumOff val="4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66" name="Freeform: Shape 65">
            <a:extLst>
              <a:ext uri="{FF2B5EF4-FFF2-40B4-BE49-F238E27FC236}">
                <a16:creationId xmlns:a16="http://schemas.microsoft.com/office/drawing/2014/main" id="{02179209-33BE-9593-6A53-E405DF4E6CA5}"/>
              </a:ext>
            </a:extLst>
          </p:cNvPr>
          <p:cNvSpPr/>
          <p:nvPr/>
        </p:nvSpPr>
        <p:spPr>
          <a:xfrm>
            <a:off x="1283918" y="2565625"/>
            <a:ext cx="988441" cy="871366"/>
          </a:xfrm>
          <a:custGeom>
            <a:avLst/>
            <a:gdLst>
              <a:gd name="connsiteX0" fmla="*/ 1131475 w 1131474"/>
              <a:gd name="connsiteY0" fmla="*/ 498729 h 997458"/>
              <a:gd name="connsiteX1" fmla="*/ 555212 w 1131474"/>
              <a:gd name="connsiteY1" fmla="*/ 997458 h 997458"/>
              <a:gd name="connsiteX2" fmla="*/ 0 w 1131474"/>
              <a:gd name="connsiteY2" fmla="*/ 498729 h 997458"/>
              <a:gd name="connsiteX3" fmla="*/ 555212 w 1131474"/>
              <a:gd name="connsiteY3" fmla="*/ 0 h 997458"/>
              <a:gd name="connsiteX4" fmla="*/ 1131475 w 1131474"/>
              <a:gd name="connsiteY4" fmla="*/ 498729 h 997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1474" h="997458">
                <a:moveTo>
                  <a:pt x="1131475" y="498729"/>
                </a:moveTo>
                <a:cubicBezTo>
                  <a:pt x="1131475" y="774192"/>
                  <a:pt x="793623" y="997458"/>
                  <a:pt x="555212" y="997458"/>
                </a:cubicBezTo>
                <a:cubicBezTo>
                  <a:pt x="316802" y="997458"/>
                  <a:pt x="0" y="774192"/>
                  <a:pt x="0" y="498729"/>
                </a:cubicBezTo>
                <a:cubicBezTo>
                  <a:pt x="0" y="223266"/>
                  <a:pt x="316706" y="0"/>
                  <a:pt x="555212" y="0"/>
                </a:cubicBezTo>
                <a:cubicBezTo>
                  <a:pt x="793718" y="0"/>
                  <a:pt x="1131475" y="223266"/>
                  <a:pt x="1131475" y="498729"/>
                </a:cubicBezTo>
                <a:close/>
              </a:path>
            </a:pathLst>
          </a:custGeom>
          <a:solidFill>
            <a:srgbClr val="38C7A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67" name="Freeform: Shape 66">
            <a:extLst>
              <a:ext uri="{FF2B5EF4-FFF2-40B4-BE49-F238E27FC236}">
                <a16:creationId xmlns:a16="http://schemas.microsoft.com/office/drawing/2014/main" id="{0A1CC663-173E-9232-73BD-275E6DEC26EA}"/>
              </a:ext>
            </a:extLst>
          </p:cNvPr>
          <p:cNvSpPr/>
          <p:nvPr/>
        </p:nvSpPr>
        <p:spPr>
          <a:xfrm>
            <a:off x="3771744" y="1446468"/>
            <a:ext cx="460602" cy="405944"/>
          </a:xfrm>
          <a:custGeom>
            <a:avLst/>
            <a:gdLst>
              <a:gd name="connsiteX0" fmla="*/ 731234 w 731234"/>
              <a:gd name="connsiteY0" fmla="*/ 322231 h 644461"/>
              <a:gd name="connsiteX1" fmla="*/ 358807 w 731234"/>
              <a:gd name="connsiteY1" fmla="*/ 644462 h 644461"/>
              <a:gd name="connsiteX2" fmla="*/ 0 w 731234"/>
              <a:gd name="connsiteY2" fmla="*/ 322231 h 644461"/>
              <a:gd name="connsiteX3" fmla="*/ 358807 w 731234"/>
              <a:gd name="connsiteY3" fmla="*/ 0 h 644461"/>
              <a:gd name="connsiteX4" fmla="*/ 731234 w 731234"/>
              <a:gd name="connsiteY4" fmla="*/ 322231 h 644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234" h="644461">
                <a:moveTo>
                  <a:pt x="731234" y="322231"/>
                </a:moveTo>
                <a:cubicBezTo>
                  <a:pt x="731234" y="500253"/>
                  <a:pt x="512921" y="644462"/>
                  <a:pt x="358807" y="644462"/>
                </a:cubicBezTo>
                <a:cubicBezTo>
                  <a:pt x="204692" y="644462"/>
                  <a:pt x="0" y="500158"/>
                  <a:pt x="0" y="322231"/>
                </a:cubicBezTo>
                <a:cubicBezTo>
                  <a:pt x="0" y="144304"/>
                  <a:pt x="204692" y="0"/>
                  <a:pt x="358807" y="0"/>
                </a:cubicBezTo>
                <a:cubicBezTo>
                  <a:pt x="512921" y="0"/>
                  <a:pt x="731234" y="144304"/>
                  <a:pt x="731234" y="322231"/>
                </a:cubicBezTo>
                <a:close/>
              </a:path>
            </a:pathLst>
          </a:custGeom>
          <a:solidFill>
            <a:srgbClr val="795DE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68" name="Freeform: Shape 67">
            <a:extLst>
              <a:ext uri="{FF2B5EF4-FFF2-40B4-BE49-F238E27FC236}">
                <a16:creationId xmlns:a16="http://schemas.microsoft.com/office/drawing/2014/main" id="{41EAB0FA-33AC-B781-F48E-48A465B3CDD0}"/>
              </a:ext>
            </a:extLst>
          </p:cNvPr>
          <p:cNvSpPr/>
          <p:nvPr/>
        </p:nvSpPr>
        <p:spPr>
          <a:xfrm>
            <a:off x="174019" y="1590569"/>
            <a:ext cx="1059550" cy="1070748"/>
          </a:xfrm>
          <a:custGeom>
            <a:avLst/>
            <a:gdLst>
              <a:gd name="connsiteX0" fmla="*/ 973074 w 973074"/>
              <a:gd name="connsiteY0" fmla="*/ 491681 h 983361"/>
              <a:gd name="connsiteX1" fmla="*/ 547402 w 973074"/>
              <a:gd name="connsiteY1" fmla="*/ 983361 h 983361"/>
              <a:gd name="connsiteX2" fmla="*/ 0 w 973074"/>
              <a:gd name="connsiteY2" fmla="*/ 491681 h 983361"/>
              <a:gd name="connsiteX3" fmla="*/ 547402 w 973074"/>
              <a:gd name="connsiteY3" fmla="*/ 0 h 983361"/>
              <a:gd name="connsiteX4" fmla="*/ 973074 w 973074"/>
              <a:gd name="connsiteY4" fmla="*/ 491681 h 983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074" h="983361">
                <a:moveTo>
                  <a:pt x="973074" y="491681"/>
                </a:moveTo>
                <a:cubicBezTo>
                  <a:pt x="973074" y="763238"/>
                  <a:pt x="782479" y="983361"/>
                  <a:pt x="547402" y="983361"/>
                </a:cubicBezTo>
                <a:cubicBezTo>
                  <a:pt x="312325" y="983361"/>
                  <a:pt x="0" y="763238"/>
                  <a:pt x="0" y="491681"/>
                </a:cubicBezTo>
                <a:cubicBezTo>
                  <a:pt x="0" y="220123"/>
                  <a:pt x="312325" y="0"/>
                  <a:pt x="547402" y="0"/>
                </a:cubicBezTo>
                <a:cubicBezTo>
                  <a:pt x="782479" y="0"/>
                  <a:pt x="973074" y="220123"/>
                  <a:pt x="973074" y="491681"/>
                </a:cubicBezTo>
                <a:close/>
              </a:path>
            </a:pathLst>
          </a:custGeom>
          <a:solidFill>
            <a:srgbClr val="38C7A5">
              <a:lumMod val="7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69" name="Freeform: Shape 68">
            <a:extLst>
              <a:ext uri="{FF2B5EF4-FFF2-40B4-BE49-F238E27FC236}">
                <a16:creationId xmlns:a16="http://schemas.microsoft.com/office/drawing/2014/main" id="{E65D1E98-726C-093B-3937-BDF69C3CDB06}"/>
              </a:ext>
            </a:extLst>
          </p:cNvPr>
          <p:cNvSpPr/>
          <p:nvPr/>
        </p:nvSpPr>
        <p:spPr>
          <a:xfrm>
            <a:off x="362434" y="2029173"/>
            <a:ext cx="850065" cy="859051"/>
          </a:xfrm>
          <a:custGeom>
            <a:avLst/>
            <a:gdLst>
              <a:gd name="connsiteX0" fmla="*/ 973074 w 973074"/>
              <a:gd name="connsiteY0" fmla="*/ 491681 h 983361"/>
              <a:gd name="connsiteX1" fmla="*/ 547402 w 973074"/>
              <a:gd name="connsiteY1" fmla="*/ 983361 h 983361"/>
              <a:gd name="connsiteX2" fmla="*/ 0 w 973074"/>
              <a:gd name="connsiteY2" fmla="*/ 491681 h 983361"/>
              <a:gd name="connsiteX3" fmla="*/ 547402 w 973074"/>
              <a:gd name="connsiteY3" fmla="*/ 0 h 983361"/>
              <a:gd name="connsiteX4" fmla="*/ 973074 w 973074"/>
              <a:gd name="connsiteY4" fmla="*/ 491681 h 983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074" h="983361">
                <a:moveTo>
                  <a:pt x="973074" y="491681"/>
                </a:moveTo>
                <a:cubicBezTo>
                  <a:pt x="973074" y="763238"/>
                  <a:pt x="782479" y="983361"/>
                  <a:pt x="547402" y="983361"/>
                </a:cubicBezTo>
                <a:cubicBezTo>
                  <a:pt x="312325" y="983361"/>
                  <a:pt x="0" y="763238"/>
                  <a:pt x="0" y="491681"/>
                </a:cubicBezTo>
                <a:cubicBezTo>
                  <a:pt x="0" y="220123"/>
                  <a:pt x="312325" y="0"/>
                  <a:pt x="547402" y="0"/>
                </a:cubicBezTo>
                <a:cubicBezTo>
                  <a:pt x="782479" y="0"/>
                  <a:pt x="973074" y="220123"/>
                  <a:pt x="973074" y="491681"/>
                </a:cubicBezTo>
                <a:close/>
              </a:path>
            </a:pathLst>
          </a:custGeom>
          <a:solidFill>
            <a:srgbClr val="38C7A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70" name="Freeform: Shape 69">
            <a:extLst>
              <a:ext uri="{FF2B5EF4-FFF2-40B4-BE49-F238E27FC236}">
                <a16:creationId xmlns:a16="http://schemas.microsoft.com/office/drawing/2014/main" id="{CB480BD7-895C-A385-24F1-3FF0489B9482}"/>
              </a:ext>
            </a:extLst>
          </p:cNvPr>
          <p:cNvSpPr/>
          <p:nvPr/>
        </p:nvSpPr>
        <p:spPr>
          <a:xfrm>
            <a:off x="243759" y="1500585"/>
            <a:ext cx="1364772" cy="1578024"/>
          </a:xfrm>
          <a:custGeom>
            <a:avLst/>
            <a:gdLst>
              <a:gd name="connsiteX0" fmla="*/ 133575 w 1364772"/>
              <a:gd name="connsiteY0" fmla="*/ 1348536 h 1578024"/>
              <a:gd name="connsiteX1" fmla="*/ 344649 w 1364772"/>
              <a:gd name="connsiteY1" fmla="*/ 1377301 h 1578024"/>
              <a:gd name="connsiteX2" fmla="*/ 628684 w 1364772"/>
              <a:gd name="connsiteY2" fmla="*/ 1577993 h 1578024"/>
              <a:gd name="connsiteX3" fmla="*/ 661069 w 1364772"/>
              <a:gd name="connsiteY3" fmla="*/ 1575326 h 1578024"/>
              <a:gd name="connsiteX4" fmla="*/ 811565 w 1364772"/>
              <a:gd name="connsiteY4" fmla="*/ 1376444 h 1578024"/>
              <a:gd name="connsiteX5" fmla="*/ 816613 w 1364772"/>
              <a:gd name="connsiteY5" fmla="*/ 1260811 h 1578024"/>
              <a:gd name="connsiteX6" fmla="*/ 1067787 w 1364772"/>
              <a:gd name="connsiteY6" fmla="*/ 1138986 h 1578024"/>
              <a:gd name="connsiteX7" fmla="*/ 1237141 w 1364772"/>
              <a:gd name="connsiteY7" fmla="*/ 1097076 h 1578024"/>
              <a:gd name="connsiteX8" fmla="*/ 1364491 w 1364772"/>
              <a:gd name="connsiteY8" fmla="*/ 875048 h 1578024"/>
              <a:gd name="connsiteX9" fmla="*/ 1364300 w 1364772"/>
              <a:gd name="connsiteY9" fmla="*/ 870381 h 1578024"/>
              <a:gd name="connsiteX10" fmla="*/ 1223616 w 1364772"/>
              <a:gd name="connsiteY10" fmla="*/ 639114 h 1578024"/>
              <a:gd name="connsiteX11" fmla="*/ 983586 w 1364772"/>
              <a:gd name="connsiteY11" fmla="*/ 650353 h 1578024"/>
              <a:gd name="connsiteX12" fmla="*/ 718124 w 1364772"/>
              <a:gd name="connsiteY12" fmla="*/ 610539 h 1578024"/>
              <a:gd name="connsiteX13" fmla="*/ 669071 w 1364772"/>
              <a:gd name="connsiteY13" fmla="*/ 543673 h 1578024"/>
              <a:gd name="connsiteX14" fmla="*/ 660022 w 1364772"/>
              <a:gd name="connsiteY14" fmla="*/ 208108 h 1578024"/>
              <a:gd name="connsiteX15" fmla="*/ 646687 w 1364772"/>
              <a:gd name="connsiteY15" fmla="*/ 130383 h 1578024"/>
              <a:gd name="connsiteX16" fmla="*/ 528100 w 1364772"/>
              <a:gd name="connsiteY16" fmla="*/ 17703 h 1578024"/>
              <a:gd name="connsiteX17" fmla="*/ 499525 w 1364772"/>
              <a:gd name="connsiteY17" fmla="*/ 9130 h 1578024"/>
              <a:gd name="connsiteX18" fmla="*/ 376462 w 1364772"/>
              <a:gd name="connsiteY18" fmla="*/ 3796 h 1578024"/>
              <a:gd name="connsiteX19" fmla="*/ 223110 w 1364772"/>
              <a:gd name="connsiteY19" fmla="*/ 147910 h 1578024"/>
              <a:gd name="connsiteX20" fmla="*/ 215490 w 1364772"/>
              <a:gd name="connsiteY20" fmla="*/ 241159 h 1578024"/>
              <a:gd name="connsiteX21" fmla="*/ 279593 w 1364772"/>
              <a:gd name="connsiteY21" fmla="*/ 552817 h 1578024"/>
              <a:gd name="connsiteX22" fmla="*/ 275974 w 1364772"/>
              <a:gd name="connsiteY22" fmla="*/ 751795 h 1578024"/>
              <a:gd name="connsiteX23" fmla="*/ 136147 w 1364772"/>
              <a:gd name="connsiteY23" fmla="*/ 959249 h 1578024"/>
              <a:gd name="connsiteX24" fmla="*/ 130 w 1364772"/>
              <a:gd name="connsiteY24" fmla="*/ 1174800 h 1578024"/>
              <a:gd name="connsiteX25" fmla="*/ 14227 w 1364772"/>
              <a:gd name="connsiteY25" fmla="*/ 1240808 h 1578024"/>
              <a:gd name="connsiteX26" fmla="*/ 133575 w 1364772"/>
              <a:gd name="connsiteY26" fmla="*/ 1348441 h 157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64772" h="1578024">
                <a:moveTo>
                  <a:pt x="133575" y="1348536"/>
                </a:moveTo>
                <a:cubicBezTo>
                  <a:pt x="198345" y="1365395"/>
                  <a:pt x="275878" y="1359013"/>
                  <a:pt x="344649" y="1377301"/>
                </a:cubicBezTo>
                <a:cubicBezTo>
                  <a:pt x="432279" y="1400638"/>
                  <a:pt x="478761" y="1580755"/>
                  <a:pt x="628684" y="1577993"/>
                </a:cubicBezTo>
                <a:cubicBezTo>
                  <a:pt x="640019" y="1577803"/>
                  <a:pt x="650782" y="1576850"/>
                  <a:pt x="661069" y="1575326"/>
                </a:cubicBezTo>
                <a:cubicBezTo>
                  <a:pt x="769845" y="1558657"/>
                  <a:pt x="819184" y="1468551"/>
                  <a:pt x="811565" y="1376444"/>
                </a:cubicBezTo>
                <a:cubicBezTo>
                  <a:pt x="807755" y="1330819"/>
                  <a:pt x="811184" y="1293196"/>
                  <a:pt x="816613" y="1260811"/>
                </a:cubicBezTo>
                <a:cubicBezTo>
                  <a:pt x="831281" y="1172228"/>
                  <a:pt x="902242" y="1148987"/>
                  <a:pt x="1067787" y="1138986"/>
                </a:cubicBezTo>
                <a:cubicBezTo>
                  <a:pt x="1136653" y="1134795"/>
                  <a:pt x="1192850" y="1119936"/>
                  <a:pt x="1237141" y="1097076"/>
                </a:cubicBezTo>
                <a:cubicBezTo>
                  <a:pt x="1328105" y="1049927"/>
                  <a:pt x="1368587" y="968679"/>
                  <a:pt x="1364491" y="875048"/>
                </a:cubicBezTo>
                <a:cubicBezTo>
                  <a:pt x="1364395" y="873524"/>
                  <a:pt x="1364300" y="872000"/>
                  <a:pt x="1364300" y="870381"/>
                </a:cubicBezTo>
                <a:cubicBezTo>
                  <a:pt x="1357919" y="763415"/>
                  <a:pt x="1312675" y="674642"/>
                  <a:pt x="1223616" y="639114"/>
                </a:cubicBezTo>
                <a:cubicBezTo>
                  <a:pt x="1163799" y="615301"/>
                  <a:pt x="1084361" y="615492"/>
                  <a:pt x="983586" y="650353"/>
                </a:cubicBezTo>
                <a:cubicBezTo>
                  <a:pt x="885002" y="684548"/>
                  <a:pt x="790038" y="682262"/>
                  <a:pt x="718124" y="610539"/>
                </a:cubicBezTo>
                <a:cubicBezTo>
                  <a:pt x="700217" y="592727"/>
                  <a:pt x="683739" y="570629"/>
                  <a:pt x="669071" y="543673"/>
                </a:cubicBezTo>
                <a:cubicBezTo>
                  <a:pt x="605729" y="427945"/>
                  <a:pt x="658879" y="354412"/>
                  <a:pt x="660022" y="208108"/>
                </a:cubicBezTo>
                <a:cubicBezTo>
                  <a:pt x="660212" y="179247"/>
                  <a:pt x="655450" y="153243"/>
                  <a:pt x="646687" y="130383"/>
                </a:cubicBezTo>
                <a:cubicBezTo>
                  <a:pt x="625541" y="75139"/>
                  <a:pt x="581345" y="37229"/>
                  <a:pt x="528100" y="17703"/>
                </a:cubicBezTo>
                <a:cubicBezTo>
                  <a:pt x="518861" y="14274"/>
                  <a:pt x="509241" y="11416"/>
                  <a:pt x="499525" y="9130"/>
                </a:cubicBezTo>
                <a:cubicBezTo>
                  <a:pt x="461140" y="81"/>
                  <a:pt x="417610" y="-3252"/>
                  <a:pt x="376462" y="3796"/>
                </a:cubicBezTo>
                <a:cubicBezTo>
                  <a:pt x="307406" y="15607"/>
                  <a:pt x="244732" y="56374"/>
                  <a:pt x="223110" y="147910"/>
                </a:cubicBezTo>
                <a:cubicBezTo>
                  <a:pt x="216823" y="174580"/>
                  <a:pt x="213966" y="205441"/>
                  <a:pt x="215490" y="241159"/>
                </a:cubicBezTo>
                <a:cubicBezTo>
                  <a:pt x="219871" y="346220"/>
                  <a:pt x="262448" y="440232"/>
                  <a:pt x="279593" y="552817"/>
                </a:cubicBezTo>
                <a:cubicBezTo>
                  <a:pt x="288642" y="612444"/>
                  <a:pt x="290642" y="677309"/>
                  <a:pt x="275974" y="751795"/>
                </a:cubicBezTo>
                <a:cubicBezTo>
                  <a:pt x="258352" y="841520"/>
                  <a:pt x="196726" y="902766"/>
                  <a:pt x="136147" y="959249"/>
                </a:cubicBezTo>
                <a:cubicBezTo>
                  <a:pt x="65471" y="1024876"/>
                  <a:pt x="-3395" y="1084217"/>
                  <a:pt x="130" y="1174800"/>
                </a:cubicBezTo>
                <a:cubicBezTo>
                  <a:pt x="892" y="1195088"/>
                  <a:pt x="5368" y="1216996"/>
                  <a:pt x="14227" y="1240808"/>
                </a:cubicBezTo>
                <a:cubicBezTo>
                  <a:pt x="38896" y="1307197"/>
                  <a:pt x="82235" y="1335106"/>
                  <a:pt x="133575" y="1348441"/>
                </a:cubicBezTo>
                <a:close/>
              </a:path>
            </a:pathLst>
          </a:custGeom>
          <a:noFill/>
          <a:ln w="2381" cap="flat">
            <a:solidFill>
              <a:srgbClr val="061323"/>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anrope" charset="0"/>
              <a:ea typeface="+mn-ea"/>
              <a:cs typeface="Arial"/>
              <a:sym typeface="Arial"/>
            </a:endParaRPr>
          </a:p>
        </p:txBody>
      </p:sp>
      <p:sp>
        <p:nvSpPr>
          <p:cNvPr id="71" name="Freeform: Shape 70">
            <a:extLst>
              <a:ext uri="{FF2B5EF4-FFF2-40B4-BE49-F238E27FC236}">
                <a16:creationId xmlns:a16="http://schemas.microsoft.com/office/drawing/2014/main" id="{61E6ECD1-887F-F89D-CB41-BAF97CF0517B}"/>
              </a:ext>
            </a:extLst>
          </p:cNvPr>
          <p:cNvSpPr/>
          <p:nvPr/>
        </p:nvSpPr>
        <p:spPr>
          <a:xfrm>
            <a:off x="3254375" y="3936944"/>
            <a:ext cx="1741401" cy="1721763"/>
          </a:xfrm>
          <a:custGeom>
            <a:avLst/>
            <a:gdLst>
              <a:gd name="connsiteX0" fmla="*/ 1993392 w 1993392"/>
              <a:gd name="connsiteY0" fmla="*/ 985457 h 1970912"/>
              <a:gd name="connsiteX1" fmla="*/ 978122 w 1993392"/>
              <a:gd name="connsiteY1" fmla="*/ 1970913 h 1970912"/>
              <a:gd name="connsiteX2" fmla="*/ 0 w 1993392"/>
              <a:gd name="connsiteY2" fmla="*/ 985457 h 1970912"/>
              <a:gd name="connsiteX3" fmla="*/ 978122 w 1993392"/>
              <a:gd name="connsiteY3" fmla="*/ 0 h 1970912"/>
              <a:gd name="connsiteX4" fmla="*/ 1993392 w 1993392"/>
              <a:gd name="connsiteY4" fmla="*/ 985457 h 1970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3392" h="1970912">
                <a:moveTo>
                  <a:pt x="1993392" y="985457"/>
                </a:moveTo>
                <a:cubicBezTo>
                  <a:pt x="1993392" y="1529715"/>
                  <a:pt x="1398175" y="1970913"/>
                  <a:pt x="978122" y="1970913"/>
                </a:cubicBezTo>
                <a:cubicBezTo>
                  <a:pt x="558070" y="1970913"/>
                  <a:pt x="0" y="1529715"/>
                  <a:pt x="0" y="985457"/>
                </a:cubicBezTo>
                <a:cubicBezTo>
                  <a:pt x="0" y="441198"/>
                  <a:pt x="558070" y="0"/>
                  <a:pt x="978122" y="0"/>
                </a:cubicBezTo>
                <a:cubicBezTo>
                  <a:pt x="1398175" y="0"/>
                  <a:pt x="1993392" y="441198"/>
                  <a:pt x="1993392" y="985457"/>
                </a:cubicBezTo>
                <a:close/>
              </a:path>
            </a:pathLst>
          </a:custGeom>
          <a:solidFill>
            <a:srgbClr val="FFCA41">
              <a:lumMod val="7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72" name="Freeform: Shape 71">
            <a:extLst>
              <a:ext uri="{FF2B5EF4-FFF2-40B4-BE49-F238E27FC236}">
                <a16:creationId xmlns:a16="http://schemas.microsoft.com/office/drawing/2014/main" id="{D83FB12F-D11E-C6BB-0846-E32AF776DD8E}"/>
              </a:ext>
            </a:extLst>
          </p:cNvPr>
          <p:cNvSpPr/>
          <p:nvPr/>
        </p:nvSpPr>
        <p:spPr>
          <a:xfrm>
            <a:off x="1226337" y="3937411"/>
            <a:ext cx="663925" cy="859050"/>
          </a:xfrm>
          <a:custGeom>
            <a:avLst/>
            <a:gdLst>
              <a:gd name="connsiteX0" fmla="*/ 760000 w 759999"/>
              <a:gd name="connsiteY0" fmla="*/ 491680 h 983360"/>
              <a:gd name="connsiteX1" fmla="*/ 427577 w 759999"/>
              <a:gd name="connsiteY1" fmla="*/ 983361 h 983360"/>
              <a:gd name="connsiteX2" fmla="*/ 0 w 759999"/>
              <a:gd name="connsiteY2" fmla="*/ 491680 h 983360"/>
              <a:gd name="connsiteX3" fmla="*/ 427577 w 759999"/>
              <a:gd name="connsiteY3" fmla="*/ 0 h 983360"/>
              <a:gd name="connsiteX4" fmla="*/ 760000 w 759999"/>
              <a:gd name="connsiteY4" fmla="*/ 491680 h 983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999" h="983360">
                <a:moveTo>
                  <a:pt x="760000" y="491680"/>
                </a:moveTo>
                <a:cubicBezTo>
                  <a:pt x="760000" y="763238"/>
                  <a:pt x="611124" y="983361"/>
                  <a:pt x="427577" y="983361"/>
                </a:cubicBezTo>
                <a:cubicBezTo>
                  <a:pt x="244031" y="983361"/>
                  <a:pt x="0" y="763238"/>
                  <a:pt x="0" y="491680"/>
                </a:cubicBezTo>
                <a:cubicBezTo>
                  <a:pt x="0" y="220123"/>
                  <a:pt x="243935" y="0"/>
                  <a:pt x="427577" y="0"/>
                </a:cubicBezTo>
                <a:cubicBezTo>
                  <a:pt x="611219" y="0"/>
                  <a:pt x="760000" y="220123"/>
                  <a:pt x="760000" y="491680"/>
                </a:cubicBezTo>
                <a:close/>
              </a:path>
            </a:pathLst>
          </a:custGeom>
          <a:solidFill>
            <a:srgbClr val="1E41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73" name="Freeform: Shape 72">
            <a:extLst>
              <a:ext uri="{FF2B5EF4-FFF2-40B4-BE49-F238E27FC236}">
                <a16:creationId xmlns:a16="http://schemas.microsoft.com/office/drawing/2014/main" id="{86AA29F4-8C48-7615-4B2B-3DD46B3D4646}"/>
              </a:ext>
            </a:extLst>
          </p:cNvPr>
          <p:cNvSpPr/>
          <p:nvPr/>
        </p:nvSpPr>
        <p:spPr>
          <a:xfrm>
            <a:off x="2512324" y="3937143"/>
            <a:ext cx="489521" cy="476920"/>
          </a:xfrm>
          <a:custGeom>
            <a:avLst/>
            <a:gdLst>
              <a:gd name="connsiteX0" fmla="*/ 973074 w 973073"/>
              <a:gd name="connsiteY0" fmla="*/ 456343 h 948023"/>
              <a:gd name="connsiteX1" fmla="*/ 547402 w 973073"/>
              <a:gd name="connsiteY1" fmla="*/ 948023 h 948023"/>
              <a:gd name="connsiteX2" fmla="*/ 0 w 973073"/>
              <a:gd name="connsiteY2" fmla="*/ 456343 h 948023"/>
              <a:gd name="connsiteX3" fmla="*/ 547402 w 973073"/>
              <a:gd name="connsiteY3" fmla="*/ 0 h 948023"/>
              <a:gd name="connsiteX4" fmla="*/ 973074 w 973073"/>
              <a:gd name="connsiteY4" fmla="*/ 456343 h 948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073" h="948023">
                <a:moveTo>
                  <a:pt x="973074" y="456343"/>
                </a:moveTo>
                <a:cubicBezTo>
                  <a:pt x="973074" y="727901"/>
                  <a:pt x="782479" y="948023"/>
                  <a:pt x="547402" y="948023"/>
                </a:cubicBezTo>
                <a:cubicBezTo>
                  <a:pt x="312325" y="948023"/>
                  <a:pt x="0" y="727901"/>
                  <a:pt x="0" y="456343"/>
                </a:cubicBezTo>
                <a:cubicBezTo>
                  <a:pt x="0" y="184785"/>
                  <a:pt x="312325" y="0"/>
                  <a:pt x="547402" y="0"/>
                </a:cubicBezTo>
                <a:cubicBezTo>
                  <a:pt x="782479" y="0"/>
                  <a:pt x="973074" y="184785"/>
                  <a:pt x="973074" y="456343"/>
                </a:cubicBezTo>
                <a:close/>
              </a:path>
            </a:pathLst>
          </a:custGeom>
          <a:solidFill>
            <a:srgbClr val="1E41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74" name="Freeform: Shape 73">
            <a:extLst>
              <a:ext uri="{FF2B5EF4-FFF2-40B4-BE49-F238E27FC236}">
                <a16:creationId xmlns:a16="http://schemas.microsoft.com/office/drawing/2014/main" id="{E5AA6980-5CAC-178E-996A-47F167AD4D8E}"/>
              </a:ext>
            </a:extLst>
          </p:cNvPr>
          <p:cNvSpPr/>
          <p:nvPr/>
        </p:nvSpPr>
        <p:spPr>
          <a:xfrm>
            <a:off x="4284543" y="2779922"/>
            <a:ext cx="822605" cy="859051"/>
          </a:xfrm>
          <a:custGeom>
            <a:avLst/>
            <a:gdLst>
              <a:gd name="connsiteX0" fmla="*/ 941641 w 941641"/>
              <a:gd name="connsiteY0" fmla="*/ 491680 h 983361"/>
              <a:gd name="connsiteX1" fmla="*/ 515969 w 941641"/>
              <a:gd name="connsiteY1" fmla="*/ 983361 h 983361"/>
              <a:gd name="connsiteX2" fmla="*/ 0 w 941641"/>
              <a:gd name="connsiteY2" fmla="*/ 491680 h 983361"/>
              <a:gd name="connsiteX3" fmla="*/ 515969 w 941641"/>
              <a:gd name="connsiteY3" fmla="*/ 0 h 983361"/>
              <a:gd name="connsiteX4" fmla="*/ 941641 w 941641"/>
              <a:gd name="connsiteY4" fmla="*/ 491680 h 983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641" h="983361">
                <a:moveTo>
                  <a:pt x="941641" y="491680"/>
                </a:moveTo>
                <a:cubicBezTo>
                  <a:pt x="941641" y="763238"/>
                  <a:pt x="751046" y="983361"/>
                  <a:pt x="515969" y="983361"/>
                </a:cubicBezTo>
                <a:cubicBezTo>
                  <a:pt x="280892" y="983361"/>
                  <a:pt x="0" y="763238"/>
                  <a:pt x="0" y="491680"/>
                </a:cubicBezTo>
                <a:cubicBezTo>
                  <a:pt x="0" y="220123"/>
                  <a:pt x="280892" y="0"/>
                  <a:pt x="515969" y="0"/>
                </a:cubicBezTo>
                <a:cubicBezTo>
                  <a:pt x="751046" y="0"/>
                  <a:pt x="941641" y="220123"/>
                  <a:pt x="941641" y="491680"/>
                </a:cubicBezTo>
                <a:close/>
              </a:path>
            </a:pathLst>
          </a:custGeom>
          <a:solidFill>
            <a:srgbClr val="FFCA4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75" name="Freeform: Shape 74">
            <a:extLst>
              <a:ext uri="{FF2B5EF4-FFF2-40B4-BE49-F238E27FC236}">
                <a16:creationId xmlns:a16="http://schemas.microsoft.com/office/drawing/2014/main" id="{2F7B1B16-FF69-C900-732D-FC499886E981}"/>
              </a:ext>
            </a:extLst>
          </p:cNvPr>
          <p:cNvSpPr/>
          <p:nvPr/>
        </p:nvSpPr>
        <p:spPr>
          <a:xfrm>
            <a:off x="2412853" y="2018191"/>
            <a:ext cx="567320" cy="518227"/>
          </a:xfrm>
          <a:custGeom>
            <a:avLst/>
            <a:gdLst>
              <a:gd name="connsiteX0" fmla="*/ 649415 w 649414"/>
              <a:gd name="connsiteY0" fmla="*/ 296609 h 593217"/>
              <a:gd name="connsiteX1" fmla="*/ 324707 w 649414"/>
              <a:gd name="connsiteY1" fmla="*/ 593217 h 593217"/>
              <a:gd name="connsiteX2" fmla="*/ 0 w 649414"/>
              <a:gd name="connsiteY2" fmla="*/ 296609 h 593217"/>
              <a:gd name="connsiteX3" fmla="*/ 324707 w 649414"/>
              <a:gd name="connsiteY3" fmla="*/ 0 h 593217"/>
              <a:gd name="connsiteX4" fmla="*/ 649415 w 649414"/>
              <a:gd name="connsiteY4" fmla="*/ 296609 h 593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414" h="593217">
                <a:moveTo>
                  <a:pt x="649415" y="296609"/>
                </a:moveTo>
                <a:cubicBezTo>
                  <a:pt x="649415" y="460421"/>
                  <a:pt x="504038" y="593217"/>
                  <a:pt x="324707" y="593217"/>
                </a:cubicBezTo>
                <a:cubicBezTo>
                  <a:pt x="145376" y="593217"/>
                  <a:pt x="0" y="460421"/>
                  <a:pt x="0" y="296609"/>
                </a:cubicBezTo>
                <a:cubicBezTo>
                  <a:pt x="0" y="132796"/>
                  <a:pt x="145377" y="0"/>
                  <a:pt x="324707" y="0"/>
                </a:cubicBezTo>
                <a:cubicBezTo>
                  <a:pt x="504038" y="0"/>
                  <a:pt x="649415" y="132796"/>
                  <a:pt x="649415" y="296609"/>
                </a:cubicBezTo>
                <a:close/>
              </a:path>
            </a:pathLst>
          </a:custGeom>
          <a:solidFill>
            <a:srgbClr val="795DE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76" name="Freeform: Shape 75">
            <a:extLst>
              <a:ext uri="{FF2B5EF4-FFF2-40B4-BE49-F238E27FC236}">
                <a16:creationId xmlns:a16="http://schemas.microsoft.com/office/drawing/2014/main" id="{6446DF4A-16A2-BB47-929D-8C9D35B4D196}"/>
              </a:ext>
            </a:extLst>
          </p:cNvPr>
          <p:cNvSpPr/>
          <p:nvPr/>
        </p:nvSpPr>
        <p:spPr>
          <a:xfrm>
            <a:off x="3569067" y="1928440"/>
            <a:ext cx="732877" cy="732877"/>
          </a:xfrm>
          <a:custGeom>
            <a:avLst/>
            <a:gdLst>
              <a:gd name="connsiteX0" fmla="*/ 636042 w 838928"/>
              <a:gd name="connsiteY0" fmla="*/ 636042 h 838928"/>
              <a:gd name="connsiteX1" fmla="*/ 145885 w 838928"/>
              <a:gd name="connsiteY1" fmla="*/ 750151 h 838928"/>
              <a:gd name="connsiteX2" fmla="*/ 117215 w 838928"/>
              <a:gd name="connsiteY2" fmla="*/ 117215 h 838928"/>
              <a:gd name="connsiteX3" fmla="*/ 750151 w 838928"/>
              <a:gd name="connsiteY3" fmla="*/ 145885 h 838928"/>
              <a:gd name="connsiteX4" fmla="*/ 636042 w 838928"/>
              <a:gd name="connsiteY4" fmla="*/ 636042 h 838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928" h="838928">
                <a:moveTo>
                  <a:pt x="636042" y="636042"/>
                </a:moveTo>
                <a:cubicBezTo>
                  <a:pt x="469164" y="802920"/>
                  <a:pt x="328575" y="932841"/>
                  <a:pt x="145885" y="750151"/>
                </a:cubicBezTo>
                <a:cubicBezTo>
                  <a:pt x="-36804" y="567462"/>
                  <a:pt x="-49663" y="284093"/>
                  <a:pt x="117215" y="117215"/>
                </a:cubicBezTo>
                <a:cubicBezTo>
                  <a:pt x="284093" y="-49663"/>
                  <a:pt x="567462" y="-36804"/>
                  <a:pt x="750151" y="145885"/>
                </a:cubicBezTo>
                <a:cubicBezTo>
                  <a:pt x="932841" y="328575"/>
                  <a:pt x="802920" y="469164"/>
                  <a:pt x="636042" y="636042"/>
                </a:cubicBezTo>
                <a:close/>
              </a:path>
            </a:pathLst>
          </a:custGeom>
          <a:solidFill>
            <a:srgbClr val="795DE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77" name="Freeform: Shape 76">
            <a:extLst>
              <a:ext uri="{FF2B5EF4-FFF2-40B4-BE49-F238E27FC236}">
                <a16:creationId xmlns:a16="http://schemas.microsoft.com/office/drawing/2014/main" id="{8F2F14C4-CD7C-DE0A-A94F-6C1616BA1E09}"/>
              </a:ext>
            </a:extLst>
          </p:cNvPr>
          <p:cNvSpPr/>
          <p:nvPr/>
        </p:nvSpPr>
        <p:spPr>
          <a:xfrm>
            <a:off x="3164745" y="1867875"/>
            <a:ext cx="270378" cy="196996"/>
          </a:xfrm>
          <a:custGeom>
            <a:avLst/>
            <a:gdLst>
              <a:gd name="connsiteX0" fmla="*/ 731234 w 731234"/>
              <a:gd name="connsiteY0" fmla="*/ 322231 h 644461"/>
              <a:gd name="connsiteX1" fmla="*/ 358807 w 731234"/>
              <a:gd name="connsiteY1" fmla="*/ 644462 h 644461"/>
              <a:gd name="connsiteX2" fmla="*/ 0 w 731234"/>
              <a:gd name="connsiteY2" fmla="*/ 322231 h 644461"/>
              <a:gd name="connsiteX3" fmla="*/ 358807 w 731234"/>
              <a:gd name="connsiteY3" fmla="*/ 0 h 644461"/>
              <a:gd name="connsiteX4" fmla="*/ 731234 w 731234"/>
              <a:gd name="connsiteY4" fmla="*/ 322231 h 644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234" h="644461">
                <a:moveTo>
                  <a:pt x="731234" y="322231"/>
                </a:moveTo>
                <a:cubicBezTo>
                  <a:pt x="731234" y="500253"/>
                  <a:pt x="512921" y="644462"/>
                  <a:pt x="358807" y="644462"/>
                </a:cubicBezTo>
                <a:cubicBezTo>
                  <a:pt x="204692" y="644462"/>
                  <a:pt x="0" y="500158"/>
                  <a:pt x="0" y="322231"/>
                </a:cubicBezTo>
                <a:cubicBezTo>
                  <a:pt x="0" y="144304"/>
                  <a:pt x="204692" y="0"/>
                  <a:pt x="358807" y="0"/>
                </a:cubicBezTo>
                <a:cubicBezTo>
                  <a:pt x="512921" y="0"/>
                  <a:pt x="731234" y="144304"/>
                  <a:pt x="731234" y="322231"/>
                </a:cubicBezTo>
                <a:close/>
              </a:path>
            </a:pathLst>
          </a:custGeom>
          <a:solidFill>
            <a:srgbClr val="795DE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78" name="Freeform: Shape 77">
            <a:extLst>
              <a:ext uri="{FF2B5EF4-FFF2-40B4-BE49-F238E27FC236}">
                <a16:creationId xmlns:a16="http://schemas.microsoft.com/office/drawing/2014/main" id="{52A083DC-D67C-DED1-26A3-AC928D90D54A}"/>
              </a:ext>
            </a:extLst>
          </p:cNvPr>
          <p:cNvSpPr/>
          <p:nvPr/>
        </p:nvSpPr>
        <p:spPr>
          <a:xfrm>
            <a:off x="1332139" y="1913591"/>
            <a:ext cx="423453" cy="442214"/>
          </a:xfrm>
          <a:custGeom>
            <a:avLst/>
            <a:gdLst>
              <a:gd name="connsiteX0" fmla="*/ 941641 w 941641"/>
              <a:gd name="connsiteY0" fmla="*/ 491680 h 983361"/>
              <a:gd name="connsiteX1" fmla="*/ 515969 w 941641"/>
              <a:gd name="connsiteY1" fmla="*/ 983361 h 983361"/>
              <a:gd name="connsiteX2" fmla="*/ 0 w 941641"/>
              <a:gd name="connsiteY2" fmla="*/ 491680 h 983361"/>
              <a:gd name="connsiteX3" fmla="*/ 515969 w 941641"/>
              <a:gd name="connsiteY3" fmla="*/ 0 h 983361"/>
              <a:gd name="connsiteX4" fmla="*/ 941641 w 941641"/>
              <a:gd name="connsiteY4" fmla="*/ 491680 h 983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1641" h="983361">
                <a:moveTo>
                  <a:pt x="941641" y="491680"/>
                </a:moveTo>
                <a:cubicBezTo>
                  <a:pt x="941641" y="763238"/>
                  <a:pt x="751046" y="983361"/>
                  <a:pt x="515969" y="983361"/>
                </a:cubicBezTo>
                <a:cubicBezTo>
                  <a:pt x="280892" y="983361"/>
                  <a:pt x="0" y="763238"/>
                  <a:pt x="0" y="491680"/>
                </a:cubicBezTo>
                <a:cubicBezTo>
                  <a:pt x="0" y="220123"/>
                  <a:pt x="280892" y="0"/>
                  <a:pt x="515969" y="0"/>
                </a:cubicBezTo>
                <a:cubicBezTo>
                  <a:pt x="751046" y="0"/>
                  <a:pt x="941641" y="220123"/>
                  <a:pt x="941641" y="491680"/>
                </a:cubicBezTo>
                <a:close/>
              </a:path>
            </a:pathLst>
          </a:custGeom>
          <a:solidFill>
            <a:srgbClr val="38C7A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79" name="Google Shape;540;p114">
            <a:extLst>
              <a:ext uri="{FF2B5EF4-FFF2-40B4-BE49-F238E27FC236}">
                <a16:creationId xmlns:a16="http://schemas.microsoft.com/office/drawing/2014/main" id="{34746096-5A09-D1C3-20AE-C2B7C95DFD38}"/>
              </a:ext>
            </a:extLst>
          </p:cNvPr>
          <p:cNvSpPr/>
          <p:nvPr/>
        </p:nvSpPr>
        <p:spPr>
          <a:xfrm>
            <a:off x="4664827" y="1347687"/>
            <a:ext cx="3479231" cy="946808"/>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795DED"/>
                </a:solidFill>
                <a:effectLst/>
                <a:uLnTx/>
                <a:uFillTx/>
                <a:latin typeface="Manrope" charset="0"/>
                <a:ea typeface="Poppins Medium"/>
                <a:cs typeface="Poppins Medium"/>
                <a:sym typeface="Poppins Medium"/>
              </a:rPr>
              <a:t>Thought Leadership and Innovation</a:t>
            </a:r>
            <a:endParaRPr kumimoji="0" sz="2800" b="0" i="0" u="none" strike="noStrike" kern="1200" cap="none" spc="0" normalizeH="0" baseline="0" noProof="0" dirty="0">
              <a:ln>
                <a:noFill/>
              </a:ln>
              <a:solidFill>
                <a:srgbClr val="795DED"/>
              </a:solidFill>
              <a:effectLst/>
              <a:uLnTx/>
              <a:uFillTx/>
              <a:latin typeface="Manrope" charset="0"/>
              <a:ea typeface="+mn-ea"/>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dirty="0">
              <a:ln>
                <a:noFill/>
              </a:ln>
              <a:solidFill>
                <a:prstClr val="white"/>
              </a:solidFill>
              <a:effectLst/>
              <a:uLnTx/>
              <a:uFillTx/>
              <a:latin typeface="Manrope" charset="0"/>
              <a:ea typeface="Poppins Medium"/>
              <a:cs typeface="Poppins Medium"/>
              <a:sym typeface="Poppins Medium"/>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nrope" charset="0"/>
                <a:ea typeface="Poppins"/>
                <a:cs typeface="Poppins"/>
                <a:sym typeface="Poppins"/>
              </a:rPr>
              <a:t>Thought leadership built on top of our own </a:t>
            </a:r>
            <a:r>
              <a:rPr kumimoji="0" lang="en-US" sz="1100" b="0" i="0" u="none" strike="noStrike" kern="1200" cap="none" spc="0" normalizeH="0" baseline="0" noProof="0" dirty="0">
                <a:ln>
                  <a:noFill/>
                </a:ln>
                <a:solidFill>
                  <a:srgbClr val="795DED"/>
                </a:solidFill>
                <a:effectLst/>
                <a:uLnTx/>
                <a:uFillTx/>
                <a:latin typeface="Manrope" charset="0"/>
                <a:ea typeface="Poppins"/>
                <a:cs typeface="Poppins"/>
                <a:sym typeface="Poppins"/>
              </a:rPr>
              <a:t>innovative survey platform</a:t>
            </a:r>
            <a:r>
              <a:rPr lang="en-US" sz="1100" dirty="0">
                <a:solidFill>
                  <a:srgbClr val="795DED"/>
                </a:solidFill>
                <a:latin typeface="Manrope" charset="0"/>
                <a:ea typeface="Poppins"/>
                <a:cs typeface="Poppins"/>
                <a:sym typeface="Poppins"/>
              </a:rPr>
              <a:t>.</a:t>
            </a:r>
            <a:r>
              <a:rPr kumimoji="0" lang="en-US" sz="1100" b="0" i="0" u="none" strike="noStrike" kern="1200" cap="none" spc="0" normalizeH="0" baseline="0" noProof="0" dirty="0">
                <a:ln>
                  <a:noFill/>
                </a:ln>
                <a:solidFill>
                  <a:srgbClr val="795DED"/>
                </a:solidFill>
                <a:effectLst/>
                <a:uLnTx/>
                <a:uFillTx/>
                <a:latin typeface="Manrope" charset="0"/>
                <a:ea typeface="Poppins"/>
                <a:cs typeface="Poppins"/>
                <a:sym typeface="Poppins"/>
              </a:rPr>
              <a:t> </a:t>
            </a:r>
            <a:r>
              <a:rPr kumimoji="0" lang="en-US" sz="1100" b="0" i="0" u="none" strike="noStrike" kern="1200" cap="none" spc="0" normalizeH="0" baseline="0" noProof="0" dirty="0">
                <a:ln>
                  <a:noFill/>
                </a:ln>
                <a:solidFill>
                  <a:prstClr val="white"/>
                </a:solidFill>
                <a:effectLst/>
                <a:uLnTx/>
                <a:uFillTx/>
                <a:latin typeface="Manrope" charset="0"/>
                <a:ea typeface="Poppins"/>
                <a:cs typeface="Poppins"/>
                <a:sym typeface="Poppins"/>
              </a:rPr>
              <a:t>We are leaders in integrating the latest AI </a:t>
            </a:r>
            <a:r>
              <a:rPr lang="en-US" sz="1100" dirty="0">
                <a:solidFill>
                  <a:prstClr val="white"/>
                </a:solidFill>
                <a:latin typeface="Manrope" charset="0"/>
                <a:ea typeface="Poppins"/>
                <a:cs typeface="Poppins"/>
                <a:sym typeface="Poppins"/>
              </a:rPr>
              <a:t>advances </a:t>
            </a:r>
            <a:r>
              <a:rPr kumimoji="0" lang="en-US" sz="1100" b="0" i="0" u="none" strike="noStrike" kern="1200" cap="none" spc="0" normalizeH="0" baseline="0" noProof="0" dirty="0">
                <a:ln>
                  <a:noFill/>
                </a:ln>
                <a:solidFill>
                  <a:prstClr val="white"/>
                </a:solidFill>
                <a:effectLst/>
                <a:uLnTx/>
                <a:uFillTx/>
                <a:latin typeface="Manrope" charset="0"/>
                <a:ea typeface="Poppins"/>
                <a:cs typeface="Poppins"/>
                <a:sym typeface="Poppins"/>
              </a:rPr>
              <a:t>into the survey-taking experience, transforming how insights are captured, analyzed, and applied.</a:t>
            </a:r>
          </a:p>
        </p:txBody>
      </p:sp>
      <p:sp>
        <p:nvSpPr>
          <p:cNvPr id="80" name="Google Shape;541;p114">
            <a:extLst>
              <a:ext uri="{FF2B5EF4-FFF2-40B4-BE49-F238E27FC236}">
                <a16:creationId xmlns:a16="http://schemas.microsoft.com/office/drawing/2014/main" id="{8F4F1341-134B-A196-A36F-D353FD3506EE}"/>
              </a:ext>
            </a:extLst>
          </p:cNvPr>
          <p:cNvSpPr/>
          <p:nvPr/>
        </p:nvSpPr>
        <p:spPr>
          <a:xfrm>
            <a:off x="-83881" y="5156382"/>
            <a:ext cx="3161370" cy="807913"/>
          </a:xfrm>
          <a:prstGeom prst="rect">
            <a:avLst/>
          </a:prstGeom>
          <a:noFill/>
          <a:ln>
            <a:noFill/>
          </a:ln>
        </p:spPr>
        <p:txBody>
          <a:bodyPr spcFirstLastPara="1" wrap="square" lIns="91425" tIns="45700" rIns="91425" bIns="4570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41EB">
                    <a:lumMod val="60000"/>
                    <a:lumOff val="40000"/>
                  </a:srgbClr>
                </a:solidFill>
                <a:effectLst/>
                <a:uLnTx/>
                <a:uFillTx/>
                <a:latin typeface="Manrope" charset="0"/>
                <a:ea typeface="Poppins Medium"/>
                <a:cs typeface="Poppins Medium"/>
                <a:sym typeface="Poppins Medium"/>
              </a:rPr>
              <a:t>Therapeutic Area Expertise</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sz="700" b="1" i="0" u="none" strike="noStrike" kern="1200" cap="none" spc="0" normalizeH="0" baseline="0" noProof="0" dirty="0">
              <a:ln>
                <a:noFill/>
              </a:ln>
              <a:solidFill>
                <a:prstClr val="white"/>
              </a:solidFill>
              <a:effectLst/>
              <a:uLnTx/>
              <a:uFillTx/>
              <a:latin typeface="Manrope" charset="0"/>
              <a:ea typeface="Poppins Medium"/>
              <a:cs typeface="Poppins Medium"/>
              <a:sym typeface="Poppins Medium"/>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nrope" charset="0"/>
                <a:ea typeface="Poppins"/>
                <a:cs typeface="Poppins"/>
                <a:sym typeface="Poppins"/>
              </a:rPr>
              <a:t>An experienced team who knows your market well, helping you make better decisions. We have been partnering with Pfizer vaccines since 2023.</a:t>
            </a:r>
            <a:endParaRPr kumimoji="0" sz="1800" b="0" i="0" u="none" strike="noStrike" kern="1200" cap="none" spc="0" normalizeH="0" baseline="0" noProof="0" dirty="0">
              <a:ln>
                <a:noFill/>
              </a:ln>
              <a:solidFill>
                <a:prstClr val="white"/>
              </a:solidFill>
              <a:effectLst/>
              <a:uLnTx/>
              <a:uFillTx/>
              <a:latin typeface="Manrope" charset="0"/>
              <a:ea typeface="Poppins"/>
              <a:cs typeface="Poppins"/>
              <a:sym typeface="Poppins"/>
            </a:endParaRPr>
          </a:p>
        </p:txBody>
      </p:sp>
      <p:sp>
        <p:nvSpPr>
          <p:cNvPr id="81" name="Google Shape;540;p114">
            <a:extLst>
              <a:ext uri="{FF2B5EF4-FFF2-40B4-BE49-F238E27FC236}">
                <a16:creationId xmlns:a16="http://schemas.microsoft.com/office/drawing/2014/main" id="{4BE75215-6125-7BFD-7EF1-A3DB98828309}"/>
              </a:ext>
            </a:extLst>
          </p:cNvPr>
          <p:cNvSpPr/>
          <p:nvPr/>
        </p:nvSpPr>
        <p:spPr>
          <a:xfrm>
            <a:off x="5115940" y="3557006"/>
            <a:ext cx="2952167" cy="1016542"/>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CA41"/>
                </a:solidFill>
                <a:effectLst/>
                <a:uLnTx/>
                <a:uFillTx/>
                <a:latin typeface="Manrope" charset="0"/>
                <a:ea typeface="Poppins Medium"/>
                <a:cs typeface="Poppins Medium"/>
                <a:sym typeface="Poppins Medium"/>
              </a:rPr>
              <a:t>Deep HCP &amp; Patient Panel</a:t>
            </a:r>
            <a:endParaRPr kumimoji="0" sz="1400" b="0" i="0" u="none" strike="noStrike" kern="1200" cap="none" spc="0" normalizeH="0" baseline="0" noProof="0" dirty="0">
              <a:ln>
                <a:noFill/>
              </a:ln>
              <a:solidFill>
                <a:srgbClr val="FFCA41"/>
              </a:solidFill>
              <a:effectLst/>
              <a:uLnTx/>
              <a:uFillTx/>
              <a:latin typeface="Manrope" charset="0"/>
              <a:ea typeface="+mn-ea"/>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800" b="0" i="0" u="none" strike="noStrike" kern="1200" cap="none" spc="0" normalizeH="0" baseline="0" noProof="0" dirty="0">
              <a:ln>
                <a:noFill/>
              </a:ln>
              <a:solidFill>
                <a:prstClr val="white"/>
              </a:solidFill>
              <a:effectLst/>
              <a:uLnTx/>
              <a:uFillTx/>
              <a:latin typeface="Manrope" charset="0"/>
              <a:ea typeface="Poppins Medium"/>
              <a:cs typeface="Poppins Medium"/>
              <a:sym typeface="Poppins Medium"/>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nrope" charset="0"/>
                <a:ea typeface="Poppins"/>
                <a:cs typeface="Poppins"/>
                <a:sym typeface="Poppins"/>
              </a:rPr>
              <a:t>Proprietary</a:t>
            </a:r>
            <a:r>
              <a:rPr lang="en-US" sz="1100" dirty="0">
                <a:solidFill>
                  <a:prstClr val="white"/>
                </a:solidFill>
                <a:latin typeface="Manrope" charset="0"/>
                <a:ea typeface="Poppins"/>
                <a:cs typeface="Poppins"/>
                <a:sym typeface="Poppins"/>
              </a:rPr>
              <a:t> in-house</a:t>
            </a:r>
            <a:r>
              <a:rPr kumimoji="0" lang="en-US" sz="1100" b="0" i="0" u="none" strike="noStrike" kern="1200" cap="none" spc="0" normalizeH="0" baseline="0" noProof="0" dirty="0">
                <a:ln>
                  <a:noFill/>
                </a:ln>
                <a:solidFill>
                  <a:srgbClr val="FFCA41"/>
                </a:solidFill>
                <a:effectLst/>
                <a:uLnTx/>
                <a:uFillTx/>
                <a:latin typeface="Manrope" charset="0"/>
                <a:ea typeface="Poppins"/>
                <a:cs typeface="Poppins"/>
                <a:sym typeface="Poppins"/>
              </a:rPr>
              <a:t> </a:t>
            </a:r>
            <a:r>
              <a:rPr kumimoji="0" lang="en-US" sz="1100" i="0" u="none" strike="noStrike" kern="1200" cap="none" spc="0" normalizeH="0" baseline="0" noProof="0" dirty="0">
                <a:ln>
                  <a:noFill/>
                </a:ln>
                <a:solidFill>
                  <a:srgbClr val="FFCA41"/>
                </a:solidFill>
                <a:effectLst/>
                <a:uLnTx/>
                <a:uFillTx/>
                <a:latin typeface="Manrope" charset="0"/>
                <a:ea typeface="Poppins"/>
                <a:cs typeface="Poppins"/>
                <a:sym typeface="Poppins"/>
              </a:rPr>
              <a:t>56K+ HCP and patient network</a:t>
            </a:r>
            <a:r>
              <a:rPr kumimoji="0" lang="en-US" sz="1100" b="0" i="0" u="none" strike="noStrike" kern="1200" cap="none" spc="0" normalizeH="0" baseline="0" noProof="0" dirty="0">
                <a:ln>
                  <a:noFill/>
                </a:ln>
                <a:solidFill>
                  <a:srgbClr val="FFCA41"/>
                </a:solidFill>
                <a:effectLst/>
                <a:uLnTx/>
                <a:uFillTx/>
                <a:latin typeface="Manrope" charset="0"/>
                <a:ea typeface="Poppins"/>
                <a:cs typeface="Poppins"/>
                <a:sym typeface="Poppins"/>
              </a:rPr>
              <a:t> </a:t>
            </a:r>
            <a:r>
              <a:rPr kumimoji="0" lang="en-US" sz="1100" b="0" i="0" u="none" strike="noStrike" kern="1200" cap="none" spc="0" normalizeH="0" baseline="0" noProof="0" dirty="0">
                <a:ln>
                  <a:noFill/>
                </a:ln>
                <a:solidFill>
                  <a:prstClr val="white"/>
                </a:solidFill>
                <a:effectLst/>
                <a:uLnTx/>
                <a:uFillTx/>
                <a:latin typeface="Manrope" charset="0"/>
                <a:ea typeface="Poppins"/>
                <a:cs typeface="Poppins"/>
                <a:sym typeface="Poppins"/>
              </a:rPr>
              <a:t>that enables rapid, targeted insights from relevant audiences.</a:t>
            </a:r>
          </a:p>
        </p:txBody>
      </p:sp>
      <p:sp>
        <p:nvSpPr>
          <p:cNvPr id="82" name="Freeform: Shape 81">
            <a:extLst>
              <a:ext uri="{FF2B5EF4-FFF2-40B4-BE49-F238E27FC236}">
                <a16:creationId xmlns:a16="http://schemas.microsoft.com/office/drawing/2014/main" id="{F35E4BB2-6D4C-7F08-4128-E2F741E0CBCC}"/>
              </a:ext>
            </a:extLst>
          </p:cNvPr>
          <p:cNvSpPr/>
          <p:nvPr/>
        </p:nvSpPr>
        <p:spPr>
          <a:xfrm>
            <a:off x="1472586" y="1879417"/>
            <a:ext cx="1547813" cy="1638052"/>
          </a:xfrm>
          <a:custGeom>
            <a:avLst/>
            <a:gdLst>
              <a:gd name="connsiteX0" fmla="*/ 166483 w 1547813"/>
              <a:gd name="connsiteY0" fmla="*/ 725037 h 1638052"/>
              <a:gd name="connsiteX1" fmla="*/ 292784 w 1547813"/>
              <a:gd name="connsiteY1" fmla="*/ 697224 h 1638052"/>
              <a:gd name="connsiteX2" fmla="*/ 493000 w 1547813"/>
              <a:gd name="connsiteY2" fmla="*/ 635407 h 1638052"/>
              <a:gd name="connsiteX3" fmla="*/ 664736 w 1547813"/>
              <a:gd name="connsiteY3" fmla="*/ 291459 h 1638052"/>
              <a:gd name="connsiteX4" fmla="*/ 898289 w 1547813"/>
              <a:gd name="connsiteY4" fmla="*/ 7614 h 1638052"/>
              <a:gd name="connsiteX5" fmla="*/ 1214138 w 1547813"/>
              <a:gd name="connsiteY5" fmla="*/ 99816 h 1638052"/>
              <a:gd name="connsiteX6" fmla="*/ 1227282 w 1547813"/>
              <a:gd name="connsiteY6" fmla="*/ 114389 h 1638052"/>
              <a:gd name="connsiteX7" fmla="*/ 1285575 w 1547813"/>
              <a:gd name="connsiteY7" fmla="*/ 382518 h 1638052"/>
              <a:gd name="connsiteX8" fmla="*/ 1383968 w 1547813"/>
              <a:gd name="connsiteY8" fmla="*/ 882962 h 1638052"/>
              <a:gd name="connsiteX9" fmla="*/ 1500745 w 1547813"/>
              <a:gd name="connsiteY9" fmla="*/ 1062413 h 1638052"/>
              <a:gd name="connsiteX10" fmla="*/ 1454263 w 1547813"/>
              <a:gd name="connsiteY10" fmla="*/ 1522661 h 1638052"/>
              <a:gd name="connsiteX11" fmla="*/ 1216519 w 1547813"/>
              <a:gd name="connsiteY11" fmla="*/ 1637818 h 1638052"/>
              <a:gd name="connsiteX12" fmla="*/ 785036 w 1547813"/>
              <a:gd name="connsiteY12" fmla="*/ 1311968 h 1638052"/>
              <a:gd name="connsiteX13" fmla="*/ 603776 w 1547813"/>
              <a:gd name="connsiteY13" fmla="*/ 1197477 h 1638052"/>
              <a:gd name="connsiteX14" fmla="*/ 381176 w 1547813"/>
              <a:gd name="connsiteY14" fmla="*/ 1205288 h 1638052"/>
              <a:gd name="connsiteX15" fmla="*/ 182294 w 1547813"/>
              <a:gd name="connsiteY15" fmla="*/ 1210526 h 1638052"/>
              <a:gd name="connsiteX16" fmla="*/ 35705 w 1547813"/>
              <a:gd name="connsiteY16" fmla="*/ 1109657 h 1638052"/>
              <a:gd name="connsiteX17" fmla="*/ 1415 w 1547813"/>
              <a:gd name="connsiteY17" fmla="*/ 989451 h 1638052"/>
              <a:gd name="connsiteX18" fmla="*/ 53802 w 1547813"/>
              <a:gd name="connsiteY18" fmla="*/ 803333 h 1638052"/>
              <a:gd name="connsiteX19" fmla="*/ 166292 w 1547813"/>
              <a:gd name="connsiteY19" fmla="*/ 725037 h 163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47813" h="1638052">
                <a:moveTo>
                  <a:pt x="166483" y="725037"/>
                </a:moveTo>
                <a:cubicBezTo>
                  <a:pt x="204488" y="709988"/>
                  <a:pt x="247160" y="700653"/>
                  <a:pt x="292784" y="697224"/>
                </a:cubicBezTo>
                <a:cubicBezTo>
                  <a:pt x="359078" y="692176"/>
                  <a:pt x="430230" y="678555"/>
                  <a:pt x="493000" y="635407"/>
                </a:cubicBezTo>
                <a:cubicBezTo>
                  <a:pt x="571962" y="581114"/>
                  <a:pt x="637875" y="480340"/>
                  <a:pt x="664736" y="291459"/>
                </a:cubicBezTo>
                <a:cubicBezTo>
                  <a:pt x="688929" y="121724"/>
                  <a:pt x="786275" y="32760"/>
                  <a:pt x="898289" y="7614"/>
                </a:cubicBezTo>
                <a:cubicBezTo>
                  <a:pt x="1007731" y="-16960"/>
                  <a:pt x="1130984" y="19044"/>
                  <a:pt x="1214138" y="99816"/>
                </a:cubicBezTo>
                <a:cubicBezTo>
                  <a:pt x="1218805" y="104388"/>
                  <a:pt x="1223187" y="109246"/>
                  <a:pt x="1227282" y="114389"/>
                </a:cubicBezTo>
                <a:cubicBezTo>
                  <a:pt x="1275193" y="174587"/>
                  <a:pt x="1283384" y="272981"/>
                  <a:pt x="1285575" y="382518"/>
                </a:cubicBezTo>
                <a:cubicBezTo>
                  <a:pt x="1288909" y="556730"/>
                  <a:pt x="1276812" y="759708"/>
                  <a:pt x="1383968" y="882962"/>
                </a:cubicBezTo>
                <a:cubicBezTo>
                  <a:pt x="1424926" y="930015"/>
                  <a:pt x="1468741" y="991832"/>
                  <a:pt x="1500745" y="1062413"/>
                </a:cubicBezTo>
                <a:cubicBezTo>
                  <a:pt x="1561610" y="1197001"/>
                  <a:pt x="1579803" y="1363784"/>
                  <a:pt x="1454263" y="1522661"/>
                </a:cubicBezTo>
                <a:cubicBezTo>
                  <a:pt x="1401495" y="1589431"/>
                  <a:pt x="1318913" y="1642009"/>
                  <a:pt x="1216519" y="1637818"/>
                </a:cubicBezTo>
                <a:cubicBezTo>
                  <a:pt x="1094885" y="1632960"/>
                  <a:pt x="945437" y="1548092"/>
                  <a:pt x="785036" y="1311968"/>
                </a:cubicBezTo>
                <a:cubicBezTo>
                  <a:pt x="738935" y="1244054"/>
                  <a:pt x="674546" y="1210622"/>
                  <a:pt x="603776" y="1197477"/>
                </a:cubicBezTo>
                <a:cubicBezTo>
                  <a:pt x="532243" y="1184237"/>
                  <a:pt x="454043" y="1191762"/>
                  <a:pt x="381176" y="1205288"/>
                </a:cubicBezTo>
                <a:cubicBezTo>
                  <a:pt x="307453" y="1219004"/>
                  <a:pt x="239635" y="1222242"/>
                  <a:pt x="182294" y="1210526"/>
                </a:cubicBezTo>
                <a:cubicBezTo>
                  <a:pt x="118382" y="1197477"/>
                  <a:pt x="67518" y="1165854"/>
                  <a:pt x="35705" y="1109657"/>
                </a:cubicBezTo>
                <a:cubicBezTo>
                  <a:pt x="17798" y="1077843"/>
                  <a:pt x="5987" y="1038124"/>
                  <a:pt x="1415" y="989451"/>
                </a:cubicBezTo>
                <a:cubicBezTo>
                  <a:pt x="-5729" y="912584"/>
                  <a:pt x="14559" y="850386"/>
                  <a:pt x="53802" y="803333"/>
                </a:cubicBezTo>
                <a:cubicBezTo>
                  <a:pt x="82377" y="769138"/>
                  <a:pt x="120953" y="743039"/>
                  <a:pt x="166292" y="725037"/>
                </a:cubicBezTo>
                <a:close/>
              </a:path>
            </a:pathLst>
          </a:custGeom>
          <a:noFill/>
          <a:ln w="2381" cap="flat">
            <a:solidFill>
              <a:srgbClr val="061323"/>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anrope" charset="0"/>
              <a:ea typeface="+mn-ea"/>
              <a:cs typeface="Arial"/>
              <a:sym typeface="Arial"/>
            </a:endParaRPr>
          </a:p>
        </p:txBody>
      </p:sp>
      <p:sp>
        <p:nvSpPr>
          <p:cNvPr id="83" name="Freeform: Shape 82">
            <a:extLst>
              <a:ext uri="{FF2B5EF4-FFF2-40B4-BE49-F238E27FC236}">
                <a16:creationId xmlns:a16="http://schemas.microsoft.com/office/drawing/2014/main" id="{A9E8254E-8FE8-B2CD-AB66-92ABA61F0534}"/>
              </a:ext>
            </a:extLst>
          </p:cNvPr>
          <p:cNvSpPr/>
          <p:nvPr/>
        </p:nvSpPr>
        <p:spPr>
          <a:xfrm>
            <a:off x="465046" y="3187632"/>
            <a:ext cx="1647016" cy="1668798"/>
          </a:xfrm>
          <a:custGeom>
            <a:avLst/>
            <a:gdLst>
              <a:gd name="connsiteX0" fmla="*/ 459454 w 1647016"/>
              <a:gd name="connsiteY0" fmla="*/ 1169041 h 1668798"/>
              <a:gd name="connsiteX1" fmla="*/ 634619 w 1647016"/>
              <a:gd name="connsiteY1" fmla="*/ 1564138 h 1668798"/>
              <a:gd name="connsiteX2" fmla="*/ 683291 w 1647016"/>
              <a:gd name="connsiteY2" fmla="*/ 1601190 h 1668798"/>
              <a:gd name="connsiteX3" fmla="*/ 787971 w 1647016"/>
              <a:gd name="connsiteY3" fmla="*/ 1646434 h 1668798"/>
              <a:gd name="connsiteX4" fmla="*/ 1203547 w 1647016"/>
              <a:gd name="connsiteY4" fmla="*/ 1571282 h 1668798"/>
              <a:gd name="connsiteX5" fmla="*/ 1280509 w 1647016"/>
              <a:gd name="connsiteY5" fmla="*/ 1221810 h 1668798"/>
              <a:gd name="connsiteX6" fmla="*/ 1174400 w 1647016"/>
              <a:gd name="connsiteY6" fmla="*/ 763848 h 1668798"/>
              <a:gd name="connsiteX7" fmla="*/ 1486154 w 1647016"/>
              <a:gd name="connsiteY7" fmla="*/ 523341 h 1668798"/>
              <a:gd name="connsiteX8" fmla="*/ 1555781 w 1647016"/>
              <a:gd name="connsiteY8" fmla="*/ 475430 h 1668798"/>
              <a:gd name="connsiteX9" fmla="*/ 1583404 w 1647016"/>
              <a:gd name="connsiteY9" fmla="*/ 94907 h 1668798"/>
              <a:gd name="connsiteX10" fmla="*/ 1024001 w 1647016"/>
              <a:gd name="connsiteY10" fmla="*/ 123672 h 1668798"/>
              <a:gd name="connsiteX11" fmla="*/ 934180 w 1647016"/>
              <a:gd name="connsiteY11" fmla="*/ 190538 h 1668798"/>
              <a:gd name="connsiteX12" fmla="*/ 886936 w 1647016"/>
              <a:gd name="connsiteY12" fmla="*/ 217875 h 1668798"/>
              <a:gd name="connsiteX13" fmla="*/ 518128 w 1647016"/>
              <a:gd name="connsiteY13" fmla="*/ 208921 h 1668798"/>
              <a:gd name="connsiteX14" fmla="*/ 216376 w 1647016"/>
              <a:gd name="connsiteY14" fmla="*/ 180251 h 1668798"/>
              <a:gd name="connsiteX15" fmla="*/ 36353 w 1647016"/>
              <a:gd name="connsiteY15" fmla="*/ 332651 h 1668798"/>
              <a:gd name="connsiteX16" fmla="*/ 240569 w 1647016"/>
              <a:gd name="connsiteY16" fmla="*/ 844143 h 1668798"/>
              <a:gd name="connsiteX17" fmla="*/ 459644 w 1647016"/>
              <a:gd name="connsiteY17" fmla="*/ 1168851 h 166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47016" h="1668798">
                <a:moveTo>
                  <a:pt x="459454" y="1169041"/>
                </a:moveTo>
                <a:cubicBezTo>
                  <a:pt x="453358" y="1356969"/>
                  <a:pt x="530129" y="1470603"/>
                  <a:pt x="634619" y="1564138"/>
                </a:cubicBezTo>
                <a:cubicBezTo>
                  <a:pt x="649859" y="1577854"/>
                  <a:pt x="666146" y="1590237"/>
                  <a:pt x="683291" y="1601190"/>
                </a:cubicBezTo>
                <a:cubicBezTo>
                  <a:pt x="714914" y="1621288"/>
                  <a:pt x="749776" y="1636623"/>
                  <a:pt x="787971" y="1646434"/>
                </a:cubicBezTo>
                <a:cubicBezTo>
                  <a:pt x="985520" y="1697298"/>
                  <a:pt x="1097534" y="1656816"/>
                  <a:pt x="1203547" y="1571282"/>
                </a:cubicBezTo>
                <a:cubicBezTo>
                  <a:pt x="1290034" y="1494987"/>
                  <a:pt x="1310703" y="1345920"/>
                  <a:pt x="1280509" y="1221810"/>
                </a:cubicBezTo>
                <a:cubicBezTo>
                  <a:pt x="1238885" y="1051027"/>
                  <a:pt x="1135062" y="877481"/>
                  <a:pt x="1174400" y="763848"/>
                </a:cubicBezTo>
                <a:cubicBezTo>
                  <a:pt x="1221644" y="627259"/>
                  <a:pt x="1370330" y="588778"/>
                  <a:pt x="1486154" y="523341"/>
                </a:cubicBezTo>
                <a:cubicBezTo>
                  <a:pt x="1511395" y="509054"/>
                  <a:pt x="1535017" y="493528"/>
                  <a:pt x="1555781" y="475430"/>
                </a:cubicBezTo>
                <a:cubicBezTo>
                  <a:pt x="1659413" y="384943"/>
                  <a:pt x="1683035" y="205206"/>
                  <a:pt x="1583404" y="94907"/>
                </a:cubicBezTo>
                <a:cubicBezTo>
                  <a:pt x="1420907" y="-58731"/>
                  <a:pt x="1183830" y="-8820"/>
                  <a:pt x="1024001" y="123672"/>
                </a:cubicBezTo>
                <a:cubicBezTo>
                  <a:pt x="992949" y="149390"/>
                  <a:pt x="963326" y="171773"/>
                  <a:pt x="934180" y="190538"/>
                </a:cubicBezTo>
                <a:cubicBezTo>
                  <a:pt x="918368" y="200730"/>
                  <a:pt x="902652" y="209873"/>
                  <a:pt x="886936" y="217875"/>
                </a:cubicBezTo>
                <a:cubicBezTo>
                  <a:pt x="779399" y="272739"/>
                  <a:pt x="672052" y="274929"/>
                  <a:pt x="518128" y="208921"/>
                </a:cubicBezTo>
                <a:cubicBezTo>
                  <a:pt x="428498" y="169583"/>
                  <a:pt x="314198" y="153390"/>
                  <a:pt x="216376" y="180251"/>
                </a:cubicBezTo>
                <a:cubicBezTo>
                  <a:pt x="139604" y="201396"/>
                  <a:pt x="72929" y="248926"/>
                  <a:pt x="36353" y="332651"/>
                </a:cubicBezTo>
                <a:cubicBezTo>
                  <a:pt x="-73660" y="584492"/>
                  <a:pt x="86836" y="720223"/>
                  <a:pt x="240569" y="844143"/>
                </a:cubicBezTo>
                <a:cubicBezTo>
                  <a:pt x="352298" y="934155"/>
                  <a:pt x="458406" y="995496"/>
                  <a:pt x="459644" y="1168851"/>
                </a:cubicBezTo>
                <a:close/>
              </a:path>
            </a:pathLst>
          </a:custGeom>
          <a:noFill/>
          <a:ln w="2381" cap="flat">
            <a:solidFill>
              <a:srgbClr val="061323"/>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anrope" charset="0"/>
              <a:ea typeface="+mn-ea"/>
              <a:cs typeface="Arial"/>
              <a:sym typeface="Arial"/>
            </a:endParaRPr>
          </a:p>
        </p:txBody>
      </p:sp>
      <p:sp>
        <p:nvSpPr>
          <p:cNvPr id="84" name="Freeform: Shape 83">
            <a:extLst>
              <a:ext uri="{FF2B5EF4-FFF2-40B4-BE49-F238E27FC236}">
                <a16:creationId xmlns:a16="http://schemas.microsoft.com/office/drawing/2014/main" id="{72DC0BD8-4971-82FD-1234-BAF6447E8D3A}"/>
              </a:ext>
            </a:extLst>
          </p:cNvPr>
          <p:cNvSpPr/>
          <p:nvPr/>
        </p:nvSpPr>
        <p:spPr>
          <a:xfrm>
            <a:off x="3400266" y="4911678"/>
            <a:ext cx="1013607" cy="925893"/>
          </a:xfrm>
          <a:custGeom>
            <a:avLst/>
            <a:gdLst>
              <a:gd name="connsiteX0" fmla="*/ 649415 w 649414"/>
              <a:gd name="connsiteY0" fmla="*/ 296609 h 593216"/>
              <a:gd name="connsiteX1" fmla="*/ 324707 w 649414"/>
              <a:gd name="connsiteY1" fmla="*/ 593217 h 593216"/>
              <a:gd name="connsiteX2" fmla="*/ 0 w 649414"/>
              <a:gd name="connsiteY2" fmla="*/ 296609 h 593216"/>
              <a:gd name="connsiteX3" fmla="*/ 324707 w 649414"/>
              <a:gd name="connsiteY3" fmla="*/ 0 h 593216"/>
              <a:gd name="connsiteX4" fmla="*/ 649415 w 649414"/>
              <a:gd name="connsiteY4" fmla="*/ 296609 h 593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414" h="593216">
                <a:moveTo>
                  <a:pt x="649415" y="296609"/>
                </a:moveTo>
                <a:cubicBezTo>
                  <a:pt x="649415" y="460421"/>
                  <a:pt x="504038" y="593217"/>
                  <a:pt x="324707" y="593217"/>
                </a:cubicBezTo>
                <a:cubicBezTo>
                  <a:pt x="145376" y="593217"/>
                  <a:pt x="0" y="460421"/>
                  <a:pt x="0" y="296609"/>
                </a:cubicBezTo>
                <a:cubicBezTo>
                  <a:pt x="0" y="132796"/>
                  <a:pt x="145377" y="0"/>
                  <a:pt x="324707" y="0"/>
                </a:cubicBezTo>
                <a:cubicBezTo>
                  <a:pt x="504038" y="0"/>
                  <a:pt x="649415" y="132796"/>
                  <a:pt x="649415" y="296609"/>
                </a:cubicBezTo>
                <a:close/>
              </a:path>
            </a:pathLst>
          </a:custGeom>
          <a:solidFill>
            <a:srgbClr val="FFCA4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85" name="Freeform: Shape 84">
            <a:extLst>
              <a:ext uri="{FF2B5EF4-FFF2-40B4-BE49-F238E27FC236}">
                <a16:creationId xmlns:a16="http://schemas.microsoft.com/office/drawing/2014/main" id="{5B714A4F-907C-4DF0-1192-EEB037F0DC5B}"/>
              </a:ext>
            </a:extLst>
          </p:cNvPr>
          <p:cNvSpPr/>
          <p:nvPr/>
        </p:nvSpPr>
        <p:spPr>
          <a:xfrm>
            <a:off x="2555020" y="2803353"/>
            <a:ext cx="988441" cy="871366"/>
          </a:xfrm>
          <a:custGeom>
            <a:avLst/>
            <a:gdLst>
              <a:gd name="connsiteX0" fmla="*/ 1131475 w 1131474"/>
              <a:gd name="connsiteY0" fmla="*/ 498729 h 997458"/>
              <a:gd name="connsiteX1" fmla="*/ 555212 w 1131474"/>
              <a:gd name="connsiteY1" fmla="*/ 997458 h 997458"/>
              <a:gd name="connsiteX2" fmla="*/ 0 w 1131474"/>
              <a:gd name="connsiteY2" fmla="*/ 498729 h 997458"/>
              <a:gd name="connsiteX3" fmla="*/ 555212 w 1131474"/>
              <a:gd name="connsiteY3" fmla="*/ 0 h 997458"/>
              <a:gd name="connsiteX4" fmla="*/ 1131475 w 1131474"/>
              <a:gd name="connsiteY4" fmla="*/ 498729 h 997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1474" h="997458">
                <a:moveTo>
                  <a:pt x="1131475" y="498729"/>
                </a:moveTo>
                <a:cubicBezTo>
                  <a:pt x="1131475" y="774192"/>
                  <a:pt x="793623" y="997458"/>
                  <a:pt x="555212" y="997458"/>
                </a:cubicBezTo>
                <a:cubicBezTo>
                  <a:pt x="316802" y="997458"/>
                  <a:pt x="0" y="774192"/>
                  <a:pt x="0" y="498729"/>
                </a:cubicBezTo>
                <a:cubicBezTo>
                  <a:pt x="0" y="223266"/>
                  <a:pt x="316706" y="0"/>
                  <a:pt x="555212" y="0"/>
                </a:cubicBezTo>
                <a:cubicBezTo>
                  <a:pt x="793718" y="0"/>
                  <a:pt x="1131475" y="223266"/>
                  <a:pt x="1131475" y="498729"/>
                </a:cubicBezTo>
                <a:close/>
              </a:path>
            </a:pathLst>
          </a:custGeom>
          <a:solidFill>
            <a:srgbClr val="1E41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Manrope" charset="0"/>
                <a:ea typeface="+mn-ea"/>
                <a:cs typeface="Arial"/>
                <a:sym typeface="Arial"/>
              </a:rPr>
              <a:t> </a:t>
            </a:r>
          </a:p>
        </p:txBody>
      </p:sp>
      <p:sp>
        <p:nvSpPr>
          <p:cNvPr id="86" name="Freeform: Shape 85">
            <a:extLst>
              <a:ext uri="{FF2B5EF4-FFF2-40B4-BE49-F238E27FC236}">
                <a16:creationId xmlns:a16="http://schemas.microsoft.com/office/drawing/2014/main" id="{26F15B32-247F-E590-A431-59D74FA57886}"/>
              </a:ext>
            </a:extLst>
          </p:cNvPr>
          <p:cNvSpPr/>
          <p:nvPr/>
        </p:nvSpPr>
        <p:spPr>
          <a:xfrm>
            <a:off x="5046766" y="4958942"/>
            <a:ext cx="817447" cy="746553"/>
          </a:xfrm>
          <a:custGeom>
            <a:avLst/>
            <a:gdLst>
              <a:gd name="connsiteX0" fmla="*/ 935736 w 935736"/>
              <a:gd name="connsiteY0" fmla="*/ 427291 h 854583"/>
              <a:gd name="connsiteX1" fmla="*/ 467868 w 935736"/>
              <a:gd name="connsiteY1" fmla="*/ 854583 h 854583"/>
              <a:gd name="connsiteX2" fmla="*/ 0 w 935736"/>
              <a:gd name="connsiteY2" fmla="*/ 427291 h 854583"/>
              <a:gd name="connsiteX3" fmla="*/ 467868 w 935736"/>
              <a:gd name="connsiteY3" fmla="*/ 0 h 854583"/>
              <a:gd name="connsiteX4" fmla="*/ 935736 w 935736"/>
              <a:gd name="connsiteY4" fmla="*/ 427291 h 854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736" h="854583">
                <a:moveTo>
                  <a:pt x="935736" y="427291"/>
                </a:moveTo>
                <a:cubicBezTo>
                  <a:pt x="935736" y="663278"/>
                  <a:pt x="726264" y="854583"/>
                  <a:pt x="467868" y="854583"/>
                </a:cubicBezTo>
                <a:cubicBezTo>
                  <a:pt x="209472" y="854583"/>
                  <a:pt x="0" y="663278"/>
                  <a:pt x="0" y="427291"/>
                </a:cubicBezTo>
                <a:cubicBezTo>
                  <a:pt x="0" y="191305"/>
                  <a:pt x="209472" y="0"/>
                  <a:pt x="467868" y="0"/>
                </a:cubicBezTo>
                <a:cubicBezTo>
                  <a:pt x="726264" y="0"/>
                  <a:pt x="935736" y="191305"/>
                  <a:pt x="935736" y="427291"/>
                </a:cubicBezTo>
                <a:close/>
              </a:path>
            </a:pathLst>
          </a:custGeom>
          <a:solidFill>
            <a:srgbClr val="FFCA4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anrope" charset="0"/>
              <a:ea typeface="+mn-ea"/>
              <a:cs typeface="Arial"/>
              <a:sym typeface="Arial"/>
            </a:endParaRPr>
          </a:p>
        </p:txBody>
      </p:sp>
      <p:sp>
        <p:nvSpPr>
          <p:cNvPr id="87" name="Freeform: Shape 86">
            <a:extLst>
              <a:ext uri="{FF2B5EF4-FFF2-40B4-BE49-F238E27FC236}">
                <a16:creationId xmlns:a16="http://schemas.microsoft.com/office/drawing/2014/main" id="{0B50906A-5847-BE96-3A95-F1D459052A8B}"/>
              </a:ext>
            </a:extLst>
          </p:cNvPr>
          <p:cNvSpPr/>
          <p:nvPr/>
        </p:nvSpPr>
        <p:spPr>
          <a:xfrm>
            <a:off x="2411340" y="3008010"/>
            <a:ext cx="2325310" cy="2083293"/>
          </a:xfrm>
          <a:custGeom>
            <a:avLst/>
            <a:gdLst>
              <a:gd name="connsiteX0" fmla="*/ 431192 w 1310487"/>
              <a:gd name="connsiteY0" fmla="*/ 22432 h 1174095"/>
              <a:gd name="connsiteX1" fmla="*/ 329369 w 1310487"/>
              <a:gd name="connsiteY1" fmla="*/ 239 h 1174095"/>
              <a:gd name="connsiteX2" fmla="*/ 31999 w 1310487"/>
              <a:gd name="connsiteY2" fmla="*/ 64533 h 1174095"/>
              <a:gd name="connsiteX3" fmla="*/ 29427 w 1310487"/>
              <a:gd name="connsiteY3" fmla="*/ 67105 h 1174095"/>
              <a:gd name="connsiteX4" fmla="*/ 11330 w 1310487"/>
              <a:gd name="connsiteY4" fmla="*/ 420101 h 1174095"/>
              <a:gd name="connsiteX5" fmla="*/ 19331 w 1310487"/>
              <a:gd name="connsiteY5" fmla="*/ 479061 h 1174095"/>
              <a:gd name="connsiteX6" fmla="*/ 60193 w 1310487"/>
              <a:gd name="connsiteY6" fmla="*/ 566500 h 1174095"/>
              <a:gd name="connsiteX7" fmla="*/ 177827 w 1310487"/>
              <a:gd name="connsiteY7" fmla="*/ 659464 h 1174095"/>
              <a:gd name="connsiteX8" fmla="*/ 404998 w 1310487"/>
              <a:gd name="connsiteY8" fmla="*/ 700041 h 1174095"/>
              <a:gd name="connsiteX9" fmla="*/ 444146 w 1310487"/>
              <a:gd name="connsiteY9" fmla="*/ 810340 h 1174095"/>
              <a:gd name="connsiteX10" fmla="*/ 358802 w 1310487"/>
              <a:gd name="connsiteY10" fmla="*/ 890731 h 1174095"/>
              <a:gd name="connsiteX11" fmla="*/ 280506 w 1310487"/>
              <a:gd name="connsiteY11" fmla="*/ 1092471 h 1174095"/>
              <a:gd name="connsiteX12" fmla="*/ 288984 w 1310487"/>
              <a:gd name="connsiteY12" fmla="*/ 1106568 h 1174095"/>
              <a:gd name="connsiteX13" fmla="*/ 464625 w 1310487"/>
              <a:gd name="connsiteY13" fmla="*/ 1157241 h 1174095"/>
              <a:gd name="connsiteX14" fmla="*/ 518726 w 1310487"/>
              <a:gd name="connsiteY14" fmla="*/ 1117712 h 1174095"/>
              <a:gd name="connsiteX15" fmla="*/ 550350 w 1310487"/>
              <a:gd name="connsiteY15" fmla="*/ 1090185 h 1174095"/>
              <a:gd name="connsiteX16" fmla="*/ 857340 w 1310487"/>
              <a:gd name="connsiteY16" fmla="*/ 1049608 h 1174095"/>
              <a:gd name="connsiteX17" fmla="*/ 964687 w 1310487"/>
              <a:gd name="connsiteY17" fmla="*/ 1056276 h 1174095"/>
              <a:gd name="connsiteX18" fmla="*/ 1068605 w 1310487"/>
              <a:gd name="connsiteY18" fmla="*/ 831295 h 1174095"/>
              <a:gd name="connsiteX19" fmla="*/ 1107086 w 1310487"/>
              <a:gd name="connsiteY19" fmla="*/ 656702 h 1174095"/>
              <a:gd name="connsiteX20" fmla="*/ 1161474 w 1310487"/>
              <a:gd name="connsiteY20" fmla="*/ 622507 h 1174095"/>
              <a:gd name="connsiteX21" fmla="*/ 1300729 w 1310487"/>
              <a:gd name="connsiteY21" fmla="*/ 510207 h 1174095"/>
              <a:gd name="connsiteX22" fmla="*/ 1267582 w 1310487"/>
              <a:gd name="connsiteY22" fmla="*/ 360665 h 1174095"/>
              <a:gd name="connsiteX23" fmla="*/ 1211099 w 1310487"/>
              <a:gd name="connsiteY23" fmla="*/ 318088 h 1174095"/>
              <a:gd name="connsiteX24" fmla="*/ 934778 w 1310487"/>
              <a:gd name="connsiteY24" fmla="*/ 376381 h 1174095"/>
              <a:gd name="connsiteX25" fmla="*/ 835242 w 1310487"/>
              <a:gd name="connsiteY25" fmla="*/ 444675 h 1174095"/>
              <a:gd name="connsiteX26" fmla="*/ 682842 w 1310487"/>
              <a:gd name="connsiteY26" fmla="*/ 426388 h 1174095"/>
              <a:gd name="connsiteX27" fmla="*/ 581306 w 1310487"/>
              <a:gd name="connsiteY27" fmla="*/ 272273 h 1174095"/>
              <a:gd name="connsiteX28" fmla="*/ 485579 w 1310487"/>
              <a:gd name="connsiteY28" fmla="*/ 56627 h 1174095"/>
              <a:gd name="connsiteX29" fmla="*/ 431382 w 1310487"/>
              <a:gd name="connsiteY29" fmla="*/ 22432 h 1174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10487" h="1174095">
                <a:moveTo>
                  <a:pt x="431192" y="22432"/>
                </a:moveTo>
                <a:cubicBezTo>
                  <a:pt x="397759" y="6049"/>
                  <a:pt x="363945" y="-1476"/>
                  <a:pt x="329369" y="239"/>
                </a:cubicBezTo>
                <a:cubicBezTo>
                  <a:pt x="260790" y="3668"/>
                  <a:pt x="111723" y="-14239"/>
                  <a:pt x="31999" y="64533"/>
                </a:cubicBezTo>
                <a:cubicBezTo>
                  <a:pt x="31142" y="65390"/>
                  <a:pt x="30284" y="66247"/>
                  <a:pt x="29427" y="67105"/>
                </a:cubicBezTo>
                <a:cubicBezTo>
                  <a:pt x="-21913" y="118254"/>
                  <a:pt x="9044" y="337233"/>
                  <a:pt x="11330" y="420101"/>
                </a:cubicBezTo>
                <a:cubicBezTo>
                  <a:pt x="11901" y="439818"/>
                  <a:pt x="14473" y="459534"/>
                  <a:pt x="19331" y="479061"/>
                </a:cubicBezTo>
                <a:cubicBezTo>
                  <a:pt x="26951" y="509541"/>
                  <a:pt x="40286" y="539164"/>
                  <a:pt x="60193" y="566500"/>
                </a:cubicBezTo>
                <a:cubicBezTo>
                  <a:pt x="98865" y="619650"/>
                  <a:pt x="138679" y="646129"/>
                  <a:pt x="177827" y="659464"/>
                </a:cubicBezTo>
                <a:cubicBezTo>
                  <a:pt x="262694" y="688516"/>
                  <a:pt x="344419" y="655845"/>
                  <a:pt x="404998" y="700041"/>
                </a:cubicBezTo>
                <a:cubicBezTo>
                  <a:pt x="453385" y="735283"/>
                  <a:pt x="458338" y="775574"/>
                  <a:pt x="444146" y="810340"/>
                </a:cubicBezTo>
                <a:cubicBezTo>
                  <a:pt x="428334" y="848916"/>
                  <a:pt x="388805" y="880540"/>
                  <a:pt x="358802" y="890731"/>
                </a:cubicBezTo>
                <a:cubicBezTo>
                  <a:pt x="218022" y="938547"/>
                  <a:pt x="254979" y="1045798"/>
                  <a:pt x="280506" y="1092471"/>
                </a:cubicBezTo>
                <a:cubicBezTo>
                  <a:pt x="283650" y="1098186"/>
                  <a:pt x="286507" y="1102948"/>
                  <a:pt x="288984" y="1106568"/>
                </a:cubicBezTo>
                <a:cubicBezTo>
                  <a:pt x="337561" y="1180101"/>
                  <a:pt x="404426" y="1187816"/>
                  <a:pt x="464625" y="1157241"/>
                </a:cubicBezTo>
                <a:cubicBezTo>
                  <a:pt x="483579" y="1147621"/>
                  <a:pt x="501867" y="1134095"/>
                  <a:pt x="518726" y="1117712"/>
                </a:cubicBezTo>
                <a:cubicBezTo>
                  <a:pt x="529204" y="1107520"/>
                  <a:pt x="539682" y="1098376"/>
                  <a:pt x="550350" y="1090185"/>
                </a:cubicBezTo>
                <a:cubicBezTo>
                  <a:pt x="644742" y="1017604"/>
                  <a:pt x="745898" y="1021605"/>
                  <a:pt x="857340" y="1049608"/>
                </a:cubicBezTo>
                <a:cubicBezTo>
                  <a:pt x="882962" y="1056085"/>
                  <a:pt x="924587" y="1062848"/>
                  <a:pt x="964687" y="1056276"/>
                </a:cubicBezTo>
                <a:cubicBezTo>
                  <a:pt x="1033838" y="1044941"/>
                  <a:pt x="1098323" y="993601"/>
                  <a:pt x="1068605" y="831295"/>
                </a:cubicBezTo>
                <a:cubicBezTo>
                  <a:pt x="1057175" y="768716"/>
                  <a:pt x="1066890" y="699660"/>
                  <a:pt x="1107086" y="656702"/>
                </a:cubicBezTo>
                <a:cubicBezTo>
                  <a:pt x="1121278" y="641557"/>
                  <a:pt x="1139280" y="629651"/>
                  <a:pt x="1161474" y="622507"/>
                </a:cubicBezTo>
                <a:cubicBezTo>
                  <a:pt x="1238054" y="597742"/>
                  <a:pt x="1282441" y="555642"/>
                  <a:pt x="1300729" y="510207"/>
                </a:cubicBezTo>
                <a:cubicBezTo>
                  <a:pt x="1321875" y="457630"/>
                  <a:pt x="1307682" y="400480"/>
                  <a:pt x="1267582" y="360665"/>
                </a:cubicBezTo>
                <a:cubicBezTo>
                  <a:pt x="1249866" y="343139"/>
                  <a:pt x="1230816" y="328947"/>
                  <a:pt x="1211099" y="318088"/>
                </a:cubicBezTo>
                <a:cubicBezTo>
                  <a:pt x="1121850" y="269130"/>
                  <a:pt x="1015265" y="287513"/>
                  <a:pt x="934778" y="376381"/>
                </a:cubicBezTo>
                <a:cubicBezTo>
                  <a:pt x="903060" y="411433"/>
                  <a:pt x="869532" y="433626"/>
                  <a:pt x="835242" y="444675"/>
                </a:cubicBezTo>
                <a:cubicBezTo>
                  <a:pt x="784569" y="461058"/>
                  <a:pt x="732372" y="453057"/>
                  <a:pt x="682842" y="426388"/>
                </a:cubicBezTo>
                <a:cubicBezTo>
                  <a:pt x="625692" y="395526"/>
                  <a:pt x="612548" y="337424"/>
                  <a:pt x="581306" y="272273"/>
                </a:cubicBezTo>
                <a:cubicBezTo>
                  <a:pt x="560065" y="228077"/>
                  <a:pt x="542825" y="100823"/>
                  <a:pt x="485579" y="56627"/>
                </a:cubicBezTo>
                <a:cubicBezTo>
                  <a:pt x="467482" y="42625"/>
                  <a:pt x="449480" y="31290"/>
                  <a:pt x="431382" y="22432"/>
                </a:cubicBezTo>
                <a:close/>
              </a:path>
            </a:pathLst>
          </a:custGeom>
          <a:noFill/>
          <a:ln w="2381" cap="flat">
            <a:solidFill>
              <a:srgbClr val="061323"/>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anrope" charset="0"/>
              <a:ea typeface="+mn-ea"/>
              <a:cs typeface="Arial"/>
              <a:sym typeface="Arial"/>
            </a:endParaRPr>
          </a:p>
        </p:txBody>
      </p:sp>
      <p:sp>
        <p:nvSpPr>
          <p:cNvPr id="88" name="Freeform: Shape 87">
            <a:extLst>
              <a:ext uri="{FF2B5EF4-FFF2-40B4-BE49-F238E27FC236}">
                <a16:creationId xmlns:a16="http://schemas.microsoft.com/office/drawing/2014/main" id="{21E85A77-83ED-FC7F-ABD2-715709AE7024}"/>
              </a:ext>
            </a:extLst>
          </p:cNvPr>
          <p:cNvSpPr/>
          <p:nvPr/>
        </p:nvSpPr>
        <p:spPr>
          <a:xfrm>
            <a:off x="3112493" y="1618034"/>
            <a:ext cx="1216398" cy="1597118"/>
          </a:xfrm>
          <a:custGeom>
            <a:avLst/>
            <a:gdLst>
              <a:gd name="connsiteX0" fmla="*/ 51231 w 1290734"/>
              <a:gd name="connsiteY0" fmla="*/ 1100194 h 1694721"/>
              <a:gd name="connsiteX1" fmla="*/ 136099 w 1290734"/>
              <a:gd name="connsiteY1" fmla="*/ 985608 h 1694721"/>
              <a:gd name="connsiteX2" fmla="*/ 240874 w 1290734"/>
              <a:gd name="connsiteY2" fmla="*/ 865784 h 1694721"/>
              <a:gd name="connsiteX3" fmla="*/ 281355 w 1290734"/>
              <a:gd name="connsiteY3" fmla="*/ 802538 h 1694721"/>
              <a:gd name="connsiteX4" fmla="*/ 333267 w 1290734"/>
              <a:gd name="connsiteY4" fmla="*/ 172364 h 1694721"/>
              <a:gd name="connsiteX5" fmla="*/ 511193 w 1290734"/>
              <a:gd name="connsiteY5" fmla="*/ 37680 h 1694721"/>
              <a:gd name="connsiteX6" fmla="*/ 764654 w 1290734"/>
              <a:gd name="connsiteY6" fmla="*/ 3771 h 1694721"/>
              <a:gd name="connsiteX7" fmla="*/ 898385 w 1290734"/>
              <a:gd name="connsiteY7" fmla="*/ 41109 h 1694721"/>
              <a:gd name="connsiteX8" fmla="*/ 967917 w 1290734"/>
              <a:gd name="connsiteY8" fmla="*/ 77114 h 1694721"/>
              <a:gd name="connsiteX9" fmla="*/ 1209948 w 1290734"/>
              <a:gd name="connsiteY9" fmla="*/ 400773 h 1694721"/>
              <a:gd name="connsiteX10" fmla="*/ 1173657 w 1290734"/>
              <a:gd name="connsiteY10" fmla="*/ 562032 h 1694721"/>
              <a:gd name="connsiteX11" fmla="*/ 1145559 w 1290734"/>
              <a:gd name="connsiteY11" fmla="*/ 611276 h 1694721"/>
              <a:gd name="connsiteX12" fmla="*/ 966870 w 1290734"/>
              <a:gd name="connsiteY12" fmla="*/ 804062 h 1694721"/>
              <a:gd name="connsiteX13" fmla="*/ 1192422 w 1290734"/>
              <a:gd name="connsiteY13" fmla="*/ 1020946 h 1694721"/>
              <a:gd name="connsiteX14" fmla="*/ 1162608 w 1290734"/>
              <a:gd name="connsiteY14" fmla="*/ 1520247 h 1694721"/>
              <a:gd name="connsiteX15" fmla="*/ 1026401 w 1290734"/>
              <a:gd name="connsiteY15" fmla="*/ 1638833 h 1694721"/>
              <a:gd name="connsiteX16" fmla="*/ 1016971 w 1290734"/>
              <a:gd name="connsiteY16" fmla="*/ 1643976 h 1694721"/>
              <a:gd name="connsiteX17" fmla="*/ 868286 w 1290734"/>
              <a:gd name="connsiteY17" fmla="*/ 1694459 h 1694721"/>
              <a:gd name="connsiteX18" fmla="*/ 706170 w 1290734"/>
              <a:gd name="connsiteY18" fmla="*/ 1655597 h 1694721"/>
              <a:gd name="connsiteX19" fmla="*/ 563391 w 1290734"/>
              <a:gd name="connsiteY19" fmla="*/ 1524914 h 1694721"/>
              <a:gd name="connsiteX20" fmla="*/ 515004 w 1290734"/>
              <a:gd name="connsiteY20" fmla="*/ 1435093 h 1694721"/>
              <a:gd name="connsiteX21" fmla="*/ 347459 w 1290734"/>
              <a:gd name="connsiteY21" fmla="*/ 1482432 h 1694721"/>
              <a:gd name="connsiteX22" fmla="*/ 41992 w 1290734"/>
              <a:gd name="connsiteY22" fmla="*/ 1412805 h 1694721"/>
              <a:gd name="connsiteX23" fmla="*/ 15798 w 1290734"/>
              <a:gd name="connsiteY23" fmla="*/ 1356893 h 1694721"/>
              <a:gd name="connsiteX24" fmla="*/ 51231 w 1290734"/>
              <a:gd name="connsiteY24" fmla="*/ 1100289 h 1694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90734" h="1694721">
                <a:moveTo>
                  <a:pt x="51231" y="1100194"/>
                </a:moveTo>
                <a:cubicBezTo>
                  <a:pt x="75330" y="1059427"/>
                  <a:pt x="105429" y="1021327"/>
                  <a:pt x="136099" y="985608"/>
                </a:cubicBezTo>
                <a:cubicBezTo>
                  <a:pt x="173627" y="941984"/>
                  <a:pt x="211918" y="901979"/>
                  <a:pt x="240874" y="865784"/>
                </a:cubicBezTo>
                <a:cubicBezTo>
                  <a:pt x="258781" y="843305"/>
                  <a:pt x="273068" y="822255"/>
                  <a:pt x="281355" y="802538"/>
                </a:cubicBezTo>
                <a:cubicBezTo>
                  <a:pt x="379177" y="569175"/>
                  <a:pt x="179724" y="373627"/>
                  <a:pt x="333267" y="172364"/>
                </a:cubicBezTo>
                <a:cubicBezTo>
                  <a:pt x="368223" y="126549"/>
                  <a:pt x="452996" y="62064"/>
                  <a:pt x="511193" y="37680"/>
                </a:cubicBezTo>
                <a:cubicBezTo>
                  <a:pt x="587775" y="5581"/>
                  <a:pt x="677691" y="-6992"/>
                  <a:pt x="764654" y="3771"/>
                </a:cubicBezTo>
                <a:cubicBezTo>
                  <a:pt x="810945" y="9486"/>
                  <a:pt x="856380" y="21774"/>
                  <a:pt x="898385" y="41109"/>
                </a:cubicBezTo>
                <a:cubicBezTo>
                  <a:pt x="922769" y="52349"/>
                  <a:pt x="946010" y="64446"/>
                  <a:pt x="967917" y="77114"/>
                </a:cubicBezTo>
                <a:cubicBezTo>
                  <a:pt x="1112983" y="161220"/>
                  <a:pt x="1202423" y="276186"/>
                  <a:pt x="1209948" y="400773"/>
                </a:cubicBezTo>
                <a:cubicBezTo>
                  <a:pt x="1213091" y="453351"/>
                  <a:pt x="1201756" y="507644"/>
                  <a:pt x="1173657" y="562032"/>
                </a:cubicBezTo>
                <a:cubicBezTo>
                  <a:pt x="1164609" y="579653"/>
                  <a:pt x="1155179" y="595941"/>
                  <a:pt x="1145559" y="611276"/>
                </a:cubicBezTo>
                <a:cubicBezTo>
                  <a:pt x="1089171" y="701097"/>
                  <a:pt x="1009160" y="740911"/>
                  <a:pt x="966870" y="804062"/>
                </a:cubicBezTo>
                <a:cubicBezTo>
                  <a:pt x="806754" y="1043425"/>
                  <a:pt x="1041927" y="921219"/>
                  <a:pt x="1192422" y="1020946"/>
                </a:cubicBezTo>
                <a:cubicBezTo>
                  <a:pt x="1360728" y="1132389"/>
                  <a:pt x="1287481" y="1372514"/>
                  <a:pt x="1162608" y="1520247"/>
                </a:cubicBezTo>
                <a:cubicBezTo>
                  <a:pt x="1133176" y="1555013"/>
                  <a:pt x="1114602" y="1583778"/>
                  <a:pt x="1026401" y="1638833"/>
                </a:cubicBezTo>
                <a:cubicBezTo>
                  <a:pt x="1023448" y="1640643"/>
                  <a:pt x="1020305" y="1642452"/>
                  <a:pt x="1016971" y="1643976"/>
                </a:cubicBezTo>
                <a:cubicBezTo>
                  <a:pt x="970108" y="1666360"/>
                  <a:pt x="920483" y="1691030"/>
                  <a:pt x="868286" y="1694459"/>
                </a:cubicBezTo>
                <a:cubicBezTo>
                  <a:pt x="825804" y="1697221"/>
                  <a:pt x="744556" y="1677790"/>
                  <a:pt x="706170" y="1655597"/>
                </a:cubicBezTo>
                <a:cubicBezTo>
                  <a:pt x="665213" y="1634642"/>
                  <a:pt x="599109" y="1582921"/>
                  <a:pt x="563391" y="1524914"/>
                </a:cubicBezTo>
                <a:cubicBezTo>
                  <a:pt x="540721" y="1488243"/>
                  <a:pt x="530243" y="1442046"/>
                  <a:pt x="515004" y="1435093"/>
                </a:cubicBezTo>
                <a:cubicBezTo>
                  <a:pt x="473570" y="1416234"/>
                  <a:pt x="422230" y="1405661"/>
                  <a:pt x="347459" y="1482432"/>
                </a:cubicBezTo>
                <a:cubicBezTo>
                  <a:pt x="250971" y="1581492"/>
                  <a:pt x="92379" y="1499292"/>
                  <a:pt x="41992" y="1412805"/>
                </a:cubicBezTo>
                <a:cubicBezTo>
                  <a:pt x="30943" y="1393755"/>
                  <a:pt x="22275" y="1375181"/>
                  <a:pt x="15798" y="1356893"/>
                </a:cubicBezTo>
                <a:cubicBezTo>
                  <a:pt x="-17825" y="1262119"/>
                  <a:pt x="6083" y="1176775"/>
                  <a:pt x="51231" y="1100289"/>
                </a:cubicBezTo>
                <a:close/>
              </a:path>
            </a:pathLst>
          </a:custGeom>
          <a:noFill/>
          <a:ln w="2381" cap="flat">
            <a:solidFill>
              <a:srgbClr val="061323"/>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anrope" charset="0"/>
              <a:ea typeface="+mn-ea"/>
              <a:cs typeface="Arial"/>
              <a:sym typeface="Arial"/>
            </a:endParaRPr>
          </a:p>
        </p:txBody>
      </p:sp>
      <p:sp>
        <p:nvSpPr>
          <p:cNvPr id="89" name="Freeform: Shape 88">
            <a:extLst>
              <a:ext uri="{FF2B5EF4-FFF2-40B4-BE49-F238E27FC236}">
                <a16:creationId xmlns:a16="http://schemas.microsoft.com/office/drawing/2014/main" id="{D9729FA7-154E-1193-BF80-37BE62158EA4}"/>
              </a:ext>
            </a:extLst>
          </p:cNvPr>
          <p:cNvSpPr/>
          <p:nvPr/>
        </p:nvSpPr>
        <p:spPr>
          <a:xfrm>
            <a:off x="6055888" y="5465459"/>
            <a:ext cx="222883" cy="253610"/>
          </a:xfrm>
          <a:custGeom>
            <a:avLst/>
            <a:gdLst>
              <a:gd name="connsiteX0" fmla="*/ 649414 w 649414"/>
              <a:gd name="connsiteY0" fmla="*/ 296608 h 593216"/>
              <a:gd name="connsiteX1" fmla="*/ 324707 w 649414"/>
              <a:gd name="connsiteY1" fmla="*/ 593217 h 593216"/>
              <a:gd name="connsiteX2" fmla="*/ 0 w 649414"/>
              <a:gd name="connsiteY2" fmla="*/ 296608 h 593216"/>
              <a:gd name="connsiteX3" fmla="*/ 324707 w 649414"/>
              <a:gd name="connsiteY3" fmla="*/ 0 h 593216"/>
              <a:gd name="connsiteX4" fmla="*/ 649414 w 649414"/>
              <a:gd name="connsiteY4" fmla="*/ 296608 h 593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414" h="593216">
                <a:moveTo>
                  <a:pt x="649414" y="296608"/>
                </a:moveTo>
                <a:cubicBezTo>
                  <a:pt x="649414" y="460421"/>
                  <a:pt x="504038" y="593217"/>
                  <a:pt x="324707" y="593217"/>
                </a:cubicBezTo>
                <a:cubicBezTo>
                  <a:pt x="145376" y="593217"/>
                  <a:pt x="0" y="460421"/>
                  <a:pt x="0" y="296608"/>
                </a:cubicBezTo>
                <a:cubicBezTo>
                  <a:pt x="0" y="132796"/>
                  <a:pt x="145376" y="0"/>
                  <a:pt x="324707" y="0"/>
                </a:cubicBezTo>
                <a:cubicBezTo>
                  <a:pt x="504038" y="0"/>
                  <a:pt x="649414" y="132796"/>
                  <a:pt x="649414" y="296608"/>
                </a:cubicBezTo>
                <a:close/>
              </a:path>
            </a:pathLst>
          </a:custGeom>
          <a:solidFill>
            <a:srgbClr val="14315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anrope" charset="0"/>
              <a:ea typeface="+mn-ea"/>
              <a:cs typeface="Arial"/>
              <a:sym typeface="Arial"/>
            </a:endParaRPr>
          </a:p>
        </p:txBody>
      </p:sp>
      <p:pic>
        <p:nvPicPr>
          <p:cNvPr id="91" name="Picture 90">
            <a:extLst>
              <a:ext uri="{FF2B5EF4-FFF2-40B4-BE49-F238E27FC236}">
                <a16:creationId xmlns:a16="http://schemas.microsoft.com/office/drawing/2014/main" id="{ACA76E12-CB1E-02F7-3EB6-79E104738923}"/>
              </a:ext>
            </a:extLst>
          </p:cNvPr>
          <p:cNvPicPr>
            <a:picLocks noChangeAspect="1"/>
          </p:cNvPicPr>
          <p:nvPr/>
        </p:nvPicPr>
        <p:blipFill>
          <a:blip r:embed="rId3"/>
          <a:stretch>
            <a:fillRect/>
          </a:stretch>
        </p:blipFill>
        <p:spPr>
          <a:xfrm>
            <a:off x="8576539" y="5261682"/>
            <a:ext cx="640231" cy="619240"/>
          </a:xfrm>
          <a:prstGeom prst="rect">
            <a:avLst/>
          </a:prstGeom>
        </p:spPr>
      </p:pic>
      <p:pic>
        <p:nvPicPr>
          <p:cNvPr id="93" name="Picture 92">
            <a:extLst>
              <a:ext uri="{FF2B5EF4-FFF2-40B4-BE49-F238E27FC236}">
                <a16:creationId xmlns:a16="http://schemas.microsoft.com/office/drawing/2014/main" id="{D5C6F1DA-AE04-4724-2775-713FFD80C322}"/>
              </a:ext>
            </a:extLst>
          </p:cNvPr>
          <p:cNvPicPr>
            <a:picLocks noChangeAspect="1"/>
          </p:cNvPicPr>
          <p:nvPr/>
        </p:nvPicPr>
        <p:blipFill>
          <a:blip r:embed="rId4"/>
          <a:stretch>
            <a:fillRect/>
          </a:stretch>
        </p:blipFill>
        <p:spPr>
          <a:xfrm>
            <a:off x="8597530" y="1604003"/>
            <a:ext cx="598248" cy="598248"/>
          </a:xfrm>
          <a:prstGeom prst="rect">
            <a:avLst/>
          </a:prstGeom>
        </p:spPr>
      </p:pic>
      <p:grpSp>
        <p:nvGrpSpPr>
          <p:cNvPr id="4" name="Group 3">
            <a:extLst>
              <a:ext uri="{FF2B5EF4-FFF2-40B4-BE49-F238E27FC236}">
                <a16:creationId xmlns:a16="http://schemas.microsoft.com/office/drawing/2014/main" id="{E489DB8C-186F-3D2B-D55C-1419613354CD}"/>
              </a:ext>
            </a:extLst>
          </p:cNvPr>
          <p:cNvGrpSpPr/>
          <p:nvPr/>
        </p:nvGrpSpPr>
        <p:grpSpPr>
          <a:xfrm>
            <a:off x="8505245" y="3097669"/>
            <a:ext cx="3488245" cy="1400382"/>
            <a:chOff x="8398511" y="3087806"/>
            <a:chExt cx="3488245" cy="1400382"/>
          </a:xfrm>
        </p:grpSpPr>
        <p:grpSp>
          <p:nvGrpSpPr>
            <p:cNvPr id="53" name="Google Shape;545;p114">
              <a:extLst>
                <a:ext uri="{FF2B5EF4-FFF2-40B4-BE49-F238E27FC236}">
                  <a16:creationId xmlns:a16="http://schemas.microsoft.com/office/drawing/2014/main" id="{0EB07305-A264-54C4-A9B2-8D878ED2DEA7}"/>
                </a:ext>
              </a:extLst>
            </p:cNvPr>
            <p:cNvGrpSpPr/>
            <p:nvPr/>
          </p:nvGrpSpPr>
          <p:grpSpPr>
            <a:xfrm>
              <a:off x="8994594" y="3087806"/>
              <a:ext cx="2892162" cy="1400382"/>
              <a:chOff x="9056175" y="4025358"/>
              <a:chExt cx="2892162" cy="1400382"/>
            </a:xfrm>
          </p:grpSpPr>
          <p:sp>
            <p:nvSpPr>
              <p:cNvPr id="54" name="Google Shape;546;p114">
                <a:extLst>
                  <a:ext uri="{FF2B5EF4-FFF2-40B4-BE49-F238E27FC236}">
                    <a16:creationId xmlns:a16="http://schemas.microsoft.com/office/drawing/2014/main" id="{FE9889AD-C720-649E-CAEA-E0BFD7B3C58A}"/>
                  </a:ext>
                </a:extLst>
              </p:cNvPr>
              <p:cNvSpPr/>
              <p:nvPr/>
            </p:nvSpPr>
            <p:spPr>
              <a:xfrm>
                <a:off x="9181657" y="4656299"/>
                <a:ext cx="2219187" cy="769441"/>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Manrope" charset="0"/>
                    <a:ea typeface="Poppins"/>
                    <a:cs typeface="Poppins"/>
                    <a:sym typeface="Poppins"/>
                  </a:rPr>
                  <a:t>largest global pharma companies partnered</a:t>
                </a:r>
              </a:p>
            </p:txBody>
          </p:sp>
          <p:sp>
            <p:nvSpPr>
              <p:cNvPr id="55" name="Google Shape;547;p114">
                <a:extLst>
                  <a:ext uri="{FF2B5EF4-FFF2-40B4-BE49-F238E27FC236}">
                    <a16:creationId xmlns:a16="http://schemas.microsoft.com/office/drawing/2014/main" id="{7BFF9800-4021-BD62-E328-ED1BA7A1CA08}"/>
                  </a:ext>
                </a:extLst>
              </p:cNvPr>
              <p:cNvSpPr/>
              <p:nvPr/>
            </p:nvSpPr>
            <p:spPr>
              <a:xfrm>
                <a:off x="9056175" y="4025358"/>
                <a:ext cx="2892162" cy="769441"/>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4472C4"/>
                    </a:solidFill>
                    <a:effectLst/>
                    <a:uLnTx/>
                    <a:uFillTx/>
                    <a:latin typeface="Manrope" charset="0"/>
                    <a:ea typeface="+mn-ea"/>
                    <a:cs typeface="Poppins"/>
                    <a:sym typeface="Poppins"/>
                  </a:rPr>
                  <a:t>10 of 10</a:t>
                </a:r>
              </a:p>
            </p:txBody>
          </p:sp>
        </p:grpSp>
        <p:pic>
          <p:nvPicPr>
            <p:cNvPr id="92" name="Picture 91">
              <a:extLst>
                <a:ext uri="{FF2B5EF4-FFF2-40B4-BE49-F238E27FC236}">
                  <a16:creationId xmlns:a16="http://schemas.microsoft.com/office/drawing/2014/main" id="{3323DC36-1E20-F09C-4B60-12220478F072}"/>
                </a:ext>
              </a:extLst>
            </p:cNvPr>
            <p:cNvPicPr>
              <a:picLocks noChangeAspect="1"/>
            </p:cNvPicPr>
            <p:nvPr/>
          </p:nvPicPr>
          <p:blipFill>
            <a:blip r:embed="rId5"/>
            <a:stretch>
              <a:fillRect/>
            </a:stretch>
          </p:blipFill>
          <p:spPr>
            <a:xfrm>
              <a:off x="8398511" y="3433430"/>
              <a:ext cx="505150" cy="505150"/>
            </a:xfrm>
            <a:prstGeom prst="rect">
              <a:avLst/>
            </a:prstGeom>
          </p:spPr>
        </p:pic>
      </p:grpSp>
      <p:cxnSp>
        <p:nvCxnSpPr>
          <p:cNvPr id="5" name="Straight Connector 4">
            <a:extLst>
              <a:ext uri="{FF2B5EF4-FFF2-40B4-BE49-F238E27FC236}">
                <a16:creationId xmlns:a16="http://schemas.microsoft.com/office/drawing/2014/main" id="{CF8EBB08-1B82-19E6-D5AB-007914087EF5}"/>
              </a:ext>
            </a:extLst>
          </p:cNvPr>
          <p:cNvCxnSpPr>
            <a:cxnSpLocks/>
          </p:cNvCxnSpPr>
          <p:nvPr/>
        </p:nvCxnSpPr>
        <p:spPr>
          <a:xfrm>
            <a:off x="8220887" y="1446468"/>
            <a:ext cx="0" cy="5059110"/>
          </a:xfrm>
          <a:prstGeom prst="line">
            <a:avLst/>
          </a:prstGeom>
          <a:ln>
            <a:solidFill>
              <a:schemeClr val="bg1"/>
            </a:solidFill>
            <a:prstDash val="dash"/>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343540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2DDCB-77FB-8D8D-B97F-479ED5C3D71C}"/>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C669618-222E-00B5-8301-9839ED2AC4EB}"/>
              </a:ext>
            </a:extLst>
          </p:cNvPr>
          <p:cNvSpPr/>
          <p:nvPr/>
        </p:nvSpPr>
        <p:spPr>
          <a:xfrm>
            <a:off x="0" y="0"/>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mn-cs"/>
            </a:endParaRPr>
          </a:p>
        </p:txBody>
      </p:sp>
      <p:grpSp>
        <p:nvGrpSpPr>
          <p:cNvPr id="18" name="Group 17">
            <a:extLst>
              <a:ext uri="{FF2B5EF4-FFF2-40B4-BE49-F238E27FC236}">
                <a16:creationId xmlns:a16="http://schemas.microsoft.com/office/drawing/2014/main" id="{93E79552-91BC-E140-969D-4F134BDBD16A}"/>
              </a:ext>
            </a:extLst>
          </p:cNvPr>
          <p:cNvGrpSpPr/>
          <p:nvPr/>
        </p:nvGrpSpPr>
        <p:grpSpPr>
          <a:xfrm>
            <a:off x="959597" y="1640847"/>
            <a:ext cx="5027085" cy="4379475"/>
            <a:chOff x="1886463" y="1577017"/>
            <a:chExt cx="5027085" cy="4379475"/>
          </a:xfrm>
        </p:grpSpPr>
        <p:sp>
          <p:nvSpPr>
            <p:cNvPr id="8" name="Rectangle 7">
              <a:extLst>
                <a:ext uri="{FF2B5EF4-FFF2-40B4-BE49-F238E27FC236}">
                  <a16:creationId xmlns:a16="http://schemas.microsoft.com/office/drawing/2014/main" id="{92EF2D9E-6A1D-88AC-2A4B-356C3F8E60A1}"/>
                </a:ext>
              </a:extLst>
            </p:cNvPr>
            <p:cNvSpPr/>
            <p:nvPr/>
          </p:nvSpPr>
          <p:spPr>
            <a:xfrm>
              <a:off x="1886463" y="1577017"/>
              <a:ext cx="5027085" cy="3661555"/>
            </a:xfrm>
            <a:prstGeom prst="rect">
              <a:avLst/>
            </a:prstGeom>
            <a:solidFill>
              <a:schemeClr val="bg1"/>
            </a:solidFill>
            <a:ln>
              <a:solidFill>
                <a:srgbClr val="AE9E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pic>
          <p:nvPicPr>
            <p:cNvPr id="9" name="Picture 4" descr="Official HCP Site for PADCEV® (enfortumab vedotin-ejfv)">
              <a:extLst>
                <a:ext uri="{FF2B5EF4-FFF2-40B4-BE49-F238E27FC236}">
                  <a16:creationId xmlns:a16="http://schemas.microsoft.com/office/drawing/2014/main" id="{34169090-A6FD-B1CF-86EF-EE9ECCC81E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4600" y="2977462"/>
              <a:ext cx="1992093" cy="1054257"/>
            </a:xfrm>
            <a:prstGeom prst="rect">
              <a:avLst/>
            </a:prstGeom>
            <a:noFill/>
          </p:spPr>
        </p:pic>
        <p:pic>
          <p:nvPicPr>
            <p:cNvPr id="11" name="Picture 6" descr="TUKYSA® (tucatinib) tablets | Official Patient Site">
              <a:extLst>
                <a:ext uri="{FF2B5EF4-FFF2-40B4-BE49-F238E27FC236}">
                  <a16:creationId xmlns:a16="http://schemas.microsoft.com/office/drawing/2014/main" id="{E3378515-E835-620C-C5DE-6CB76DBDA3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7178" y="1894035"/>
              <a:ext cx="1636871" cy="75304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Seattle Genetics Announces FDA Regular Approval of ADCETRIS® (Brentuximab  Vedotin) for Classical Hodgkin Lymphoma Patients at High Risk of Relapse or  Progression as Post-Autologous Hematopoietic Stem Cell Transplantation  Consolidation | Business Wire">
              <a:extLst>
                <a:ext uri="{FF2B5EF4-FFF2-40B4-BE49-F238E27FC236}">
                  <a16:creationId xmlns:a16="http://schemas.microsoft.com/office/drawing/2014/main" id="{508457F8-558C-429D-D89A-AFD173B1AB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3566" y="3115245"/>
              <a:ext cx="2123931" cy="67773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4206BD52-A57E-5B9A-2561-3F48E7BD0419}"/>
                </a:ext>
              </a:extLst>
            </p:cNvPr>
            <p:cNvPicPr>
              <a:picLocks noChangeAspect="1"/>
            </p:cNvPicPr>
            <p:nvPr/>
          </p:nvPicPr>
          <p:blipFill>
            <a:blip r:embed="rId6"/>
            <a:stretch>
              <a:fillRect/>
            </a:stretch>
          </p:blipFill>
          <p:spPr>
            <a:xfrm>
              <a:off x="5048743" y="4112805"/>
              <a:ext cx="1377513" cy="753040"/>
            </a:xfrm>
            <a:prstGeom prst="rect">
              <a:avLst/>
            </a:prstGeom>
          </p:spPr>
        </p:pic>
        <p:pic>
          <p:nvPicPr>
            <p:cNvPr id="14" name="Picture 4" descr="Abrysvo®">
              <a:extLst>
                <a:ext uri="{FF2B5EF4-FFF2-40B4-BE49-F238E27FC236}">
                  <a16:creationId xmlns:a16="http://schemas.microsoft.com/office/drawing/2014/main" id="{519ADF1F-29AC-A661-ED31-F2839EFE4D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87178" y="4261152"/>
              <a:ext cx="2213906" cy="46353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Home Page | IBRANCE® (palbociclib) | Safety Info">
              <a:extLst>
                <a:ext uri="{FF2B5EF4-FFF2-40B4-BE49-F238E27FC236}">
                  <a16:creationId xmlns:a16="http://schemas.microsoft.com/office/drawing/2014/main" id="{0221CC57-95F1-D4A6-F8CD-0B709C0731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04600" y="1950357"/>
              <a:ext cx="2034499" cy="846471"/>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1E29E5A5-33BC-3C4D-CDC9-054E243B94A8}"/>
                </a:ext>
              </a:extLst>
            </p:cNvPr>
            <p:cNvSpPr/>
            <p:nvPr/>
          </p:nvSpPr>
          <p:spPr>
            <a:xfrm>
              <a:off x="1886463" y="5287521"/>
              <a:ext cx="5027085" cy="668971"/>
            </a:xfrm>
            <a:prstGeom prst="rect">
              <a:avLst/>
            </a:prstGeom>
            <a:solidFill>
              <a:srgbClr val="D8F4ED"/>
            </a:solidFill>
            <a:ln>
              <a:solidFill>
                <a:srgbClr val="D8F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14000"/>
                </a:lnSpc>
                <a:spcBef>
                  <a:spcPts val="0"/>
                </a:spcBef>
                <a:spcAft>
                  <a:spcPts val="1600"/>
                </a:spcAft>
                <a:buClrTx/>
                <a:buSzTx/>
                <a:buFont typeface="Arial"/>
                <a:buNone/>
                <a:tabLst/>
                <a:defRPr/>
              </a:pPr>
              <a:r>
                <a:rPr kumimoji="0" lang="en-IN" sz="1100" b="0" i="0" u="none" strike="noStrike" kern="1200" cap="none" spc="0" normalizeH="0" baseline="0" noProof="0">
                  <a:ln>
                    <a:noFill/>
                  </a:ln>
                  <a:solidFill>
                    <a:srgbClr val="000000"/>
                  </a:solidFill>
                  <a:effectLst/>
                  <a:uLnTx/>
                  <a:uFillTx/>
                  <a:latin typeface="Manrope" pitchFamily="2" charset="0"/>
                  <a:ea typeface="Roboto" panose="02000000000000000000" pitchFamily="2" charset="0"/>
                  <a:cs typeface="Poppins" panose="020B0604020202020204" charset="0"/>
                  <a:sym typeface="Arial"/>
                </a:rPr>
                <a:t>ZoomRx has partnered with additional Pfizer brands including </a:t>
              </a:r>
              <a:r>
                <a:rPr kumimoji="0" lang="en-IN" sz="1100" b="1" i="0" u="none" strike="noStrike" kern="1200" cap="none" spc="0" normalizeH="0" baseline="0" noProof="0">
                  <a:ln>
                    <a:noFill/>
                  </a:ln>
                  <a:solidFill>
                    <a:srgbClr val="000000"/>
                  </a:solidFill>
                  <a:effectLst/>
                  <a:uLnTx/>
                  <a:uFillTx/>
                  <a:latin typeface="Manrope" pitchFamily="2" charset="0"/>
                  <a:ea typeface="Roboto" panose="02000000000000000000" pitchFamily="2" charset="0"/>
                  <a:cs typeface="Poppins" panose="020B0604020202020204" charset="0"/>
                  <a:sym typeface="Arial"/>
                </a:rPr>
                <a:t>XELJANZ, ORGOVYX, MYFEMBREE, TALZENA </a:t>
              </a:r>
              <a:r>
                <a:rPr kumimoji="0" lang="en-IN" sz="1100" b="0" i="0" u="none" strike="noStrike" kern="1200" cap="none" spc="0" normalizeH="0" baseline="0" noProof="0">
                  <a:ln>
                    <a:noFill/>
                  </a:ln>
                  <a:solidFill>
                    <a:srgbClr val="000000"/>
                  </a:solidFill>
                  <a:effectLst/>
                  <a:uLnTx/>
                  <a:uFillTx/>
                  <a:latin typeface="Manrope" pitchFamily="2" charset="0"/>
                  <a:ea typeface="Roboto" panose="02000000000000000000" pitchFamily="2" charset="0"/>
                  <a:cs typeface="Poppins" panose="020B0604020202020204" charset="0"/>
                  <a:sym typeface="Arial"/>
                </a:rPr>
                <a:t>&amp;</a:t>
              </a:r>
              <a:r>
                <a:rPr kumimoji="0" lang="en-IN" sz="1100" b="1" i="0" u="none" strike="noStrike" kern="1200" cap="none" spc="0" normalizeH="0" baseline="0" noProof="0">
                  <a:ln>
                    <a:noFill/>
                  </a:ln>
                  <a:solidFill>
                    <a:srgbClr val="000000"/>
                  </a:solidFill>
                  <a:effectLst/>
                  <a:uLnTx/>
                  <a:uFillTx/>
                  <a:latin typeface="Manrope" pitchFamily="2" charset="0"/>
                  <a:ea typeface="Roboto" panose="02000000000000000000" pitchFamily="2" charset="0"/>
                  <a:cs typeface="Poppins" panose="020B0604020202020204" charset="0"/>
                  <a:sym typeface="Arial"/>
                </a:rPr>
                <a:t> BENEFIX</a:t>
              </a:r>
            </a:p>
          </p:txBody>
        </p:sp>
      </p:grpSp>
      <p:sp>
        <p:nvSpPr>
          <p:cNvPr id="3" name="Title 1">
            <a:extLst>
              <a:ext uri="{FF2B5EF4-FFF2-40B4-BE49-F238E27FC236}">
                <a16:creationId xmlns:a16="http://schemas.microsoft.com/office/drawing/2014/main" id="{35820517-DC7D-92CE-6A32-D32B49670EA6}"/>
              </a:ext>
            </a:extLst>
          </p:cNvPr>
          <p:cNvSpPr txBox="1">
            <a:spLocks/>
          </p:cNvSpPr>
          <p:nvPr/>
        </p:nvSpPr>
        <p:spPr>
          <a:xfrm>
            <a:off x="129489" y="178981"/>
            <a:ext cx="11852797"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dirty="0" err="1">
                <a:ln>
                  <a:noFill/>
                </a:ln>
                <a:solidFill>
                  <a:srgbClr val="FFFFFF"/>
                </a:solidFill>
                <a:effectLst/>
                <a:uLnTx/>
                <a:uFillTx/>
                <a:latin typeface="Manrope" pitchFamily="2" charset="0"/>
                <a:ea typeface="+mj-ea"/>
                <a:cs typeface="+mj-cs"/>
              </a:rPr>
              <a:t>ZoomRx</a:t>
            </a:r>
            <a:r>
              <a:rPr kumimoji="0" lang="en-US" sz="2000" b="1" i="0" u="none" strike="noStrike" kern="1200" cap="none" spc="0" normalizeH="0" baseline="0" noProof="0" dirty="0">
                <a:ln>
                  <a:noFill/>
                </a:ln>
                <a:solidFill>
                  <a:srgbClr val="FFFFFF"/>
                </a:solidFill>
                <a:effectLst/>
                <a:uLnTx/>
                <a:uFillTx/>
                <a:latin typeface="Manrope" pitchFamily="2" charset="0"/>
                <a:ea typeface="+mj-ea"/>
                <a:cs typeface="+mj-cs"/>
              </a:rPr>
              <a:t> and Pfizer have a well-established partnership, collaborating on research since 2016</a:t>
            </a:r>
          </a:p>
        </p:txBody>
      </p:sp>
      <p:sp>
        <p:nvSpPr>
          <p:cNvPr id="4" name="TextBox 3">
            <a:extLst>
              <a:ext uri="{FF2B5EF4-FFF2-40B4-BE49-F238E27FC236}">
                <a16:creationId xmlns:a16="http://schemas.microsoft.com/office/drawing/2014/main" id="{44B48717-6C5E-E978-094A-B2C80596B14D}"/>
              </a:ext>
            </a:extLst>
          </p:cNvPr>
          <p:cNvSpPr txBox="1"/>
          <p:nvPr/>
        </p:nvSpPr>
        <p:spPr>
          <a:xfrm>
            <a:off x="6542911" y="1396321"/>
            <a:ext cx="5147732" cy="4216539"/>
          </a:xfrm>
          <a:prstGeom prst="rect">
            <a:avLst/>
          </a:prstGeom>
          <a:noFill/>
        </p:spPr>
        <p:txBody>
          <a:bodyPr wrap="square" lIns="91440" tIns="45720" rIns="91440" bIns="45720" rtlCol="0" anchor="t">
            <a:spAutoFit/>
          </a:bodyPr>
          <a:lstStyle/>
          <a:p>
            <a:pPr marL="0" marR="0" lvl="0" indent="0" defTabSz="914400" rtl="0" eaLnBrk="1" fontAlgn="auto" latinLnBrk="0" hangingPunct="1">
              <a:lnSpc>
                <a:spcPct val="100000"/>
              </a:lnSpc>
              <a:spcBef>
                <a:spcPts val="0"/>
              </a:spcBef>
              <a:spcAft>
                <a:spcPts val="0"/>
              </a:spcAft>
              <a:buClrTx/>
              <a:buSzTx/>
              <a:buFont typeface="Arial"/>
              <a:buNone/>
              <a:tabLst/>
              <a:defRPr/>
            </a:pPr>
            <a:r>
              <a:rPr kumimoji="0" lang="en-GB" sz="1600" b="1" i="0" u="none" strike="noStrike" kern="1200" cap="none" spc="0" normalizeH="0" baseline="0" noProof="0">
                <a:ln>
                  <a:noFill/>
                </a:ln>
                <a:solidFill>
                  <a:srgbClr val="4472C4"/>
                </a:solidFill>
                <a:effectLst/>
                <a:uLnTx/>
                <a:uFillTx/>
                <a:latin typeface="Manrope" pitchFamily="2" charset="0"/>
                <a:ea typeface="Roboto" pitchFamily="2" charset="0"/>
                <a:cs typeface="Arial"/>
                <a:sym typeface="Arial"/>
              </a:rPr>
              <a:t>Key Highlights:</a:t>
            </a:r>
          </a:p>
          <a:p>
            <a:pPr marL="285750" marR="0" lvl="0" indent="-285750" defTabSz="914400" rtl="0" eaLnBrk="1" fontAlgn="auto" latinLnBrk="0" hangingPunct="1">
              <a:lnSpc>
                <a:spcPct val="100000"/>
              </a:lnSpc>
              <a:spcBef>
                <a:spcPts val="0"/>
              </a:spcBef>
              <a:spcAft>
                <a:spcPts val="0"/>
              </a:spcAft>
              <a:buClrTx/>
              <a:buSzTx/>
              <a:buFont typeface="Wingdings" pitchFamily="2" charset="2"/>
              <a:buChar char="§"/>
              <a:tabLst/>
              <a:defRPr/>
            </a:pPr>
            <a:endParaRPr kumimoji="0" lang="en-GB" sz="1200" b="1" i="0" u="none" strike="noStrike" kern="1200" cap="none" spc="0" normalizeH="0" baseline="0" noProof="0">
              <a:ln>
                <a:noFill/>
              </a:ln>
              <a:solidFill>
                <a:srgbClr val="FFFFFF"/>
              </a:solidFill>
              <a:effectLst/>
              <a:uLnTx/>
              <a:uFillTx/>
              <a:latin typeface="Manrope" pitchFamily="2" charset="0"/>
              <a:ea typeface="Roboto" pitchFamily="2" charset="0"/>
              <a:cs typeface="Arial"/>
              <a:sym typeface="Arial"/>
            </a:endParaRPr>
          </a:p>
          <a:p>
            <a:pPr marL="285750" indent="-285750">
              <a:buClr>
                <a:srgbClr val="FFFFFF"/>
              </a:buClr>
              <a:buFont typeface="Wingdings" pitchFamily="2" charset="2"/>
              <a:buChar char="§"/>
              <a:defRPr/>
            </a:pPr>
            <a:r>
              <a:rPr lang="en-US" sz="1200" b="1">
                <a:solidFill>
                  <a:srgbClr val="4472C4"/>
                </a:solidFill>
                <a:latin typeface="Manrope" pitchFamily="2" charset="0"/>
                <a:ea typeface="Roboto" pitchFamily="2" charset="0"/>
                <a:cs typeface="Arial"/>
                <a:sym typeface="Arial"/>
              </a:rPr>
              <a:t>ABRYSVO </a:t>
            </a:r>
            <a:r>
              <a:rPr lang="en-US" sz="1200" b="1" kern="0">
                <a:solidFill>
                  <a:srgbClr val="FFFFFF"/>
                </a:solidFill>
                <a:latin typeface="Manrope" pitchFamily="2" charset="0"/>
                <a:ea typeface="Roboto" pitchFamily="2" charset="0"/>
                <a:cs typeface="Arial"/>
                <a:sym typeface="Arial"/>
              </a:rPr>
              <a:t>– </a:t>
            </a:r>
            <a:r>
              <a:rPr lang="en-US" sz="1200" kern="0">
                <a:solidFill>
                  <a:srgbClr val="FFFFFF"/>
                </a:solidFill>
                <a:latin typeface="Manrope" pitchFamily="2" charset="0"/>
                <a:ea typeface="Roboto" pitchFamily="2" charset="0"/>
                <a:cs typeface="Arial"/>
                <a:sym typeface="Arial"/>
              </a:rPr>
              <a:t>PET &amp; NPP partner at launch (2023) for both </a:t>
            </a:r>
            <a:r>
              <a:rPr lang="en-US" sz="1200" b="1" kern="0">
                <a:solidFill>
                  <a:srgbClr val="FFFFFF"/>
                </a:solidFill>
                <a:latin typeface="Manrope" pitchFamily="2" charset="0"/>
                <a:ea typeface="Roboto" pitchFamily="2" charset="0"/>
                <a:cs typeface="Arial"/>
                <a:sym typeface="Arial"/>
              </a:rPr>
              <a:t>older adult </a:t>
            </a:r>
            <a:r>
              <a:rPr lang="en-US" sz="1200" kern="0">
                <a:solidFill>
                  <a:srgbClr val="FFFFFF"/>
                </a:solidFill>
                <a:latin typeface="Manrope" pitchFamily="2" charset="0"/>
                <a:ea typeface="Roboto" pitchFamily="2" charset="0"/>
                <a:cs typeface="Arial"/>
                <a:sym typeface="Arial"/>
              </a:rPr>
              <a:t>and </a:t>
            </a:r>
            <a:r>
              <a:rPr lang="en-US" sz="1200" b="1" kern="0">
                <a:solidFill>
                  <a:srgbClr val="FFFFFF"/>
                </a:solidFill>
                <a:latin typeface="Manrope" pitchFamily="2" charset="0"/>
                <a:ea typeface="Roboto" pitchFamily="2" charset="0"/>
                <a:cs typeface="Arial"/>
                <a:sym typeface="Arial"/>
              </a:rPr>
              <a:t>maternal indications</a:t>
            </a:r>
            <a:r>
              <a:rPr lang="en-US" sz="1200" kern="0">
                <a:solidFill>
                  <a:srgbClr val="FFFFFF"/>
                </a:solidFill>
                <a:latin typeface="Manrope" pitchFamily="2" charset="0"/>
                <a:ea typeface="Roboto" pitchFamily="2" charset="0"/>
                <a:cs typeface="Arial"/>
                <a:sym typeface="Arial"/>
              </a:rPr>
              <a:t>; Digital Tracking &amp; HCP-Pt Conversations</a:t>
            </a:r>
          </a:p>
          <a:p>
            <a:pPr marR="0" lvl="0" defTabSz="914400" rtl="0" eaLnBrk="1" fontAlgn="auto" latinLnBrk="0" hangingPunct="1">
              <a:lnSpc>
                <a:spcPct val="100000"/>
              </a:lnSpc>
              <a:spcBef>
                <a:spcPts val="0"/>
              </a:spcBef>
              <a:spcAft>
                <a:spcPts val="0"/>
              </a:spcAft>
              <a:buClr>
                <a:srgbClr val="FFFFFF"/>
              </a:buClr>
              <a:buSzTx/>
              <a:tabLst/>
              <a:defRPr/>
            </a:pPr>
            <a:endParaRPr kumimoji="0" lang="en-GB" sz="1200" b="1" i="0" u="none" strike="noStrike" kern="1200" cap="none" spc="0" normalizeH="0" baseline="0" noProof="0">
              <a:ln>
                <a:noFill/>
              </a:ln>
              <a:solidFill>
                <a:srgbClr val="4472C4"/>
              </a:solidFill>
              <a:effectLst/>
              <a:uLnTx/>
              <a:uFillTx/>
              <a:latin typeface="Manrope" pitchFamily="2" charset="0"/>
              <a:ea typeface="Roboto" pitchFamily="2" charset="0"/>
              <a:cs typeface="Arial"/>
              <a:sym typeface="Arial"/>
            </a:endParaRPr>
          </a:p>
          <a:p>
            <a:pPr marL="285750" marR="0" lvl="0" indent="-285750"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kumimoji="0" lang="en-GB" sz="1200" b="1" i="0" u="none" strike="noStrike" kern="1200" cap="none" spc="0" normalizeH="0" baseline="0" noProof="0">
                <a:ln>
                  <a:noFill/>
                </a:ln>
                <a:solidFill>
                  <a:srgbClr val="4472C4"/>
                </a:solidFill>
                <a:effectLst/>
                <a:uLnTx/>
                <a:uFillTx/>
                <a:latin typeface="Manrope" pitchFamily="2" charset="0"/>
                <a:ea typeface="Roboto" pitchFamily="2" charset="0"/>
                <a:cs typeface="Arial"/>
                <a:sym typeface="Arial"/>
              </a:rPr>
              <a:t>PENBRAYA </a:t>
            </a:r>
            <a:r>
              <a:rPr kumimoji="0" lang="en-GB" sz="1200" b="1" i="0" u="none" strike="noStrike" kern="1200" cap="none" spc="0" normalizeH="0" baseline="0" noProof="0">
                <a:ln>
                  <a:noFill/>
                </a:ln>
                <a:solidFill>
                  <a:schemeClr val="bg1"/>
                </a:solidFill>
                <a:effectLst/>
                <a:uLnTx/>
                <a:uFillTx/>
                <a:latin typeface="Manrope" pitchFamily="2" charset="0"/>
                <a:ea typeface="Roboto" pitchFamily="2" charset="0"/>
                <a:cs typeface="Arial"/>
                <a:sym typeface="Arial"/>
              </a:rPr>
              <a:t>– </a:t>
            </a:r>
            <a:r>
              <a:rPr kumimoji="0" lang="en-GB" sz="1200" i="0" u="none" strike="noStrike" kern="1200" cap="none" spc="0" normalizeH="0" baseline="0" noProof="0">
                <a:ln>
                  <a:noFill/>
                </a:ln>
                <a:solidFill>
                  <a:schemeClr val="bg1"/>
                </a:solidFill>
                <a:effectLst/>
                <a:uLnTx/>
                <a:uFillTx/>
                <a:latin typeface="Manrope" pitchFamily="2" charset="0"/>
                <a:ea typeface="Roboto" pitchFamily="2" charset="0"/>
                <a:cs typeface="Arial"/>
                <a:sym typeface="Arial"/>
              </a:rPr>
              <a:t>HCP Patient conversations (2025)</a:t>
            </a:r>
          </a:p>
          <a:p>
            <a:pPr marL="285750" marR="0" lvl="0" indent="-285750"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endParaRPr kumimoji="0" lang="en-GB" sz="1200" b="1" i="0" u="none" strike="noStrike" kern="1200" cap="none" spc="0" normalizeH="0" baseline="0" noProof="0">
              <a:ln>
                <a:noFill/>
              </a:ln>
              <a:solidFill>
                <a:srgbClr val="4472C4"/>
              </a:solidFill>
              <a:effectLst/>
              <a:uLnTx/>
              <a:uFillTx/>
              <a:latin typeface="Manrope" pitchFamily="2" charset="0"/>
              <a:ea typeface="Roboto" pitchFamily="2" charset="0"/>
              <a:cs typeface="Arial"/>
              <a:sym typeface="Arial"/>
            </a:endParaRPr>
          </a:p>
          <a:p>
            <a:pPr marL="285750" marR="0" lvl="0" indent="-285750"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lang="en-GB" sz="1200" b="1">
                <a:solidFill>
                  <a:srgbClr val="4472C4"/>
                </a:solidFill>
                <a:latin typeface="Manrope" pitchFamily="2" charset="0"/>
                <a:ea typeface="Roboto" pitchFamily="2" charset="0"/>
                <a:cs typeface="Arial"/>
                <a:sym typeface="Arial"/>
              </a:rPr>
              <a:t>PREVNAR </a:t>
            </a:r>
            <a:r>
              <a:rPr lang="en-GB" sz="1200">
                <a:solidFill>
                  <a:schemeClr val="bg1"/>
                </a:solidFill>
                <a:latin typeface="Manrope" pitchFamily="2" charset="0"/>
                <a:ea typeface="Roboto" pitchFamily="2" charset="0"/>
                <a:cs typeface="Arial"/>
                <a:sym typeface="Arial"/>
              </a:rPr>
              <a:t>–</a:t>
            </a:r>
            <a:r>
              <a:rPr lang="en-GB" sz="1200">
                <a:solidFill>
                  <a:srgbClr val="4472C4"/>
                </a:solidFill>
                <a:latin typeface="Manrope" pitchFamily="2" charset="0"/>
                <a:ea typeface="Roboto" pitchFamily="2" charset="0"/>
                <a:cs typeface="Arial"/>
                <a:sym typeface="Arial"/>
              </a:rPr>
              <a:t> </a:t>
            </a:r>
            <a:r>
              <a:rPr lang="en-GB" sz="1200">
                <a:solidFill>
                  <a:schemeClr val="bg1"/>
                </a:solidFill>
                <a:latin typeface="Manrope" pitchFamily="2" charset="0"/>
                <a:ea typeface="Roboto" pitchFamily="2" charset="0"/>
                <a:cs typeface="Arial"/>
                <a:sym typeface="Arial"/>
              </a:rPr>
              <a:t>HCP Patient conversations (2025)</a:t>
            </a:r>
          </a:p>
          <a:p>
            <a:pPr marL="285750" marR="0" lvl="0" indent="-285750"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endParaRPr kumimoji="0" lang="en-GB" sz="1200" b="1" i="0" u="none" strike="noStrike" kern="1200" cap="none" spc="0" normalizeH="0" baseline="0" noProof="0">
              <a:ln>
                <a:noFill/>
              </a:ln>
              <a:solidFill>
                <a:srgbClr val="4472C4"/>
              </a:solidFill>
              <a:effectLst/>
              <a:uLnTx/>
              <a:uFillTx/>
              <a:latin typeface="Manrope" pitchFamily="2" charset="0"/>
              <a:ea typeface="Roboto" pitchFamily="2" charset="0"/>
              <a:cs typeface="Arial"/>
              <a:sym typeface="Arial"/>
            </a:endParaRPr>
          </a:p>
          <a:p>
            <a:pPr marL="285750" marR="0" lvl="0" indent="-285750"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kumimoji="0" lang="en-GB" sz="1200" b="1" i="0" u="none" strike="noStrike" kern="1200" cap="none" spc="0" normalizeH="0" baseline="0" noProof="0">
                <a:ln>
                  <a:noFill/>
                </a:ln>
                <a:solidFill>
                  <a:srgbClr val="4472C4"/>
                </a:solidFill>
                <a:effectLst/>
                <a:uLnTx/>
                <a:uFillTx/>
                <a:latin typeface="Manrope" pitchFamily="2" charset="0"/>
                <a:ea typeface="Roboto" pitchFamily="2" charset="0"/>
                <a:cs typeface="Arial"/>
                <a:sym typeface="Arial"/>
              </a:rPr>
              <a:t>TUKYSA</a:t>
            </a:r>
            <a:r>
              <a:rPr kumimoji="0" lang="en-GB" sz="1200" b="0" i="0" u="none" strike="noStrike" kern="1200" cap="none" spc="0" normalizeH="0" baseline="0" noProof="0">
                <a:ln>
                  <a:noFill/>
                </a:ln>
                <a:solidFill>
                  <a:srgbClr val="4472C4"/>
                </a:solidFill>
                <a:effectLst/>
                <a:uLnTx/>
                <a:uFillTx/>
                <a:latin typeface="Manrope" pitchFamily="2" charset="0"/>
                <a:ea typeface="Roboto" pitchFamily="2" charset="0"/>
                <a:cs typeface="Arial"/>
                <a:sym typeface="Arial"/>
              </a:rPr>
              <a:t> </a:t>
            </a:r>
            <a:r>
              <a:rPr kumimoji="0" lang="en-GB" sz="1200" b="0" i="0" u="none" strike="noStrike" kern="1200" cap="none" spc="0" normalizeH="0" baseline="0" noProof="0">
                <a:ln>
                  <a:noFill/>
                </a:ln>
                <a:solidFill>
                  <a:srgbClr val="FFFFFF"/>
                </a:solidFill>
                <a:effectLst/>
                <a:uLnTx/>
                <a:uFillTx/>
                <a:latin typeface="Manrope" pitchFamily="2" charset="0"/>
                <a:ea typeface="Roboto" pitchFamily="2" charset="0"/>
                <a:cs typeface="Arial"/>
                <a:sym typeface="Arial"/>
              </a:rPr>
              <a:t>– PET partner since launch in late 2019 including support of the mCRC label expansion</a:t>
            </a:r>
          </a:p>
          <a:p>
            <a:pPr marL="285750" marR="0" lvl="0" indent="-285750"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endParaRPr kumimoji="0" lang="en-GB" sz="1200" b="1" i="0" u="none" strike="noStrike" kern="1200" cap="none" spc="0" normalizeH="0" baseline="0" noProof="0">
              <a:ln>
                <a:noFill/>
              </a:ln>
              <a:solidFill>
                <a:srgbClr val="FFFFFF"/>
              </a:solidFill>
              <a:effectLst/>
              <a:uLnTx/>
              <a:uFillTx/>
              <a:latin typeface="Manrope" pitchFamily="2" charset="0"/>
              <a:ea typeface="Roboto" pitchFamily="2" charset="0"/>
              <a:cs typeface="Arial"/>
              <a:sym typeface="Arial"/>
            </a:endParaRPr>
          </a:p>
          <a:p>
            <a:pPr marL="285750" marR="0" lvl="0" indent="-285750"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lang="en-GB" sz="1200" b="1">
                <a:solidFill>
                  <a:srgbClr val="4472C4"/>
                </a:solidFill>
                <a:latin typeface="Manrope" pitchFamily="2" charset="0"/>
                <a:ea typeface="Roboto" pitchFamily="2" charset="0"/>
                <a:cs typeface="Arial"/>
                <a:sym typeface="Arial"/>
              </a:rPr>
              <a:t>IBRANCE </a:t>
            </a:r>
            <a:r>
              <a:rPr kumimoji="0" lang="en-GB" sz="1200" b="1" i="0" u="none" strike="noStrike" kern="1200" cap="none" spc="0" normalizeH="0" baseline="0" noProof="0">
                <a:ln>
                  <a:noFill/>
                </a:ln>
                <a:solidFill>
                  <a:srgbClr val="FFFFFF"/>
                </a:solidFill>
                <a:effectLst/>
                <a:uLnTx/>
                <a:uFillTx/>
                <a:latin typeface="Manrope" pitchFamily="2" charset="0"/>
                <a:ea typeface="Roboto" pitchFamily="2" charset="0"/>
                <a:cs typeface="Arial"/>
                <a:sym typeface="Arial"/>
              </a:rPr>
              <a:t>– </a:t>
            </a:r>
            <a:r>
              <a:rPr kumimoji="0" lang="en-GB" sz="1200" b="0" i="0" u="none" strike="noStrike" kern="1200" cap="none" spc="0" normalizeH="0" baseline="0" noProof="0">
                <a:ln>
                  <a:noFill/>
                </a:ln>
                <a:solidFill>
                  <a:srgbClr val="FFFFFF"/>
                </a:solidFill>
                <a:effectLst/>
                <a:uLnTx/>
                <a:uFillTx/>
                <a:latin typeface="Manrope" pitchFamily="2" charset="0"/>
                <a:ea typeface="Roboto" pitchFamily="2" charset="0"/>
                <a:cs typeface="Arial"/>
                <a:sym typeface="Arial"/>
              </a:rPr>
              <a:t>Digital Tracking partner to provide a comprehensive market-wide view of omnichannel promotional performance </a:t>
            </a:r>
          </a:p>
          <a:p>
            <a:pPr marL="285750" marR="0" lvl="0" indent="-285750"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endParaRPr kumimoji="0" lang="en-GB" sz="1200" b="1" i="0" u="none" strike="noStrike" kern="1200" cap="none" spc="0" normalizeH="0" baseline="0" noProof="0">
              <a:ln>
                <a:noFill/>
              </a:ln>
              <a:solidFill>
                <a:srgbClr val="FFFFFF"/>
              </a:solidFill>
              <a:effectLst/>
              <a:uLnTx/>
              <a:uFillTx/>
              <a:latin typeface="Manrope" pitchFamily="2" charset="0"/>
              <a:ea typeface="Roboto" pitchFamily="2" charset="0"/>
              <a:cs typeface="Arial"/>
              <a:sym typeface="Arial"/>
            </a:endParaRPr>
          </a:p>
          <a:p>
            <a:pPr marL="285750" marR="0" lvl="0" indent="-285750"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lang="en-US" sz="1200" b="1">
                <a:solidFill>
                  <a:srgbClr val="4472C4"/>
                </a:solidFill>
                <a:latin typeface="Manrope" pitchFamily="2" charset="0"/>
                <a:ea typeface="Roboto" pitchFamily="2" charset="0"/>
                <a:cs typeface="Arial"/>
                <a:sym typeface="Arial"/>
              </a:rPr>
              <a:t>ADCETRIS </a:t>
            </a:r>
            <a:r>
              <a:rPr kumimoji="0" lang="en-US" sz="1200" b="0" i="0" u="none" strike="noStrike" kern="0" cap="none" spc="0" normalizeH="0" baseline="0" noProof="0">
                <a:ln>
                  <a:noFill/>
                </a:ln>
                <a:solidFill>
                  <a:srgbClr val="FFFFFF"/>
                </a:solidFill>
                <a:effectLst/>
                <a:uLnTx/>
                <a:uFillTx/>
                <a:latin typeface="Manrope" pitchFamily="2" charset="0"/>
                <a:ea typeface="Roboto" pitchFamily="2" charset="0"/>
                <a:cs typeface="Arial"/>
                <a:sym typeface="Arial"/>
              </a:rPr>
              <a:t>– PET Partner from late 2020 tracking cHL with proactive discussions to support Feb 2024 DLBCL launch</a:t>
            </a:r>
          </a:p>
          <a:p>
            <a:pPr marL="285750" marR="0" lvl="0" indent="-285750"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endParaRPr kumimoji="0" lang="en-US" sz="1200" b="1" i="0" u="none" strike="noStrike" kern="0" cap="none" spc="0" normalizeH="0" baseline="0" noProof="0">
              <a:ln>
                <a:noFill/>
              </a:ln>
              <a:solidFill>
                <a:srgbClr val="FFFFFF"/>
              </a:solidFill>
              <a:effectLst/>
              <a:uLnTx/>
              <a:uFillTx/>
              <a:latin typeface="Manrope" pitchFamily="2" charset="0"/>
              <a:ea typeface="Roboto" pitchFamily="2" charset="0"/>
              <a:cs typeface="Roboto"/>
              <a:sym typeface="Arial"/>
            </a:endParaRPr>
          </a:p>
          <a:p>
            <a:pPr marL="285750" marR="0" lvl="0" indent="-285750"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lang="en-US" sz="1200" b="1">
                <a:solidFill>
                  <a:srgbClr val="4472C4"/>
                </a:solidFill>
                <a:latin typeface="Manrope" pitchFamily="2" charset="0"/>
                <a:ea typeface="Roboto" pitchFamily="2" charset="0"/>
                <a:cs typeface="Arial"/>
                <a:sym typeface="Arial"/>
              </a:rPr>
              <a:t>PADCEV </a:t>
            </a:r>
            <a:r>
              <a:rPr kumimoji="0" lang="en-US" sz="1200" b="0" i="0" u="none" strike="noStrike" kern="0" cap="none" spc="0" normalizeH="0" baseline="0" noProof="0">
                <a:ln>
                  <a:noFill/>
                </a:ln>
                <a:solidFill>
                  <a:srgbClr val="FFFFFF"/>
                </a:solidFill>
                <a:effectLst/>
                <a:uLnTx/>
                <a:uFillTx/>
                <a:latin typeface="Manrope" pitchFamily="2" charset="0"/>
                <a:ea typeface="Roboto"/>
                <a:cs typeface="Roboto"/>
                <a:sym typeface="Arial"/>
              </a:rPr>
              <a:t>– ATU, PET &amp; NPP partner from late 2020, including support for 2023 launch into 1L as combination therapy with pembrolizumab</a:t>
            </a:r>
          </a:p>
        </p:txBody>
      </p:sp>
      <p:sp>
        <p:nvSpPr>
          <p:cNvPr id="5" name="TextBox 4">
            <a:extLst>
              <a:ext uri="{FF2B5EF4-FFF2-40B4-BE49-F238E27FC236}">
                <a16:creationId xmlns:a16="http://schemas.microsoft.com/office/drawing/2014/main" id="{B77CEC3C-D433-905A-76F1-BBAE474B7D27}"/>
              </a:ext>
            </a:extLst>
          </p:cNvPr>
          <p:cNvSpPr txBox="1"/>
          <p:nvPr/>
        </p:nvSpPr>
        <p:spPr>
          <a:xfrm>
            <a:off x="7119912" y="5831962"/>
            <a:ext cx="3993730" cy="704324"/>
          </a:xfrm>
          <a:prstGeom prst="rect">
            <a:avLst/>
          </a:prstGeom>
          <a:solidFill>
            <a:schemeClr val="tx1"/>
          </a:solidFill>
        </p:spPr>
        <p:txBody>
          <a:bodyPr wrap="square" anchor="ctr">
            <a:noAutofit/>
          </a:bodyPr>
          <a:lstStyle/>
          <a:p>
            <a:pPr algn="ctr"/>
            <a:r>
              <a:rPr lang="en-US" sz="1200" dirty="0" err="1">
                <a:solidFill>
                  <a:schemeClr val="bg1"/>
                </a:solidFill>
                <a:latin typeface="Manrope"/>
                <a:cs typeface="Mangal"/>
              </a:rPr>
              <a:t>ZoomRx</a:t>
            </a:r>
            <a:r>
              <a:rPr lang="en-US" sz="1200" dirty="0">
                <a:solidFill>
                  <a:schemeClr val="bg1"/>
                </a:solidFill>
                <a:latin typeface="Manrope"/>
                <a:cs typeface="Mangal"/>
              </a:rPr>
              <a:t> and Pfizer have an active MSA in place and </a:t>
            </a:r>
            <a:r>
              <a:rPr lang="en-US" sz="1200" dirty="0" err="1">
                <a:solidFill>
                  <a:schemeClr val="bg1"/>
                </a:solidFill>
                <a:latin typeface="Manrope"/>
                <a:cs typeface="Mangal"/>
              </a:rPr>
              <a:t>ZoomRx</a:t>
            </a:r>
            <a:r>
              <a:rPr lang="en-US" sz="1200" dirty="0">
                <a:solidFill>
                  <a:schemeClr val="bg1"/>
                </a:solidFill>
                <a:latin typeface="Manrope"/>
                <a:cs typeface="Mangal"/>
              </a:rPr>
              <a:t> is a Pfizer Preferred Vendor</a:t>
            </a:r>
            <a:endParaRPr lang="en-US" sz="1200" dirty="0"/>
          </a:p>
        </p:txBody>
      </p:sp>
    </p:spTree>
    <p:extLst>
      <p:ext uri="{BB962C8B-B14F-4D97-AF65-F5344CB8AC3E}">
        <p14:creationId xmlns:p14="http://schemas.microsoft.com/office/powerpoint/2010/main" val="763083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693B0E5B-007E-BD88-78C7-A33BEEC1D4EC}"/>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A34F1731-D467-5D54-EA10-683B86655D1A}"/>
              </a:ext>
            </a:extLst>
          </p:cNvPr>
          <p:cNvSpPr/>
          <p:nvPr/>
        </p:nvSpPr>
        <p:spPr>
          <a:xfrm>
            <a:off x="0" y="0"/>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mn-cs"/>
            </a:endParaRPr>
          </a:p>
        </p:txBody>
      </p:sp>
      <p:sp>
        <p:nvSpPr>
          <p:cNvPr id="34" name="Title 1">
            <a:extLst>
              <a:ext uri="{FF2B5EF4-FFF2-40B4-BE49-F238E27FC236}">
                <a16:creationId xmlns:a16="http://schemas.microsoft.com/office/drawing/2014/main" id="{45F30275-FB2E-297D-657E-DAB899676D99}"/>
              </a:ext>
            </a:extLst>
          </p:cNvPr>
          <p:cNvSpPr txBox="1">
            <a:spLocks/>
          </p:cNvSpPr>
          <p:nvPr/>
        </p:nvSpPr>
        <p:spPr>
          <a:xfrm>
            <a:off x="-1062652" y="2423961"/>
            <a:ext cx="10642388"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u="none" strike="noStrike" kern="1200" cap="none" spc="0" normalizeH="0" baseline="0" noProof="0" dirty="0">
              <a:ln>
                <a:noFill/>
              </a:ln>
              <a:solidFill>
                <a:srgbClr val="FFFFFF"/>
              </a:solidFill>
              <a:effectLst/>
              <a:uLnTx/>
              <a:uFillTx/>
              <a:latin typeface="Manrope"/>
              <a:ea typeface="+mj-ea"/>
              <a:cs typeface="+mj-cs"/>
            </a:endParaRPr>
          </a:p>
        </p:txBody>
      </p:sp>
      <p:grpSp>
        <p:nvGrpSpPr>
          <p:cNvPr id="3" name="Group 2">
            <a:extLst>
              <a:ext uri="{FF2B5EF4-FFF2-40B4-BE49-F238E27FC236}">
                <a16:creationId xmlns:a16="http://schemas.microsoft.com/office/drawing/2014/main" id="{7C9ACD9F-1673-B2C1-6CC2-BD32A68186C8}"/>
              </a:ext>
            </a:extLst>
          </p:cNvPr>
          <p:cNvGrpSpPr/>
          <p:nvPr/>
        </p:nvGrpSpPr>
        <p:grpSpPr>
          <a:xfrm>
            <a:off x="3474121" y="1432861"/>
            <a:ext cx="2510972" cy="3290589"/>
            <a:chOff x="3469783" y="2732496"/>
            <a:chExt cx="2510972" cy="3290589"/>
          </a:xfrm>
        </p:grpSpPr>
        <p:sp>
          <p:nvSpPr>
            <p:cNvPr id="4" name="Rounded Rectangle 23">
              <a:extLst>
                <a:ext uri="{FF2B5EF4-FFF2-40B4-BE49-F238E27FC236}">
                  <a16:creationId xmlns:a16="http://schemas.microsoft.com/office/drawing/2014/main" id="{819882DC-F8F1-1E57-DC02-DC445D517D87}"/>
                </a:ext>
              </a:extLst>
            </p:cNvPr>
            <p:cNvSpPr/>
            <p:nvPr/>
          </p:nvSpPr>
          <p:spPr>
            <a:xfrm>
              <a:off x="3469784" y="4026947"/>
              <a:ext cx="2510971" cy="1996138"/>
            </a:xfrm>
            <a:prstGeom prst="roundRect">
              <a:avLst>
                <a:gd name="adj" fmla="val 7418"/>
              </a:avLst>
            </a:prstGeom>
            <a:solidFill>
              <a:srgbClr val="000000"/>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6" name="Round Same-side Corner of Rectangle 35">
              <a:extLst>
                <a:ext uri="{FF2B5EF4-FFF2-40B4-BE49-F238E27FC236}">
                  <a16:creationId xmlns:a16="http://schemas.microsoft.com/office/drawing/2014/main" id="{2CCEA2F8-A9EE-1054-69CA-878AEBC3F46C}"/>
                </a:ext>
              </a:extLst>
            </p:cNvPr>
            <p:cNvSpPr/>
            <p:nvPr/>
          </p:nvSpPr>
          <p:spPr>
            <a:xfrm>
              <a:off x="3469784" y="3061796"/>
              <a:ext cx="2510971" cy="1268250"/>
            </a:xfrm>
            <a:prstGeom prst="round2SameRect">
              <a:avLst/>
            </a:prstGeom>
            <a:solidFill>
              <a:srgbClr val="595959">
                <a:lumMod val="50000"/>
              </a:srgbClr>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7" name="TextBox 6">
              <a:extLst>
                <a:ext uri="{FF2B5EF4-FFF2-40B4-BE49-F238E27FC236}">
                  <a16:creationId xmlns:a16="http://schemas.microsoft.com/office/drawing/2014/main" id="{B8AF5086-D44E-A6F9-090B-FC88E46416A1}"/>
                </a:ext>
              </a:extLst>
            </p:cNvPr>
            <p:cNvSpPr txBox="1"/>
            <p:nvPr/>
          </p:nvSpPr>
          <p:spPr>
            <a:xfrm>
              <a:off x="3652726" y="3587069"/>
              <a:ext cx="2145086"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r>
                <a:rPr kumimoji="0" lang="en-US" sz="1400" b="1" i="0" u="none" strike="noStrike" kern="0" cap="none" spc="0" normalizeH="0" baseline="0" noProof="0">
                  <a:ln>
                    <a:noFill/>
                  </a:ln>
                  <a:solidFill>
                    <a:srgbClr val="FFFFFF"/>
                  </a:solidFill>
                  <a:effectLst/>
                  <a:uLnTx/>
                  <a:uFillTx/>
                  <a:latin typeface="Manrope" pitchFamily="2" charset="0"/>
                  <a:ea typeface="+mn-ea"/>
                  <a:cs typeface="Poppins" pitchFamily="2" charset="77"/>
                  <a:sym typeface="Arial"/>
                </a:rPr>
                <a:t>Collection of High Volume of Qual Data</a:t>
              </a:r>
            </a:p>
          </p:txBody>
        </p:sp>
        <p:grpSp>
          <p:nvGrpSpPr>
            <p:cNvPr id="10" name="Group 9">
              <a:extLst>
                <a:ext uri="{FF2B5EF4-FFF2-40B4-BE49-F238E27FC236}">
                  <a16:creationId xmlns:a16="http://schemas.microsoft.com/office/drawing/2014/main" id="{290694E5-C265-8CDB-7E94-E682D930F00F}"/>
                </a:ext>
              </a:extLst>
            </p:cNvPr>
            <p:cNvGrpSpPr/>
            <p:nvPr/>
          </p:nvGrpSpPr>
          <p:grpSpPr>
            <a:xfrm>
              <a:off x="4365269" y="2732496"/>
              <a:ext cx="720000" cy="720000"/>
              <a:chOff x="2156936" y="5234826"/>
              <a:chExt cx="720000" cy="720000"/>
            </a:xfrm>
          </p:grpSpPr>
          <p:sp>
            <p:nvSpPr>
              <p:cNvPr id="15" name="Rounded Rectangle 8">
                <a:extLst>
                  <a:ext uri="{FF2B5EF4-FFF2-40B4-BE49-F238E27FC236}">
                    <a16:creationId xmlns:a16="http://schemas.microsoft.com/office/drawing/2014/main" id="{46DEE213-7579-2E84-092F-4070F2FBECDB}"/>
                  </a:ext>
                </a:extLst>
              </p:cNvPr>
              <p:cNvSpPr/>
              <p:nvPr/>
            </p:nvSpPr>
            <p:spPr>
              <a:xfrm>
                <a:off x="2156936" y="5234826"/>
                <a:ext cx="720000" cy="720000"/>
              </a:xfrm>
              <a:prstGeom prst="roundRect">
                <a:avLst>
                  <a:gd name="adj" fmla="val 50000"/>
                </a:avLst>
              </a:prstGeom>
              <a:solidFill>
                <a:srgbClr val="2DBBC4"/>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pic>
            <p:nvPicPr>
              <p:cNvPr id="16" name="Picture 15">
                <a:extLst>
                  <a:ext uri="{FF2B5EF4-FFF2-40B4-BE49-F238E27FC236}">
                    <a16:creationId xmlns:a16="http://schemas.microsoft.com/office/drawing/2014/main" id="{B06ABE00-15F9-122C-C561-D58FFB2CD38C}"/>
                  </a:ext>
                </a:extLst>
              </p:cNvPr>
              <p:cNvPicPr>
                <a:picLocks noChangeAspect="1"/>
              </p:cNvPicPr>
              <p:nvPr/>
            </p:nvPicPr>
            <p:blipFill>
              <a:blip r:embed="rId3"/>
              <a:stretch>
                <a:fillRect/>
              </a:stretch>
            </p:blipFill>
            <p:spPr>
              <a:xfrm>
                <a:off x="2332786" y="5505926"/>
                <a:ext cx="368300" cy="177800"/>
              </a:xfrm>
              <a:prstGeom prst="rect">
                <a:avLst/>
              </a:prstGeom>
            </p:spPr>
          </p:pic>
        </p:grpSp>
        <p:sp>
          <p:nvSpPr>
            <p:cNvPr id="11" name="TextBox 10">
              <a:extLst>
                <a:ext uri="{FF2B5EF4-FFF2-40B4-BE49-F238E27FC236}">
                  <a16:creationId xmlns:a16="http://schemas.microsoft.com/office/drawing/2014/main" id="{1D2A4245-7488-AED1-4153-42518E5194E4}"/>
                </a:ext>
              </a:extLst>
            </p:cNvPr>
            <p:cNvSpPr txBox="1"/>
            <p:nvPr/>
          </p:nvSpPr>
          <p:spPr>
            <a:xfrm>
              <a:off x="3469783" y="5135946"/>
              <a:ext cx="2510972"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Manrope" pitchFamily="2" charset="0"/>
                  <a:ea typeface="+mn-ea"/>
                  <a:cs typeface="Poppins Light" pitchFamily="2" charset="77"/>
                  <a:sym typeface="Arial"/>
                </a:rPr>
                <a:t>Whenever and wherever convenient for the respondent</a:t>
              </a:r>
            </a:p>
          </p:txBody>
        </p:sp>
        <p:sp>
          <p:nvSpPr>
            <p:cNvPr id="14" name="TextBox 13">
              <a:extLst>
                <a:ext uri="{FF2B5EF4-FFF2-40B4-BE49-F238E27FC236}">
                  <a16:creationId xmlns:a16="http://schemas.microsoft.com/office/drawing/2014/main" id="{349D775B-9BE6-9740-6E3F-38508E70409D}"/>
                </a:ext>
              </a:extLst>
            </p:cNvPr>
            <p:cNvSpPr txBox="1"/>
            <p:nvPr/>
          </p:nvSpPr>
          <p:spPr>
            <a:xfrm>
              <a:off x="3481499" y="4610840"/>
              <a:ext cx="2487541"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2DBBC4"/>
                  </a:solidFill>
                  <a:effectLst/>
                  <a:uLnTx/>
                  <a:uFillTx/>
                  <a:latin typeface="Playfair Display" pitchFamily="2" charset="77"/>
                  <a:ea typeface="+mn-ea"/>
                  <a:cs typeface="Poppins" pitchFamily="2" charset="77"/>
                  <a:sym typeface="Arial"/>
                </a:rPr>
                <a:t>Field Asynchronously</a:t>
              </a:r>
            </a:p>
          </p:txBody>
        </p:sp>
      </p:grpSp>
      <p:grpSp>
        <p:nvGrpSpPr>
          <p:cNvPr id="44" name="Group 43">
            <a:extLst>
              <a:ext uri="{FF2B5EF4-FFF2-40B4-BE49-F238E27FC236}">
                <a16:creationId xmlns:a16="http://schemas.microsoft.com/office/drawing/2014/main" id="{0074AB0F-E031-99AD-161F-FBAFB56A56D3}"/>
              </a:ext>
            </a:extLst>
          </p:cNvPr>
          <p:cNvGrpSpPr/>
          <p:nvPr/>
        </p:nvGrpSpPr>
        <p:grpSpPr>
          <a:xfrm>
            <a:off x="6183322" y="1432861"/>
            <a:ext cx="2510971" cy="3290589"/>
            <a:chOff x="6864842" y="1783705"/>
            <a:chExt cx="2510971" cy="3290589"/>
          </a:xfrm>
        </p:grpSpPr>
        <p:sp>
          <p:nvSpPr>
            <p:cNvPr id="17" name="Rounded Rectangle 24">
              <a:extLst>
                <a:ext uri="{FF2B5EF4-FFF2-40B4-BE49-F238E27FC236}">
                  <a16:creationId xmlns:a16="http://schemas.microsoft.com/office/drawing/2014/main" id="{EC8E2C29-70CB-0406-6A6C-D5E36F23A73E}"/>
                </a:ext>
              </a:extLst>
            </p:cNvPr>
            <p:cNvSpPr/>
            <p:nvPr/>
          </p:nvSpPr>
          <p:spPr>
            <a:xfrm>
              <a:off x="6864842" y="3078156"/>
              <a:ext cx="2510971" cy="1996138"/>
            </a:xfrm>
            <a:prstGeom prst="roundRect">
              <a:avLst>
                <a:gd name="adj" fmla="val 7418"/>
              </a:avLst>
            </a:prstGeom>
            <a:solidFill>
              <a:srgbClr val="000000"/>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18" name="Round Same-side Corner of Rectangle 38">
              <a:extLst>
                <a:ext uri="{FF2B5EF4-FFF2-40B4-BE49-F238E27FC236}">
                  <a16:creationId xmlns:a16="http://schemas.microsoft.com/office/drawing/2014/main" id="{E651F912-A159-503E-9B24-43D15FE23777}"/>
                </a:ext>
              </a:extLst>
            </p:cNvPr>
            <p:cNvSpPr/>
            <p:nvPr/>
          </p:nvSpPr>
          <p:spPr>
            <a:xfrm>
              <a:off x="6864842" y="2113005"/>
              <a:ext cx="2510971" cy="1268250"/>
            </a:xfrm>
            <a:prstGeom prst="round2SameRect">
              <a:avLst/>
            </a:prstGeom>
            <a:solidFill>
              <a:srgbClr val="595959">
                <a:lumMod val="50000"/>
              </a:srgbClr>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20" name="TextBox 19">
              <a:extLst>
                <a:ext uri="{FF2B5EF4-FFF2-40B4-BE49-F238E27FC236}">
                  <a16:creationId xmlns:a16="http://schemas.microsoft.com/office/drawing/2014/main" id="{01CE2D28-0B0C-4B6C-E17D-E59ECAE67C8C}"/>
                </a:ext>
              </a:extLst>
            </p:cNvPr>
            <p:cNvSpPr txBox="1"/>
            <p:nvPr/>
          </p:nvSpPr>
          <p:spPr>
            <a:xfrm>
              <a:off x="7156123" y="2638278"/>
              <a:ext cx="192840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r>
                <a:rPr kumimoji="0" lang="en-US" sz="1400" b="1" i="0" u="none" strike="noStrike" kern="0" cap="none" spc="0" normalizeH="0" baseline="0" noProof="0">
                  <a:ln>
                    <a:noFill/>
                  </a:ln>
                  <a:solidFill>
                    <a:srgbClr val="FFFFFF"/>
                  </a:solidFill>
                  <a:effectLst/>
                  <a:uLnTx/>
                  <a:uFillTx/>
                  <a:latin typeface="Manrope" pitchFamily="2" charset="0"/>
                  <a:ea typeface="+mn-ea"/>
                  <a:cs typeface="Poppins" pitchFamily="2" charset="77"/>
                  <a:sym typeface="Arial"/>
                </a:rPr>
                <a:t>Fluidic Quant / Qual Transitions</a:t>
              </a:r>
            </a:p>
          </p:txBody>
        </p:sp>
        <p:sp>
          <p:nvSpPr>
            <p:cNvPr id="21" name="Rounded Rectangle 9">
              <a:extLst>
                <a:ext uri="{FF2B5EF4-FFF2-40B4-BE49-F238E27FC236}">
                  <a16:creationId xmlns:a16="http://schemas.microsoft.com/office/drawing/2014/main" id="{6265C98C-956F-8DB6-4828-4E4170C52FB8}"/>
                </a:ext>
              </a:extLst>
            </p:cNvPr>
            <p:cNvSpPr/>
            <p:nvPr/>
          </p:nvSpPr>
          <p:spPr>
            <a:xfrm>
              <a:off x="7760327" y="1783705"/>
              <a:ext cx="720000" cy="720000"/>
            </a:xfrm>
            <a:prstGeom prst="roundRect">
              <a:avLst>
                <a:gd name="adj" fmla="val 50000"/>
              </a:avLst>
            </a:prstGeom>
            <a:solidFill>
              <a:srgbClr val="DE613F"/>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pic>
          <p:nvPicPr>
            <p:cNvPr id="22" name="Picture 21">
              <a:extLst>
                <a:ext uri="{FF2B5EF4-FFF2-40B4-BE49-F238E27FC236}">
                  <a16:creationId xmlns:a16="http://schemas.microsoft.com/office/drawing/2014/main" id="{9CD23967-BA0A-293C-9F17-C22A8E360D81}"/>
                </a:ext>
              </a:extLst>
            </p:cNvPr>
            <p:cNvPicPr>
              <a:picLocks noChangeAspect="1"/>
            </p:cNvPicPr>
            <p:nvPr/>
          </p:nvPicPr>
          <p:blipFill>
            <a:blip r:embed="rId4"/>
            <a:stretch>
              <a:fillRect/>
            </a:stretch>
          </p:blipFill>
          <p:spPr>
            <a:xfrm>
              <a:off x="7936177" y="1997655"/>
              <a:ext cx="368300" cy="292100"/>
            </a:xfrm>
            <a:prstGeom prst="rect">
              <a:avLst/>
            </a:prstGeom>
          </p:spPr>
        </p:pic>
        <p:sp>
          <p:nvSpPr>
            <p:cNvPr id="23" name="TextBox 22">
              <a:extLst>
                <a:ext uri="{FF2B5EF4-FFF2-40B4-BE49-F238E27FC236}">
                  <a16:creationId xmlns:a16="http://schemas.microsoft.com/office/drawing/2014/main" id="{6F4323AC-7CA4-27F9-7696-F4686A09F58B}"/>
                </a:ext>
              </a:extLst>
            </p:cNvPr>
            <p:cNvSpPr txBox="1"/>
            <p:nvPr/>
          </p:nvSpPr>
          <p:spPr>
            <a:xfrm>
              <a:off x="6864842" y="4187155"/>
              <a:ext cx="2510971"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Manrope" pitchFamily="2" charset="0"/>
                  <a:ea typeface="+mn-ea"/>
                  <a:cs typeface="Poppins Light" pitchFamily="2" charset="77"/>
                  <a:sym typeface="Arial"/>
                </a:rPr>
                <a:t>Seamless switching between audio/oral and text/visual mediums</a:t>
              </a:r>
            </a:p>
          </p:txBody>
        </p:sp>
        <p:sp>
          <p:nvSpPr>
            <p:cNvPr id="24" name="TextBox 23">
              <a:extLst>
                <a:ext uri="{FF2B5EF4-FFF2-40B4-BE49-F238E27FC236}">
                  <a16:creationId xmlns:a16="http://schemas.microsoft.com/office/drawing/2014/main" id="{90846313-E206-A849-1365-DD8B91BA6A2B}"/>
                </a:ext>
              </a:extLst>
            </p:cNvPr>
            <p:cNvSpPr txBox="1"/>
            <p:nvPr/>
          </p:nvSpPr>
          <p:spPr>
            <a:xfrm>
              <a:off x="7216661" y="3662049"/>
              <a:ext cx="180733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DE613F"/>
                  </a:solidFill>
                  <a:effectLst/>
                  <a:uLnTx/>
                  <a:uFillTx/>
                  <a:latin typeface="Playfair Display" pitchFamily="2" charset="77"/>
                  <a:ea typeface="+mn-ea"/>
                  <a:cs typeface="Poppins" pitchFamily="2" charset="77"/>
                  <a:sym typeface="Arial"/>
                </a:rPr>
                <a:t>Be Flexible</a:t>
              </a:r>
            </a:p>
          </p:txBody>
        </p:sp>
      </p:grpSp>
      <p:grpSp>
        <p:nvGrpSpPr>
          <p:cNvPr id="25" name="Group 24">
            <a:extLst>
              <a:ext uri="{FF2B5EF4-FFF2-40B4-BE49-F238E27FC236}">
                <a16:creationId xmlns:a16="http://schemas.microsoft.com/office/drawing/2014/main" id="{D8E8AF4B-54FE-674D-B23B-2E9F2FDBA7B6}"/>
              </a:ext>
            </a:extLst>
          </p:cNvPr>
          <p:cNvGrpSpPr/>
          <p:nvPr/>
        </p:nvGrpSpPr>
        <p:grpSpPr>
          <a:xfrm>
            <a:off x="776173" y="1432861"/>
            <a:ext cx="2510971" cy="3290589"/>
            <a:chOff x="771835" y="2751746"/>
            <a:chExt cx="2510971" cy="3290589"/>
          </a:xfrm>
        </p:grpSpPr>
        <p:sp>
          <p:nvSpPr>
            <p:cNvPr id="26" name="Rounded Rectangle 22">
              <a:extLst>
                <a:ext uri="{FF2B5EF4-FFF2-40B4-BE49-F238E27FC236}">
                  <a16:creationId xmlns:a16="http://schemas.microsoft.com/office/drawing/2014/main" id="{38F5A30C-B3E7-7473-63EE-D21901E9A565}"/>
                </a:ext>
              </a:extLst>
            </p:cNvPr>
            <p:cNvSpPr/>
            <p:nvPr/>
          </p:nvSpPr>
          <p:spPr>
            <a:xfrm>
              <a:off x="771835" y="4046197"/>
              <a:ext cx="2510971" cy="1996138"/>
            </a:xfrm>
            <a:prstGeom prst="roundRect">
              <a:avLst>
                <a:gd name="adj" fmla="val 7418"/>
              </a:avLst>
            </a:prstGeom>
            <a:solidFill>
              <a:srgbClr val="000000"/>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27" name="Round Same-side Corner of Rectangle 19">
              <a:extLst>
                <a:ext uri="{FF2B5EF4-FFF2-40B4-BE49-F238E27FC236}">
                  <a16:creationId xmlns:a16="http://schemas.microsoft.com/office/drawing/2014/main" id="{383C7041-C075-A71D-05F7-65BF9CD65E45}"/>
                </a:ext>
              </a:extLst>
            </p:cNvPr>
            <p:cNvSpPr/>
            <p:nvPr/>
          </p:nvSpPr>
          <p:spPr>
            <a:xfrm>
              <a:off x="771835" y="3081046"/>
              <a:ext cx="2510971" cy="1268250"/>
            </a:xfrm>
            <a:prstGeom prst="round2SameRect">
              <a:avLst/>
            </a:prstGeom>
            <a:solidFill>
              <a:srgbClr val="595959">
                <a:lumMod val="50000"/>
              </a:srgbClr>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28" name="TextBox 27">
              <a:extLst>
                <a:ext uri="{FF2B5EF4-FFF2-40B4-BE49-F238E27FC236}">
                  <a16:creationId xmlns:a16="http://schemas.microsoft.com/office/drawing/2014/main" id="{C936FDCB-0D22-3C7A-1B90-71331E005460}"/>
                </a:ext>
              </a:extLst>
            </p:cNvPr>
            <p:cNvSpPr txBox="1"/>
            <p:nvPr/>
          </p:nvSpPr>
          <p:spPr>
            <a:xfrm>
              <a:off x="986998" y="3606319"/>
              <a:ext cx="20806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Manrope" pitchFamily="2" charset="0"/>
                  <a:ea typeface="+mn-ea"/>
                  <a:cs typeface="Poppins" pitchFamily="2" charset="77"/>
                  <a:sym typeface="Arial"/>
                </a:rPr>
                <a:t>Personalized Real Time Conversations</a:t>
              </a:r>
            </a:p>
          </p:txBody>
        </p:sp>
        <p:grpSp>
          <p:nvGrpSpPr>
            <p:cNvPr id="29" name="Group 28">
              <a:extLst>
                <a:ext uri="{FF2B5EF4-FFF2-40B4-BE49-F238E27FC236}">
                  <a16:creationId xmlns:a16="http://schemas.microsoft.com/office/drawing/2014/main" id="{0872E609-F8CC-70F9-A256-518C914EC844}"/>
                </a:ext>
              </a:extLst>
            </p:cNvPr>
            <p:cNvGrpSpPr/>
            <p:nvPr/>
          </p:nvGrpSpPr>
          <p:grpSpPr>
            <a:xfrm>
              <a:off x="1667320" y="2751746"/>
              <a:ext cx="720000" cy="720000"/>
              <a:chOff x="1265377" y="5234826"/>
              <a:chExt cx="720000" cy="720000"/>
            </a:xfrm>
          </p:grpSpPr>
          <p:sp>
            <p:nvSpPr>
              <p:cNvPr id="32" name="Rounded Rectangle 7">
                <a:extLst>
                  <a:ext uri="{FF2B5EF4-FFF2-40B4-BE49-F238E27FC236}">
                    <a16:creationId xmlns:a16="http://schemas.microsoft.com/office/drawing/2014/main" id="{B4927DF4-E876-26E0-45B7-45C299F0CBC9}"/>
                  </a:ext>
                </a:extLst>
              </p:cNvPr>
              <p:cNvSpPr/>
              <p:nvPr/>
            </p:nvSpPr>
            <p:spPr>
              <a:xfrm>
                <a:off x="1265377" y="5234826"/>
                <a:ext cx="720000" cy="720000"/>
              </a:xfrm>
              <a:prstGeom prst="roundRect">
                <a:avLst>
                  <a:gd name="adj" fmla="val 50000"/>
                </a:avLst>
              </a:prstGeom>
              <a:solidFill>
                <a:srgbClr val="78C03A"/>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pic>
            <p:nvPicPr>
              <p:cNvPr id="33" name="Picture 32">
                <a:extLst>
                  <a:ext uri="{FF2B5EF4-FFF2-40B4-BE49-F238E27FC236}">
                    <a16:creationId xmlns:a16="http://schemas.microsoft.com/office/drawing/2014/main" id="{BDE84862-CAF6-8EAC-0E9D-568B8FB60D15}"/>
                  </a:ext>
                </a:extLst>
              </p:cNvPr>
              <p:cNvPicPr>
                <a:picLocks noChangeAspect="1"/>
              </p:cNvPicPr>
              <p:nvPr/>
            </p:nvPicPr>
            <p:blipFill>
              <a:blip r:embed="rId5"/>
              <a:stretch>
                <a:fillRect/>
              </a:stretch>
            </p:blipFill>
            <p:spPr>
              <a:xfrm>
                <a:off x="1460277" y="5505926"/>
                <a:ext cx="330200" cy="177800"/>
              </a:xfrm>
              <a:prstGeom prst="rect">
                <a:avLst/>
              </a:prstGeom>
            </p:spPr>
          </p:pic>
        </p:grpSp>
        <p:sp>
          <p:nvSpPr>
            <p:cNvPr id="30" name="TextBox 29">
              <a:extLst>
                <a:ext uri="{FF2B5EF4-FFF2-40B4-BE49-F238E27FC236}">
                  <a16:creationId xmlns:a16="http://schemas.microsoft.com/office/drawing/2014/main" id="{72057984-E808-AB87-7A8E-6ACEB2FF4567}"/>
                </a:ext>
              </a:extLst>
            </p:cNvPr>
            <p:cNvSpPr txBox="1"/>
            <p:nvPr/>
          </p:nvSpPr>
          <p:spPr>
            <a:xfrm>
              <a:off x="771835" y="5155196"/>
              <a:ext cx="2510971"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rPr>
                <a:t>Customize the content &amp; flow to the individual and the conversation based on discussion guide</a:t>
              </a:r>
            </a:p>
          </p:txBody>
        </p:sp>
        <p:sp>
          <p:nvSpPr>
            <p:cNvPr id="31" name="TextBox 30">
              <a:extLst>
                <a:ext uri="{FF2B5EF4-FFF2-40B4-BE49-F238E27FC236}">
                  <a16:creationId xmlns:a16="http://schemas.microsoft.com/office/drawing/2014/main" id="{48C32A38-D18C-9443-A2C0-13EB5DACA841}"/>
                </a:ext>
              </a:extLst>
            </p:cNvPr>
            <p:cNvSpPr txBox="1"/>
            <p:nvPr/>
          </p:nvSpPr>
          <p:spPr>
            <a:xfrm>
              <a:off x="854002" y="4630090"/>
              <a:ext cx="234077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92D050"/>
                  </a:solidFill>
                  <a:effectLst/>
                  <a:uLnTx/>
                  <a:uFillTx/>
                  <a:latin typeface="Playfair Display" pitchFamily="2" charset="77"/>
                  <a:ea typeface="+mn-ea"/>
                  <a:cs typeface="Poppins" pitchFamily="2" charset="77"/>
                  <a:sym typeface="Arial"/>
                </a:rPr>
                <a:t>Dynamic Questions</a:t>
              </a:r>
            </a:p>
          </p:txBody>
        </p:sp>
      </p:grpSp>
      <p:grpSp>
        <p:nvGrpSpPr>
          <p:cNvPr id="35" name="Group 34">
            <a:extLst>
              <a:ext uri="{FF2B5EF4-FFF2-40B4-BE49-F238E27FC236}">
                <a16:creationId xmlns:a16="http://schemas.microsoft.com/office/drawing/2014/main" id="{1BCADE1E-6152-C749-77A9-F199913285D5}"/>
              </a:ext>
            </a:extLst>
          </p:cNvPr>
          <p:cNvGrpSpPr/>
          <p:nvPr/>
        </p:nvGrpSpPr>
        <p:grpSpPr>
          <a:xfrm>
            <a:off x="8870807" y="1432861"/>
            <a:ext cx="2510971" cy="3290589"/>
            <a:chOff x="8866469" y="2732496"/>
            <a:chExt cx="2510971" cy="3290589"/>
          </a:xfrm>
        </p:grpSpPr>
        <p:sp>
          <p:nvSpPr>
            <p:cNvPr id="36" name="Rounded Rectangle 25">
              <a:extLst>
                <a:ext uri="{FF2B5EF4-FFF2-40B4-BE49-F238E27FC236}">
                  <a16:creationId xmlns:a16="http://schemas.microsoft.com/office/drawing/2014/main" id="{7B10BEA6-3DFC-994F-4075-70A110DD451D}"/>
                </a:ext>
              </a:extLst>
            </p:cNvPr>
            <p:cNvSpPr/>
            <p:nvPr/>
          </p:nvSpPr>
          <p:spPr>
            <a:xfrm>
              <a:off x="8866469" y="4026947"/>
              <a:ext cx="2510971" cy="1996138"/>
            </a:xfrm>
            <a:prstGeom prst="roundRect">
              <a:avLst>
                <a:gd name="adj" fmla="val 7418"/>
              </a:avLst>
            </a:prstGeom>
            <a:solidFill>
              <a:srgbClr val="000000"/>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37" name="Round Same-side Corner of Rectangle 71">
              <a:extLst>
                <a:ext uri="{FF2B5EF4-FFF2-40B4-BE49-F238E27FC236}">
                  <a16:creationId xmlns:a16="http://schemas.microsoft.com/office/drawing/2014/main" id="{FF80F5AC-8701-047A-AAAA-A8D8801511F7}"/>
                </a:ext>
              </a:extLst>
            </p:cNvPr>
            <p:cNvSpPr/>
            <p:nvPr/>
          </p:nvSpPr>
          <p:spPr>
            <a:xfrm>
              <a:off x="8866469" y="3061796"/>
              <a:ext cx="2510971" cy="1268250"/>
            </a:xfrm>
            <a:prstGeom prst="round2SameRect">
              <a:avLst/>
            </a:prstGeom>
            <a:solidFill>
              <a:srgbClr val="595959">
                <a:lumMod val="50000"/>
              </a:srgbClr>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38" name="TextBox 37">
              <a:extLst>
                <a:ext uri="{FF2B5EF4-FFF2-40B4-BE49-F238E27FC236}">
                  <a16:creationId xmlns:a16="http://schemas.microsoft.com/office/drawing/2014/main" id="{21DC8EB4-D40A-1E3A-514D-C161E8D96A5C}"/>
                </a:ext>
              </a:extLst>
            </p:cNvPr>
            <p:cNvSpPr txBox="1"/>
            <p:nvPr/>
          </p:nvSpPr>
          <p:spPr>
            <a:xfrm>
              <a:off x="9157750" y="3587069"/>
              <a:ext cx="192840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r>
                <a:rPr kumimoji="0" lang="en-US" sz="1400" b="1" i="0" u="none" strike="noStrike" kern="0" cap="none" spc="0" normalizeH="0" baseline="0" noProof="0">
                  <a:ln>
                    <a:noFill/>
                  </a:ln>
                  <a:solidFill>
                    <a:srgbClr val="FFFFFF"/>
                  </a:solidFill>
                  <a:effectLst/>
                  <a:uLnTx/>
                  <a:uFillTx/>
                  <a:latin typeface="Manrope" pitchFamily="2" charset="0"/>
                  <a:ea typeface="+mn-ea"/>
                  <a:cs typeface="Poppins" pitchFamily="2" charset="77"/>
                  <a:sym typeface="Arial"/>
                </a:rPr>
                <a:t>Richer Insights from Qual / Quant</a:t>
              </a:r>
            </a:p>
          </p:txBody>
        </p:sp>
        <p:grpSp>
          <p:nvGrpSpPr>
            <p:cNvPr id="39" name="Group 38">
              <a:extLst>
                <a:ext uri="{FF2B5EF4-FFF2-40B4-BE49-F238E27FC236}">
                  <a16:creationId xmlns:a16="http://schemas.microsoft.com/office/drawing/2014/main" id="{7FC82011-AFC9-8B6C-2E4B-1C9B08A6EC8D}"/>
                </a:ext>
              </a:extLst>
            </p:cNvPr>
            <p:cNvGrpSpPr/>
            <p:nvPr/>
          </p:nvGrpSpPr>
          <p:grpSpPr>
            <a:xfrm>
              <a:off x="9761954" y="2732496"/>
              <a:ext cx="720000" cy="720000"/>
              <a:chOff x="9763714" y="1470097"/>
              <a:chExt cx="720000" cy="720000"/>
            </a:xfrm>
          </p:grpSpPr>
          <p:sp>
            <p:nvSpPr>
              <p:cNvPr id="42" name="Rounded Rectangle 17">
                <a:extLst>
                  <a:ext uri="{FF2B5EF4-FFF2-40B4-BE49-F238E27FC236}">
                    <a16:creationId xmlns:a16="http://schemas.microsoft.com/office/drawing/2014/main" id="{72DD64F0-AB94-230C-6DB4-646C000E2032}"/>
                  </a:ext>
                </a:extLst>
              </p:cNvPr>
              <p:cNvSpPr/>
              <p:nvPr/>
            </p:nvSpPr>
            <p:spPr>
              <a:xfrm>
                <a:off x="9763714" y="1470097"/>
                <a:ext cx="720000" cy="720000"/>
              </a:xfrm>
              <a:prstGeom prst="roundRect">
                <a:avLst>
                  <a:gd name="adj" fmla="val 50000"/>
                </a:avLst>
              </a:prstGeom>
              <a:solidFill>
                <a:srgbClr val="FBCB42"/>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pic>
            <p:nvPicPr>
              <p:cNvPr id="43" name="Picture 42">
                <a:extLst>
                  <a:ext uri="{FF2B5EF4-FFF2-40B4-BE49-F238E27FC236}">
                    <a16:creationId xmlns:a16="http://schemas.microsoft.com/office/drawing/2014/main" id="{B319A013-CBDE-66C8-248A-41C6C03408C2}"/>
                  </a:ext>
                </a:extLst>
              </p:cNvPr>
              <p:cNvPicPr>
                <a:picLocks noChangeAspect="1"/>
              </p:cNvPicPr>
              <p:nvPr/>
            </p:nvPicPr>
            <p:blipFill>
              <a:blip r:embed="rId6"/>
              <a:stretch>
                <a:fillRect/>
              </a:stretch>
            </p:blipFill>
            <p:spPr>
              <a:xfrm>
                <a:off x="9962365" y="1639597"/>
                <a:ext cx="330200" cy="381000"/>
              </a:xfrm>
              <a:prstGeom prst="rect">
                <a:avLst/>
              </a:prstGeom>
            </p:spPr>
          </p:pic>
        </p:grpSp>
        <p:sp>
          <p:nvSpPr>
            <p:cNvPr id="40" name="TextBox 39">
              <a:extLst>
                <a:ext uri="{FF2B5EF4-FFF2-40B4-BE49-F238E27FC236}">
                  <a16:creationId xmlns:a16="http://schemas.microsoft.com/office/drawing/2014/main" id="{F23BB341-681B-6740-AE9F-F8056C2C471C}"/>
                </a:ext>
              </a:extLst>
            </p:cNvPr>
            <p:cNvSpPr txBox="1"/>
            <p:nvPr/>
          </p:nvSpPr>
          <p:spPr>
            <a:xfrm>
              <a:off x="8881978" y="5135946"/>
              <a:ext cx="2479953"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Manrope" pitchFamily="2" charset="0"/>
                  <a:ea typeface="+mn-ea"/>
                  <a:cs typeface="Poppins Light" pitchFamily="2" charset="77"/>
                  <a:sym typeface="Arial"/>
                </a:rPr>
                <a:t>Instant quant analysis PLUS rich supporting qual content &amp; quotes</a:t>
              </a:r>
            </a:p>
          </p:txBody>
        </p:sp>
        <p:sp>
          <p:nvSpPr>
            <p:cNvPr id="41" name="TextBox 40">
              <a:extLst>
                <a:ext uri="{FF2B5EF4-FFF2-40B4-BE49-F238E27FC236}">
                  <a16:creationId xmlns:a16="http://schemas.microsoft.com/office/drawing/2014/main" id="{EE3A4B71-86DF-9CA7-84B4-E0D547561F06}"/>
                </a:ext>
              </a:extLst>
            </p:cNvPr>
            <p:cNvSpPr txBox="1"/>
            <p:nvPr/>
          </p:nvSpPr>
          <p:spPr>
            <a:xfrm>
              <a:off x="8881978" y="4610840"/>
              <a:ext cx="247995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FBCB42"/>
                  </a:solidFill>
                  <a:effectLst/>
                  <a:uLnTx/>
                  <a:uFillTx/>
                  <a:latin typeface="Playfair Display" pitchFamily="2" charset="77"/>
                  <a:ea typeface="+mn-ea"/>
                  <a:cs typeface="Poppins" pitchFamily="2" charset="77"/>
                  <a:sym typeface="Arial"/>
                </a:rPr>
                <a:t>Delve Deeper</a:t>
              </a:r>
            </a:p>
          </p:txBody>
        </p:sp>
      </p:grpSp>
      <p:sp>
        <p:nvSpPr>
          <p:cNvPr id="45" name="TextBox 44">
            <a:extLst>
              <a:ext uri="{FF2B5EF4-FFF2-40B4-BE49-F238E27FC236}">
                <a16:creationId xmlns:a16="http://schemas.microsoft.com/office/drawing/2014/main" id="{2C8DDEE3-D6F5-A136-DB42-779B708B9895}"/>
              </a:ext>
            </a:extLst>
          </p:cNvPr>
          <p:cNvSpPr txBox="1"/>
          <p:nvPr/>
        </p:nvSpPr>
        <p:spPr>
          <a:xfrm>
            <a:off x="2028728" y="5473208"/>
            <a:ext cx="9716503" cy="940835"/>
          </a:xfrm>
          <a:prstGeom prst="rect">
            <a:avLst/>
          </a:prstGeom>
          <a:noFill/>
        </p:spPr>
        <p:txBody>
          <a:bodyPr wrap="square">
            <a:spAutoFit/>
          </a:bodyPr>
          <a:lstStyle/>
          <a:p>
            <a:pPr>
              <a:lnSpc>
                <a:spcPct val="150000"/>
              </a:lnSpc>
              <a:buClr>
                <a:srgbClr val="FFFFFF"/>
              </a:buClr>
              <a:buSzPct val="100000"/>
              <a:defRPr/>
            </a:pPr>
            <a:r>
              <a:rPr lang="en-US" sz="1400" b="1" kern="0">
                <a:solidFill>
                  <a:srgbClr val="4472C4"/>
                </a:solidFill>
                <a:ea typeface="Roboto" panose="02000000000000000000" pitchFamily="2" charset="0"/>
                <a:cs typeface="Poppins" panose="00000500000000000000" pitchFamily="2" charset="0"/>
                <a:sym typeface="Roboto Light"/>
              </a:rPr>
              <a:t>AI Follow-Ups – Additional Details</a:t>
            </a:r>
            <a:endParaRPr lang="en-US" sz="1200" kern="0">
              <a:solidFill>
                <a:srgbClr val="FFFFFF"/>
              </a:solidFill>
              <a:ea typeface="Roboto" panose="02000000000000000000" pitchFamily="2" charset="0"/>
              <a:cs typeface="Poppins" panose="00000500000000000000" pitchFamily="2" charset="0"/>
              <a:sym typeface="Roboto Light"/>
            </a:endParaRPr>
          </a:p>
          <a:p>
            <a:pPr marL="285750" indent="-285750">
              <a:lnSpc>
                <a:spcPct val="150000"/>
              </a:lnSpc>
              <a:buClr>
                <a:srgbClr val="FFFFFF"/>
              </a:buClr>
              <a:buSzPct val="100000"/>
              <a:buFont typeface="Arial" panose="020B0604020202020204" pitchFamily="34" charset="0"/>
              <a:buChar char="•"/>
              <a:defRPr/>
            </a:pPr>
            <a:r>
              <a:rPr lang="en-US" sz="1200" kern="0">
                <a:solidFill>
                  <a:srgbClr val="FFFFFF"/>
                </a:solidFill>
                <a:ea typeface="Roboto" panose="02000000000000000000" pitchFamily="2" charset="0"/>
                <a:cs typeface="Poppins" panose="00000500000000000000" pitchFamily="2" charset="0"/>
                <a:sym typeface="Roboto Light"/>
              </a:rPr>
              <a:t>Parameters and guidelines of the AI generated responses are fully customizable by your team</a:t>
            </a:r>
          </a:p>
          <a:p>
            <a:pPr marL="285750" indent="-285750">
              <a:lnSpc>
                <a:spcPct val="150000"/>
              </a:lnSpc>
              <a:buClr>
                <a:srgbClr val="FFFFFF"/>
              </a:buClr>
              <a:buSzPct val="100000"/>
              <a:buFont typeface="Arial" panose="020B0604020202020204" pitchFamily="34" charset="0"/>
              <a:buChar char="•"/>
              <a:defRPr/>
            </a:pPr>
            <a:r>
              <a:rPr lang="en-US" sz="1200" kern="0">
                <a:solidFill>
                  <a:srgbClr val="FFFFFF"/>
                </a:solidFill>
                <a:ea typeface="Roboto" panose="02000000000000000000" pitchFamily="2" charset="0"/>
                <a:cs typeface="Poppins" panose="00000500000000000000" pitchFamily="2" charset="0"/>
                <a:sym typeface="Roboto Light"/>
              </a:rPr>
              <a:t>Full transcripts / raw data of all conversations delivered at project end</a:t>
            </a:r>
          </a:p>
        </p:txBody>
      </p:sp>
      <p:cxnSp>
        <p:nvCxnSpPr>
          <p:cNvPr id="46" name="Straight Connector 45">
            <a:extLst>
              <a:ext uri="{FF2B5EF4-FFF2-40B4-BE49-F238E27FC236}">
                <a16:creationId xmlns:a16="http://schemas.microsoft.com/office/drawing/2014/main" id="{E5EB1B25-5666-2F01-8C2E-871C39CBBF8D}"/>
              </a:ext>
            </a:extLst>
          </p:cNvPr>
          <p:cNvCxnSpPr>
            <a:cxnSpLocks/>
          </p:cNvCxnSpPr>
          <p:nvPr/>
        </p:nvCxnSpPr>
        <p:spPr>
          <a:xfrm flipH="1">
            <a:off x="1228887" y="5262492"/>
            <a:ext cx="9734227" cy="0"/>
          </a:xfrm>
          <a:prstGeom prst="line">
            <a:avLst/>
          </a:prstGeom>
          <a:noFill/>
          <a:ln w="12700" cap="flat" cmpd="sng" algn="ctr">
            <a:solidFill>
              <a:sysClr val="window" lastClr="FFFFFF"/>
            </a:solidFill>
            <a:prstDash val="dash"/>
            <a:miter lim="800000"/>
          </a:ln>
          <a:effectLst/>
        </p:spPr>
      </p:cxnSp>
      <p:sp>
        <p:nvSpPr>
          <p:cNvPr id="51" name="Title 1">
            <a:extLst>
              <a:ext uri="{FF2B5EF4-FFF2-40B4-BE49-F238E27FC236}">
                <a16:creationId xmlns:a16="http://schemas.microsoft.com/office/drawing/2014/main" id="{55AF94C0-E383-47BA-8D80-248976CC4BAD}"/>
              </a:ext>
            </a:extLst>
          </p:cNvPr>
          <p:cNvSpPr txBox="1">
            <a:spLocks/>
          </p:cNvSpPr>
          <p:nvPr/>
        </p:nvSpPr>
        <p:spPr>
          <a:xfrm>
            <a:off x="129489" y="178981"/>
            <a:ext cx="11852797"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u="none" strike="noStrike" kern="1200" cap="none" spc="0" normalizeH="0" baseline="0" noProof="0" dirty="0">
                <a:ln>
                  <a:noFill/>
                </a:ln>
                <a:solidFill>
                  <a:srgbClr val="FFFFFF"/>
                </a:solidFill>
                <a:effectLst/>
                <a:uLnTx/>
                <a:uFillTx/>
                <a:latin typeface="Manrope" pitchFamily="2" charset="0"/>
                <a:ea typeface="+mj-ea"/>
                <a:cs typeface="+mj-cs"/>
              </a:rPr>
              <a:t>Qual at Quant Scale: </a:t>
            </a:r>
            <a:r>
              <a:rPr kumimoji="0" lang="en-US" sz="2000" b="1" i="0" u="none" strike="noStrike" kern="1200" cap="none" spc="0" normalizeH="0" baseline="0" noProof="0" dirty="0" err="1">
                <a:ln>
                  <a:noFill/>
                </a:ln>
                <a:solidFill>
                  <a:srgbClr val="FFFFFF"/>
                </a:solidFill>
                <a:effectLst/>
                <a:uLnTx/>
                <a:uFillTx/>
                <a:latin typeface="Manrope" pitchFamily="2" charset="0"/>
                <a:ea typeface="+mj-ea"/>
                <a:cs typeface="+mj-cs"/>
              </a:rPr>
              <a:t>ZoomRx</a:t>
            </a:r>
            <a:r>
              <a:rPr kumimoji="0" lang="en-US" sz="2000" b="1" i="0" u="none" strike="noStrike" kern="1200" cap="none" spc="0" normalizeH="0" baseline="0" noProof="0" dirty="0">
                <a:ln>
                  <a:noFill/>
                </a:ln>
                <a:solidFill>
                  <a:srgbClr val="FFFFFF"/>
                </a:solidFill>
                <a:effectLst/>
                <a:uLnTx/>
                <a:uFillTx/>
                <a:latin typeface="Manrope" pitchFamily="2" charset="0"/>
                <a:ea typeface="+mj-ea"/>
                <a:cs typeface="+mj-cs"/>
              </a:rPr>
              <a:t> uses voice enabled technology and AI-driven dialogues to</a:t>
            </a:r>
            <a:r>
              <a:rPr lang="en-US" sz="2000" dirty="0">
                <a:solidFill>
                  <a:srgbClr val="FFFFFF"/>
                </a:solidFill>
                <a:latin typeface="Manrope" pitchFamily="2" charset="0"/>
              </a:rPr>
              <a:t> </a:t>
            </a:r>
            <a:r>
              <a:rPr kumimoji="0" lang="en-US" sz="2000" b="1" i="0" u="none" strike="noStrike" kern="1200" cap="none" spc="0" normalizeH="0" baseline="0" noProof="0" dirty="0">
                <a:ln>
                  <a:noFill/>
                </a:ln>
                <a:solidFill>
                  <a:srgbClr val="FFFFFF"/>
                </a:solidFill>
                <a:effectLst/>
                <a:uLnTx/>
                <a:uFillTx/>
                <a:latin typeface="Manrope" pitchFamily="2" charset="0"/>
                <a:ea typeface="+mj-ea"/>
                <a:cs typeface="+mj-cs"/>
              </a:rPr>
              <a:t>encourage deeper responses and more respondent engagement</a:t>
            </a:r>
          </a:p>
        </p:txBody>
      </p:sp>
    </p:spTree>
    <p:extLst>
      <p:ext uri="{BB962C8B-B14F-4D97-AF65-F5344CB8AC3E}">
        <p14:creationId xmlns:p14="http://schemas.microsoft.com/office/powerpoint/2010/main" val="1396865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45160C92-0460-ED13-D243-4052E229243B}"/>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66D4CEE5-E964-22C8-66F4-285EB86EE8F3}"/>
              </a:ext>
            </a:extLst>
          </p:cNvPr>
          <p:cNvSpPr/>
          <p:nvPr/>
        </p:nvSpPr>
        <p:spPr>
          <a:xfrm>
            <a:off x="0" y="0"/>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mn-cs"/>
            </a:endParaRPr>
          </a:p>
        </p:txBody>
      </p:sp>
      <p:sp>
        <p:nvSpPr>
          <p:cNvPr id="49" name="Rectangle 48">
            <a:extLst>
              <a:ext uri="{FF2B5EF4-FFF2-40B4-BE49-F238E27FC236}">
                <a16:creationId xmlns:a16="http://schemas.microsoft.com/office/drawing/2014/main" id="{1C4E1653-B3A7-8A32-704A-3A8ED55FFDBC}"/>
              </a:ext>
            </a:extLst>
          </p:cNvPr>
          <p:cNvSpPr/>
          <p:nvPr/>
        </p:nvSpPr>
        <p:spPr>
          <a:xfrm>
            <a:off x="1800876" y="5666557"/>
            <a:ext cx="7873968" cy="523220"/>
          </a:xfrm>
          <a:prstGeom prst="rect">
            <a:avLst/>
          </a:prstGeom>
          <a:ln>
            <a:solidFill>
              <a:schemeClr val="tx1"/>
            </a:solidFill>
          </a:ln>
        </p:spPr>
        <p:txBody>
          <a:bodyPr wrap="square" lIns="91440" tIns="45720" rIns="91440" bIns="45720" anchor="t">
            <a:spAutoFit/>
          </a:bodyPr>
          <a:lstStyle/>
          <a:p>
            <a:pPr algn="ctr" defTabSz="914377">
              <a:buFont typeface="Arial"/>
              <a:buNone/>
              <a:defRPr/>
            </a:pPr>
            <a:r>
              <a:rPr lang="en-GB" sz="1400" b="1" dirty="0">
                <a:solidFill>
                  <a:srgbClr val="FFFFFF"/>
                </a:solidFill>
                <a:ea typeface="Roboto"/>
                <a:cs typeface="Poppins" panose="00000500000000000000" pitchFamily="2" charset="0"/>
                <a:sym typeface="Arial"/>
              </a:rPr>
              <a:t>AI Dialogues can also be captured through fully voiced questions and answers: view a demo on the </a:t>
            </a:r>
            <a:r>
              <a:rPr lang="en-GB" sz="1400" b="1" dirty="0" err="1">
                <a:solidFill>
                  <a:srgbClr val="FFFFFF"/>
                </a:solidFill>
                <a:ea typeface="Roboto"/>
                <a:cs typeface="Poppins" panose="00000500000000000000" pitchFamily="2" charset="0"/>
                <a:sym typeface="Arial"/>
                <a:hlinkClick r:id="rId3"/>
              </a:rPr>
              <a:t>ZoomRx</a:t>
            </a:r>
            <a:r>
              <a:rPr lang="en-GB" sz="1400" b="1" dirty="0">
                <a:solidFill>
                  <a:srgbClr val="FFFFFF"/>
                </a:solidFill>
                <a:ea typeface="Roboto"/>
                <a:cs typeface="Poppins" panose="00000500000000000000" pitchFamily="2" charset="0"/>
                <a:sym typeface="Arial"/>
                <a:hlinkClick r:id="rId3"/>
              </a:rPr>
              <a:t> Sagan AI Website</a:t>
            </a:r>
            <a:endParaRPr lang="en-US" sz="1400" b="1" dirty="0">
              <a:solidFill>
                <a:srgbClr val="FFFFFF"/>
              </a:solidFill>
              <a:ea typeface="Roboto"/>
              <a:cs typeface="Poppins" panose="00000500000000000000" pitchFamily="2" charset="0"/>
              <a:sym typeface="Arial"/>
            </a:endParaRPr>
          </a:p>
        </p:txBody>
      </p:sp>
      <p:grpSp>
        <p:nvGrpSpPr>
          <p:cNvPr id="50" name="Group 49">
            <a:extLst>
              <a:ext uri="{FF2B5EF4-FFF2-40B4-BE49-F238E27FC236}">
                <a16:creationId xmlns:a16="http://schemas.microsoft.com/office/drawing/2014/main" id="{EBDD5A5A-D26F-5C51-3EC7-7119D0808524}"/>
              </a:ext>
            </a:extLst>
          </p:cNvPr>
          <p:cNvGrpSpPr/>
          <p:nvPr/>
        </p:nvGrpSpPr>
        <p:grpSpPr>
          <a:xfrm>
            <a:off x="1555711" y="1717557"/>
            <a:ext cx="2050376" cy="3398568"/>
            <a:chOff x="2328316" y="3142970"/>
            <a:chExt cx="1493104" cy="2474871"/>
          </a:xfrm>
        </p:grpSpPr>
        <p:pic>
          <p:nvPicPr>
            <p:cNvPr id="51" name="Google Shape;1738;p65">
              <a:extLst>
                <a:ext uri="{FF2B5EF4-FFF2-40B4-BE49-F238E27FC236}">
                  <a16:creationId xmlns:a16="http://schemas.microsoft.com/office/drawing/2014/main" id="{A32ACB98-593F-C1D6-C97D-7B814CE045C0}"/>
                </a:ext>
              </a:extLst>
            </p:cNvPr>
            <p:cNvPicPr preferRelativeResize="0"/>
            <p:nvPr/>
          </p:nvPicPr>
          <p:blipFill rotWithShape="1">
            <a:blip r:embed="rId4">
              <a:alphaModFix/>
            </a:blip>
            <a:srcRect/>
            <a:stretch/>
          </p:blipFill>
          <p:spPr>
            <a:xfrm>
              <a:off x="2328316" y="3142970"/>
              <a:ext cx="1493104" cy="2474871"/>
            </a:xfrm>
            <a:prstGeom prst="rect">
              <a:avLst/>
            </a:prstGeom>
            <a:noFill/>
            <a:ln>
              <a:noFill/>
            </a:ln>
          </p:spPr>
        </p:pic>
        <p:sp>
          <p:nvSpPr>
            <p:cNvPr id="52" name="Rectangle 51">
              <a:extLst>
                <a:ext uri="{FF2B5EF4-FFF2-40B4-BE49-F238E27FC236}">
                  <a16:creationId xmlns:a16="http://schemas.microsoft.com/office/drawing/2014/main" id="{79C46AC8-6666-C46D-2822-94D8AC995F2E}"/>
                </a:ext>
              </a:extLst>
            </p:cNvPr>
            <p:cNvSpPr/>
            <p:nvPr/>
          </p:nvSpPr>
          <p:spPr>
            <a:xfrm>
              <a:off x="2403906" y="3186226"/>
              <a:ext cx="1372008" cy="1840119"/>
            </a:xfrm>
            <a:prstGeom prst="rect">
              <a:avLst/>
            </a:prstGeom>
            <a:solidFill>
              <a:srgbClr val="0B274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 typeface="Arial"/>
                <a:buNone/>
                <a:tabLst/>
                <a:defRPr/>
              </a:pPr>
              <a:endParaRPr kumimoji="0" lang="en-IN" sz="1800" b="0" i="0" u="none" strike="noStrike" kern="0" cap="none" spc="0" normalizeH="0" baseline="0" noProof="0">
                <a:ln>
                  <a:noFill/>
                </a:ln>
                <a:solidFill>
                  <a:srgbClr val="FFFFFF"/>
                </a:solidFill>
                <a:effectLst/>
                <a:uLnTx/>
                <a:uFillTx/>
                <a:latin typeface="Arial"/>
                <a:ea typeface="+mn-ea"/>
                <a:cs typeface="Poppins" panose="00000500000000000000" pitchFamily="2" charset="0"/>
                <a:sym typeface="Arial"/>
              </a:endParaRPr>
            </a:p>
          </p:txBody>
        </p:sp>
        <p:sp>
          <p:nvSpPr>
            <p:cNvPr id="53" name="Speech Bubble: Rectangle with Corners Rounded 52">
              <a:extLst>
                <a:ext uri="{FF2B5EF4-FFF2-40B4-BE49-F238E27FC236}">
                  <a16:creationId xmlns:a16="http://schemas.microsoft.com/office/drawing/2014/main" id="{2F15EB10-243B-DC1A-5DE9-F3C72419DFF5}"/>
                </a:ext>
              </a:extLst>
            </p:cNvPr>
            <p:cNvSpPr/>
            <p:nvPr/>
          </p:nvSpPr>
          <p:spPr>
            <a:xfrm>
              <a:off x="2592725" y="3301782"/>
              <a:ext cx="1175755" cy="1209094"/>
            </a:xfrm>
            <a:prstGeom prst="wedgeRoundRectCallout">
              <a:avLst>
                <a:gd name="adj1" fmla="val -54166"/>
                <a:gd name="adj2" fmla="val 28683"/>
                <a:gd name="adj3" fmla="val 16667"/>
              </a:avLst>
            </a:prstGeom>
            <a:solidFill>
              <a:srgbClr val="FFFFFF"/>
            </a:solidFill>
            <a:ln w="25400" cap="flat" cmpd="sng" algn="ctr">
              <a:noFill/>
              <a:prstDash val="solid"/>
            </a:ln>
            <a:effectLst/>
          </p:spPr>
          <p:txBody>
            <a:bodyPr rtlCol="0" anchor="ctr"/>
            <a:lstStyle/>
            <a:p>
              <a:pPr marL="0" marR="0" lvl="0" indent="0" defTabSz="914377" eaLnBrk="1" fontAlgn="auto" latinLnBrk="0" hangingPunct="1">
                <a:lnSpc>
                  <a:spcPct val="100000"/>
                </a:lnSpc>
                <a:spcBef>
                  <a:spcPts val="0"/>
                </a:spcBef>
                <a:spcAft>
                  <a:spcPts val="0"/>
                </a:spcAft>
                <a:buClrTx/>
                <a:buSzTx/>
                <a:buFont typeface="Arial"/>
                <a:buNone/>
                <a:tabLst/>
                <a:defRPr/>
              </a:pPr>
              <a:r>
                <a:rPr kumimoji="0" lang="en-US" sz="1000" b="0" i="0" u="none" strike="noStrike" kern="0" cap="none" spc="0" normalizeH="0" baseline="0" noProof="0">
                  <a:ln>
                    <a:noFill/>
                  </a:ln>
                  <a:solidFill>
                    <a:srgbClr val="0B2745"/>
                  </a:solidFill>
                  <a:effectLst/>
                  <a:uLnTx/>
                  <a:uFillTx/>
                  <a:latin typeface="Arial"/>
                  <a:ea typeface="+mn-ea"/>
                  <a:cs typeface="Poppins" panose="00000500000000000000" pitchFamily="2" charset="0"/>
                  <a:sym typeface="Arial"/>
                </a:rPr>
                <a:t>You indicated on a scale of 1-7 that your interaction with the Pfizer representative increased your likelihood to recommend </a:t>
              </a:r>
              <a:r>
                <a:rPr kumimoji="0" lang="en-US" sz="1000" b="0" i="0" u="none" strike="noStrike" kern="0" cap="none" spc="0" normalizeH="0" baseline="0" noProof="0" err="1">
                  <a:ln>
                    <a:noFill/>
                  </a:ln>
                  <a:solidFill>
                    <a:srgbClr val="0B2745"/>
                  </a:solidFill>
                  <a:effectLst/>
                  <a:uLnTx/>
                  <a:uFillTx/>
                  <a:latin typeface="Arial"/>
                  <a:ea typeface="+mn-ea"/>
                  <a:cs typeface="Poppins" panose="00000500000000000000" pitchFamily="2" charset="0"/>
                  <a:sym typeface="Arial"/>
                </a:rPr>
                <a:t>Abrysvo</a:t>
              </a:r>
              <a:r>
                <a:rPr kumimoji="0" lang="en-US" sz="1000" b="0" i="0" u="none" strike="noStrike" kern="0" cap="none" spc="0" normalizeH="0" baseline="0" noProof="0">
                  <a:ln>
                    <a:noFill/>
                  </a:ln>
                  <a:solidFill>
                    <a:srgbClr val="0B2745"/>
                  </a:solidFill>
                  <a:effectLst/>
                  <a:uLnTx/>
                  <a:uFillTx/>
                  <a:latin typeface="Arial"/>
                  <a:ea typeface="+mn-ea"/>
                  <a:cs typeface="Poppins" panose="00000500000000000000" pitchFamily="2" charset="0"/>
                  <a:sym typeface="Arial"/>
                </a:rPr>
                <a:t>. </a:t>
              </a:r>
              <a:r>
                <a:rPr lang="en-US" sz="1000" kern="0">
                  <a:solidFill>
                    <a:srgbClr val="0B2745"/>
                  </a:solidFill>
                  <a:latin typeface="Arial"/>
                  <a:cs typeface="Poppins" panose="00000500000000000000" pitchFamily="2" charset="0"/>
                  <a:sym typeface="Arial"/>
                </a:rPr>
                <a:t>Pl</a:t>
              </a:r>
              <a:r>
                <a:rPr kumimoji="0" lang="en-US" sz="1000" b="0" i="0" u="none" strike="noStrike" kern="0" cap="none" spc="0" normalizeH="0" baseline="0" noProof="0">
                  <a:ln>
                    <a:noFill/>
                  </a:ln>
                  <a:solidFill>
                    <a:srgbClr val="0B2745"/>
                  </a:solidFill>
                  <a:effectLst/>
                  <a:uLnTx/>
                  <a:uFillTx/>
                  <a:latin typeface="Arial"/>
                  <a:ea typeface="+mn-ea"/>
                  <a:cs typeface="Poppins" panose="00000500000000000000" pitchFamily="2" charset="0"/>
                  <a:sym typeface="Arial"/>
                </a:rPr>
                <a:t>ease elaborate on your reasoning for this rating.</a:t>
              </a:r>
            </a:p>
          </p:txBody>
        </p:sp>
        <p:sp>
          <p:nvSpPr>
            <p:cNvPr id="54" name="Speech Bubble: Rectangle with Corners Rounded 53">
              <a:extLst>
                <a:ext uri="{FF2B5EF4-FFF2-40B4-BE49-F238E27FC236}">
                  <a16:creationId xmlns:a16="http://schemas.microsoft.com/office/drawing/2014/main" id="{98C38811-F5CC-EE10-D8BE-3F53ABD8899B}"/>
                </a:ext>
              </a:extLst>
            </p:cNvPr>
            <p:cNvSpPr/>
            <p:nvPr/>
          </p:nvSpPr>
          <p:spPr>
            <a:xfrm>
              <a:off x="2654168" y="4681026"/>
              <a:ext cx="953033" cy="213975"/>
            </a:xfrm>
            <a:prstGeom prst="wedgeRoundRectCallout">
              <a:avLst>
                <a:gd name="adj1" fmla="val 54965"/>
                <a:gd name="adj2" fmla="val 31904"/>
                <a:gd name="adj3" fmla="val 16667"/>
              </a:avLst>
            </a:prstGeom>
            <a:solidFill>
              <a:srgbClr val="FFFFFF"/>
            </a:solidFill>
            <a:ln w="25400" cap="flat" cmpd="sng" algn="ctr">
              <a:noFill/>
              <a:prstDash val="solid"/>
            </a:ln>
            <a:effectLst/>
          </p:spPr>
          <p:txBody>
            <a:bodyPr rtlCol="0" anchor="ctr"/>
            <a:lstStyle/>
            <a:p>
              <a:pPr marL="0" marR="0" lvl="0" indent="0" defTabSz="914377" eaLnBrk="1" fontAlgn="auto" latinLnBrk="0" hangingPunct="1">
                <a:lnSpc>
                  <a:spcPct val="100000"/>
                </a:lnSpc>
                <a:spcBef>
                  <a:spcPts val="0"/>
                </a:spcBef>
                <a:spcAft>
                  <a:spcPts val="0"/>
                </a:spcAft>
                <a:buClrTx/>
                <a:buSzTx/>
                <a:buFont typeface="Arial"/>
                <a:buNone/>
                <a:tabLst/>
                <a:defRPr/>
              </a:pPr>
              <a:r>
                <a:rPr lang="en-IN" sz="1000" i="1" kern="0">
                  <a:solidFill>
                    <a:srgbClr val="0B2745"/>
                  </a:solidFill>
                  <a:latin typeface="Arial"/>
                  <a:cs typeface="Poppins" panose="00000500000000000000" pitchFamily="2" charset="0"/>
                  <a:sym typeface="Arial"/>
                </a:rPr>
                <a:t>“The rep shared good data with me”</a:t>
              </a:r>
              <a:endParaRPr kumimoji="0" lang="en-IN" sz="1000" b="0" i="1" u="none" strike="noStrike" kern="0" cap="none" spc="0" normalizeH="0" baseline="0" noProof="0">
                <a:ln>
                  <a:noFill/>
                </a:ln>
                <a:solidFill>
                  <a:srgbClr val="0B2745"/>
                </a:solidFill>
                <a:effectLst/>
                <a:uLnTx/>
                <a:uFillTx/>
                <a:latin typeface="Arial"/>
                <a:ea typeface="+mn-ea"/>
                <a:cs typeface="Poppins" panose="00000500000000000000" pitchFamily="2" charset="0"/>
                <a:sym typeface="Arial"/>
              </a:endParaRPr>
            </a:p>
          </p:txBody>
        </p:sp>
        <p:pic>
          <p:nvPicPr>
            <p:cNvPr id="55" name="Picture 54">
              <a:extLst>
                <a:ext uri="{FF2B5EF4-FFF2-40B4-BE49-F238E27FC236}">
                  <a16:creationId xmlns:a16="http://schemas.microsoft.com/office/drawing/2014/main" id="{26FA9A9D-3004-3ABF-E610-B525713304BB}"/>
                </a:ext>
              </a:extLst>
            </p:cNvPr>
            <p:cNvPicPr>
              <a:picLocks noChangeAspect="1"/>
            </p:cNvPicPr>
            <p:nvPr/>
          </p:nvPicPr>
          <p:blipFill>
            <a:blip r:embed="rId5"/>
            <a:stretch>
              <a:fillRect/>
            </a:stretch>
          </p:blipFill>
          <p:spPr>
            <a:xfrm>
              <a:off x="2399010" y="3758292"/>
              <a:ext cx="123021" cy="129786"/>
            </a:xfrm>
            <a:prstGeom prst="rect">
              <a:avLst/>
            </a:prstGeom>
          </p:spPr>
        </p:pic>
        <p:pic>
          <p:nvPicPr>
            <p:cNvPr id="56" name="Picture 55">
              <a:extLst>
                <a:ext uri="{FF2B5EF4-FFF2-40B4-BE49-F238E27FC236}">
                  <a16:creationId xmlns:a16="http://schemas.microsoft.com/office/drawing/2014/main" id="{1BA5BF81-B348-A83D-190B-C1DDEEE71332}"/>
                </a:ext>
              </a:extLst>
            </p:cNvPr>
            <p:cNvPicPr>
              <a:picLocks noChangeAspect="1"/>
            </p:cNvPicPr>
            <p:nvPr/>
          </p:nvPicPr>
          <p:blipFill>
            <a:blip r:embed="rId6"/>
            <a:stretch>
              <a:fillRect/>
            </a:stretch>
          </p:blipFill>
          <p:spPr>
            <a:xfrm>
              <a:off x="3650671" y="4802551"/>
              <a:ext cx="117809" cy="117809"/>
            </a:xfrm>
            <a:prstGeom prst="rect">
              <a:avLst/>
            </a:prstGeom>
          </p:spPr>
        </p:pic>
      </p:grpSp>
      <p:sp>
        <p:nvSpPr>
          <p:cNvPr id="57" name="Arrow: Right 56">
            <a:extLst>
              <a:ext uri="{FF2B5EF4-FFF2-40B4-BE49-F238E27FC236}">
                <a16:creationId xmlns:a16="http://schemas.microsoft.com/office/drawing/2014/main" id="{4821AF6D-2BD7-DD78-FEBB-285E228AB3E6}"/>
              </a:ext>
            </a:extLst>
          </p:cNvPr>
          <p:cNvSpPr/>
          <p:nvPr/>
        </p:nvSpPr>
        <p:spPr>
          <a:xfrm>
            <a:off x="4302496" y="3057663"/>
            <a:ext cx="232805" cy="279159"/>
          </a:xfrm>
          <a:prstGeom prst="rightArrow">
            <a:avLst>
              <a:gd name="adj1" fmla="val 44586"/>
              <a:gd name="adj2" fmla="val 50000"/>
            </a:avLst>
          </a:prstGeom>
          <a:solidFill>
            <a:srgbClr val="206FC6"/>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 typeface="Arial"/>
              <a:buNone/>
              <a:tabLst/>
              <a:defRPr/>
            </a:pPr>
            <a:endParaRPr kumimoji="0" lang="en-IN" sz="1800" b="0" i="0" u="none" strike="noStrike" kern="0" cap="none" spc="0" normalizeH="0" baseline="0" noProof="0">
              <a:ln>
                <a:noFill/>
              </a:ln>
              <a:solidFill>
                <a:srgbClr val="FFFFFF"/>
              </a:solidFill>
              <a:effectLst/>
              <a:uLnTx/>
              <a:uFillTx/>
              <a:latin typeface="Arial"/>
              <a:ea typeface="+mn-ea"/>
              <a:cs typeface="Poppins" panose="00000500000000000000" pitchFamily="2" charset="0"/>
              <a:sym typeface="Arial"/>
            </a:endParaRPr>
          </a:p>
        </p:txBody>
      </p:sp>
      <p:sp>
        <p:nvSpPr>
          <p:cNvPr id="58" name="TextBox 57">
            <a:extLst>
              <a:ext uri="{FF2B5EF4-FFF2-40B4-BE49-F238E27FC236}">
                <a16:creationId xmlns:a16="http://schemas.microsoft.com/office/drawing/2014/main" id="{CA35BC0D-03A3-4B80-F716-296E09023BFA}"/>
              </a:ext>
            </a:extLst>
          </p:cNvPr>
          <p:cNvSpPr txBox="1"/>
          <p:nvPr/>
        </p:nvSpPr>
        <p:spPr>
          <a:xfrm>
            <a:off x="1633667" y="1398142"/>
            <a:ext cx="1884083" cy="261610"/>
          </a:xfrm>
          <a:prstGeom prst="rect">
            <a:avLst/>
          </a:prstGeom>
          <a:solidFill>
            <a:srgbClr val="2B487B"/>
          </a:solidFill>
        </p:spPr>
        <p:txBody>
          <a:bodyPr wrap="square">
            <a:spAutoFit/>
          </a:bodyPr>
          <a:lstStyle/>
          <a:p>
            <a:pPr algn="ctr"/>
            <a:r>
              <a:rPr lang="en-US" sz="1100" b="1" i="1" dirty="0">
                <a:solidFill>
                  <a:srgbClr val="FFFFFF"/>
                </a:solidFill>
                <a:latin typeface="Arial"/>
                <a:ea typeface="Roboto"/>
                <a:cs typeface="Poppins" panose="00000500000000000000" pitchFamily="2" charset="0"/>
                <a:sym typeface="Arial"/>
              </a:rPr>
              <a:t>ILLUSTRATIVE DATA</a:t>
            </a:r>
            <a:endParaRPr lang="en-US" sz="1100" b="1" i="1" dirty="0">
              <a:solidFill>
                <a:srgbClr val="0B2745"/>
              </a:solidFill>
              <a:latin typeface="Arial"/>
            </a:endParaRPr>
          </a:p>
        </p:txBody>
      </p:sp>
      <p:grpSp>
        <p:nvGrpSpPr>
          <p:cNvPr id="59" name="Group 58">
            <a:extLst>
              <a:ext uri="{FF2B5EF4-FFF2-40B4-BE49-F238E27FC236}">
                <a16:creationId xmlns:a16="http://schemas.microsoft.com/office/drawing/2014/main" id="{67376219-E60C-1F88-0B0D-F889382E570B}"/>
              </a:ext>
            </a:extLst>
          </p:cNvPr>
          <p:cNvGrpSpPr/>
          <p:nvPr/>
        </p:nvGrpSpPr>
        <p:grpSpPr>
          <a:xfrm>
            <a:off x="5245484" y="1717557"/>
            <a:ext cx="2050376" cy="3398568"/>
            <a:chOff x="2328316" y="3142970"/>
            <a:chExt cx="1493104" cy="2474871"/>
          </a:xfrm>
        </p:grpSpPr>
        <p:pic>
          <p:nvPicPr>
            <p:cNvPr id="60" name="Google Shape;1738;p65">
              <a:extLst>
                <a:ext uri="{FF2B5EF4-FFF2-40B4-BE49-F238E27FC236}">
                  <a16:creationId xmlns:a16="http://schemas.microsoft.com/office/drawing/2014/main" id="{26301B83-DF9F-2B8C-CFFF-220238329505}"/>
                </a:ext>
              </a:extLst>
            </p:cNvPr>
            <p:cNvPicPr preferRelativeResize="0"/>
            <p:nvPr/>
          </p:nvPicPr>
          <p:blipFill rotWithShape="1">
            <a:blip r:embed="rId4">
              <a:alphaModFix/>
            </a:blip>
            <a:srcRect/>
            <a:stretch/>
          </p:blipFill>
          <p:spPr>
            <a:xfrm>
              <a:off x="2328316" y="3142970"/>
              <a:ext cx="1493104" cy="2474871"/>
            </a:xfrm>
            <a:prstGeom prst="rect">
              <a:avLst/>
            </a:prstGeom>
            <a:noFill/>
            <a:ln>
              <a:noFill/>
            </a:ln>
          </p:spPr>
        </p:pic>
        <p:sp>
          <p:nvSpPr>
            <p:cNvPr id="61" name="Rectangle 60">
              <a:extLst>
                <a:ext uri="{FF2B5EF4-FFF2-40B4-BE49-F238E27FC236}">
                  <a16:creationId xmlns:a16="http://schemas.microsoft.com/office/drawing/2014/main" id="{6C073473-BA3B-8F5E-9D8F-E9FA9F4A4087}"/>
                </a:ext>
              </a:extLst>
            </p:cNvPr>
            <p:cNvSpPr/>
            <p:nvPr/>
          </p:nvSpPr>
          <p:spPr>
            <a:xfrm>
              <a:off x="2403906" y="3186226"/>
              <a:ext cx="1372008" cy="1840119"/>
            </a:xfrm>
            <a:prstGeom prst="rect">
              <a:avLst/>
            </a:prstGeom>
            <a:solidFill>
              <a:srgbClr val="0B274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 typeface="Arial"/>
                <a:buNone/>
                <a:tabLst/>
                <a:defRPr/>
              </a:pPr>
              <a:endParaRPr kumimoji="0" lang="en-IN" sz="1800" b="0" i="0" u="none" strike="noStrike" kern="0" cap="none" spc="0" normalizeH="0" baseline="0" noProof="0">
                <a:ln>
                  <a:noFill/>
                </a:ln>
                <a:solidFill>
                  <a:srgbClr val="FFFFFF"/>
                </a:solidFill>
                <a:effectLst/>
                <a:uLnTx/>
                <a:uFillTx/>
                <a:latin typeface="Arial"/>
                <a:ea typeface="+mn-ea"/>
                <a:cs typeface="Poppins" panose="00000500000000000000" pitchFamily="2" charset="0"/>
                <a:sym typeface="Arial"/>
              </a:endParaRPr>
            </a:p>
          </p:txBody>
        </p:sp>
        <p:sp>
          <p:nvSpPr>
            <p:cNvPr id="62" name="Speech Bubble: Rectangle with Corners Rounded 61">
              <a:extLst>
                <a:ext uri="{FF2B5EF4-FFF2-40B4-BE49-F238E27FC236}">
                  <a16:creationId xmlns:a16="http://schemas.microsoft.com/office/drawing/2014/main" id="{95A65ADB-1DA5-C5BF-3854-F90473B27399}"/>
                </a:ext>
              </a:extLst>
            </p:cNvPr>
            <p:cNvSpPr/>
            <p:nvPr/>
          </p:nvSpPr>
          <p:spPr>
            <a:xfrm>
              <a:off x="2592725" y="3301782"/>
              <a:ext cx="1095375" cy="1078560"/>
            </a:xfrm>
            <a:prstGeom prst="wedgeRoundRectCallout">
              <a:avLst>
                <a:gd name="adj1" fmla="val -54166"/>
                <a:gd name="adj2" fmla="val 28683"/>
                <a:gd name="adj3" fmla="val 16667"/>
              </a:avLst>
            </a:prstGeom>
            <a:solidFill>
              <a:srgbClr val="FFFFFF"/>
            </a:solidFill>
            <a:ln w="25400" cap="flat" cmpd="sng" algn="ctr">
              <a:noFill/>
              <a:prstDash val="solid"/>
            </a:ln>
            <a:effectLst/>
          </p:spPr>
          <p:txBody>
            <a:bodyPr rtlCol="0" anchor="ctr"/>
            <a:lstStyle/>
            <a:p>
              <a:pPr marL="0" marR="0" lvl="0" indent="0" defTabSz="914377" eaLnBrk="1" fontAlgn="auto" latinLnBrk="0" hangingPunct="1">
                <a:lnSpc>
                  <a:spcPct val="100000"/>
                </a:lnSpc>
                <a:spcBef>
                  <a:spcPts val="0"/>
                </a:spcBef>
                <a:spcAft>
                  <a:spcPts val="0"/>
                </a:spcAft>
                <a:buClrTx/>
                <a:buSzTx/>
                <a:buFont typeface="Arial"/>
                <a:buNone/>
                <a:tabLst/>
                <a:defRPr/>
              </a:pPr>
              <a:r>
                <a:rPr kumimoji="0" lang="en-US" sz="1000" b="0" i="0" u="none" strike="noStrike" kern="0" cap="none" spc="0" normalizeH="0" baseline="0" noProof="0">
                  <a:ln>
                    <a:noFill/>
                  </a:ln>
                  <a:solidFill>
                    <a:srgbClr val="0B2745"/>
                  </a:solidFill>
                  <a:effectLst/>
                  <a:uLnTx/>
                  <a:uFillTx/>
                  <a:latin typeface="Arial"/>
                  <a:ea typeface="+mn-ea"/>
                  <a:cs typeface="Poppins" panose="00000500000000000000" pitchFamily="2" charset="0"/>
                  <a:sym typeface="Arial"/>
                </a:rPr>
                <a:t>Thanks. Can you tell me more about specific data the representative shared that led to your high rating?</a:t>
              </a:r>
            </a:p>
          </p:txBody>
        </p:sp>
        <p:sp>
          <p:nvSpPr>
            <p:cNvPr id="63" name="Speech Bubble: Rectangle with Corners Rounded 62">
              <a:extLst>
                <a:ext uri="{FF2B5EF4-FFF2-40B4-BE49-F238E27FC236}">
                  <a16:creationId xmlns:a16="http://schemas.microsoft.com/office/drawing/2014/main" id="{BDB195B2-1403-34BB-2444-18064226F87C}"/>
                </a:ext>
              </a:extLst>
            </p:cNvPr>
            <p:cNvSpPr/>
            <p:nvPr/>
          </p:nvSpPr>
          <p:spPr>
            <a:xfrm>
              <a:off x="2676614" y="4468552"/>
              <a:ext cx="930587" cy="504647"/>
            </a:xfrm>
            <a:prstGeom prst="wedgeRoundRectCallout">
              <a:avLst>
                <a:gd name="adj1" fmla="val 54965"/>
                <a:gd name="adj2" fmla="val 31904"/>
                <a:gd name="adj3" fmla="val 16667"/>
              </a:avLst>
            </a:prstGeom>
            <a:solidFill>
              <a:srgbClr val="FFFFFF"/>
            </a:solidFill>
            <a:ln w="25400" cap="flat" cmpd="sng" algn="ctr">
              <a:noFill/>
              <a:prstDash val="solid"/>
            </a:ln>
            <a:effectLst/>
          </p:spPr>
          <p:txBody>
            <a:bodyPr rtlCol="0" anchor="ctr"/>
            <a:lstStyle/>
            <a:p>
              <a:pPr marL="0" marR="0" lvl="0" indent="0" defTabSz="914377" eaLnBrk="1" fontAlgn="auto" latinLnBrk="0" hangingPunct="1">
                <a:lnSpc>
                  <a:spcPct val="100000"/>
                </a:lnSpc>
                <a:spcBef>
                  <a:spcPts val="0"/>
                </a:spcBef>
                <a:spcAft>
                  <a:spcPts val="0"/>
                </a:spcAft>
                <a:buClrTx/>
                <a:buSzTx/>
                <a:buFont typeface="Arial"/>
                <a:buNone/>
                <a:tabLst/>
                <a:defRPr/>
              </a:pPr>
              <a:r>
                <a:rPr kumimoji="0" lang="en-IN" sz="1000" b="0" i="0" u="none" strike="noStrike" kern="0" cap="none" spc="0" normalizeH="0" baseline="0" noProof="0">
                  <a:ln>
                    <a:noFill/>
                  </a:ln>
                  <a:solidFill>
                    <a:srgbClr val="0B2745"/>
                  </a:solidFill>
                  <a:effectLst/>
                  <a:uLnTx/>
                  <a:uFillTx/>
                  <a:latin typeface="Arial"/>
                  <a:ea typeface="+mn-ea"/>
                  <a:cs typeface="Poppins" panose="00000500000000000000" pitchFamily="2" charset="0"/>
                  <a:sym typeface="Arial"/>
                </a:rPr>
                <a:t>[HCP typing a more detailed response…]</a:t>
              </a:r>
            </a:p>
          </p:txBody>
        </p:sp>
        <p:pic>
          <p:nvPicPr>
            <p:cNvPr id="64" name="Picture 63">
              <a:extLst>
                <a:ext uri="{FF2B5EF4-FFF2-40B4-BE49-F238E27FC236}">
                  <a16:creationId xmlns:a16="http://schemas.microsoft.com/office/drawing/2014/main" id="{AA19DB70-6A7A-8BF0-7E26-20691A369F6B}"/>
                </a:ext>
              </a:extLst>
            </p:cNvPr>
            <p:cNvPicPr>
              <a:picLocks noChangeAspect="1"/>
            </p:cNvPicPr>
            <p:nvPr/>
          </p:nvPicPr>
          <p:blipFill>
            <a:blip r:embed="rId5"/>
            <a:stretch>
              <a:fillRect/>
            </a:stretch>
          </p:blipFill>
          <p:spPr>
            <a:xfrm>
              <a:off x="2399010" y="4044083"/>
              <a:ext cx="123021" cy="129786"/>
            </a:xfrm>
            <a:prstGeom prst="rect">
              <a:avLst/>
            </a:prstGeom>
          </p:spPr>
        </p:pic>
        <p:pic>
          <p:nvPicPr>
            <p:cNvPr id="65" name="Picture 64">
              <a:extLst>
                <a:ext uri="{FF2B5EF4-FFF2-40B4-BE49-F238E27FC236}">
                  <a16:creationId xmlns:a16="http://schemas.microsoft.com/office/drawing/2014/main" id="{0E684C41-4431-D0A4-2BE3-3A2C5EF117C0}"/>
                </a:ext>
              </a:extLst>
            </p:cNvPr>
            <p:cNvPicPr>
              <a:picLocks noChangeAspect="1"/>
            </p:cNvPicPr>
            <p:nvPr/>
          </p:nvPicPr>
          <p:blipFill>
            <a:blip r:embed="rId6"/>
            <a:stretch>
              <a:fillRect/>
            </a:stretch>
          </p:blipFill>
          <p:spPr>
            <a:xfrm>
              <a:off x="3650671" y="4643222"/>
              <a:ext cx="117809" cy="117809"/>
            </a:xfrm>
            <a:prstGeom prst="rect">
              <a:avLst/>
            </a:prstGeom>
          </p:spPr>
        </p:pic>
      </p:grpSp>
      <p:grpSp>
        <p:nvGrpSpPr>
          <p:cNvPr id="66" name="Group 65">
            <a:extLst>
              <a:ext uri="{FF2B5EF4-FFF2-40B4-BE49-F238E27FC236}">
                <a16:creationId xmlns:a16="http://schemas.microsoft.com/office/drawing/2014/main" id="{A5B76553-6A42-6E88-2BD6-CC853FA91AC7}"/>
              </a:ext>
            </a:extLst>
          </p:cNvPr>
          <p:cNvGrpSpPr/>
          <p:nvPr/>
        </p:nvGrpSpPr>
        <p:grpSpPr>
          <a:xfrm>
            <a:off x="7839922" y="1717557"/>
            <a:ext cx="2050376" cy="3398568"/>
            <a:chOff x="2328316" y="3142970"/>
            <a:chExt cx="1493104" cy="2474871"/>
          </a:xfrm>
        </p:grpSpPr>
        <p:pic>
          <p:nvPicPr>
            <p:cNvPr id="67" name="Google Shape;1738;p65">
              <a:extLst>
                <a:ext uri="{FF2B5EF4-FFF2-40B4-BE49-F238E27FC236}">
                  <a16:creationId xmlns:a16="http://schemas.microsoft.com/office/drawing/2014/main" id="{C7318F68-8737-5D73-E96C-0FFB8A886D71}"/>
                </a:ext>
              </a:extLst>
            </p:cNvPr>
            <p:cNvPicPr preferRelativeResize="0"/>
            <p:nvPr/>
          </p:nvPicPr>
          <p:blipFill rotWithShape="1">
            <a:blip r:embed="rId4">
              <a:alphaModFix/>
            </a:blip>
            <a:srcRect/>
            <a:stretch/>
          </p:blipFill>
          <p:spPr>
            <a:xfrm>
              <a:off x="2328316" y="3142970"/>
              <a:ext cx="1493104" cy="2474871"/>
            </a:xfrm>
            <a:prstGeom prst="rect">
              <a:avLst/>
            </a:prstGeom>
            <a:noFill/>
            <a:ln>
              <a:noFill/>
            </a:ln>
          </p:spPr>
        </p:pic>
        <p:sp>
          <p:nvSpPr>
            <p:cNvPr id="68" name="Rectangle 67">
              <a:extLst>
                <a:ext uri="{FF2B5EF4-FFF2-40B4-BE49-F238E27FC236}">
                  <a16:creationId xmlns:a16="http://schemas.microsoft.com/office/drawing/2014/main" id="{50EACDD8-13E5-D18C-E451-86EE4722DEFB}"/>
                </a:ext>
              </a:extLst>
            </p:cNvPr>
            <p:cNvSpPr/>
            <p:nvPr/>
          </p:nvSpPr>
          <p:spPr>
            <a:xfrm>
              <a:off x="2403906" y="3186226"/>
              <a:ext cx="1372008" cy="1840119"/>
            </a:xfrm>
            <a:prstGeom prst="rect">
              <a:avLst/>
            </a:prstGeom>
            <a:solidFill>
              <a:srgbClr val="0B274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 typeface="Arial"/>
                <a:buNone/>
                <a:tabLst/>
                <a:defRPr/>
              </a:pPr>
              <a:endParaRPr kumimoji="0" lang="en-IN" sz="1800" b="0" i="0" u="none" strike="noStrike" kern="0" cap="none" spc="0" normalizeH="0" baseline="0" noProof="0">
                <a:ln>
                  <a:noFill/>
                </a:ln>
                <a:solidFill>
                  <a:srgbClr val="FFFFFF"/>
                </a:solidFill>
                <a:effectLst/>
                <a:uLnTx/>
                <a:uFillTx/>
                <a:latin typeface="Arial"/>
                <a:ea typeface="+mn-ea"/>
                <a:cs typeface="Poppins" panose="00000500000000000000" pitchFamily="2" charset="0"/>
                <a:sym typeface="Arial"/>
              </a:endParaRPr>
            </a:p>
          </p:txBody>
        </p:sp>
        <p:sp>
          <p:nvSpPr>
            <p:cNvPr id="69" name="Speech Bubble: Rectangle with Corners Rounded 68">
              <a:extLst>
                <a:ext uri="{FF2B5EF4-FFF2-40B4-BE49-F238E27FC236}">
                  <a16:creationId xmlns:a16="http://schemas.microsoft.com/office/drawing/2014/main" id="{FC4FDFEF-E34C-8678-275F-8070DFEBB516}"/>
                </a:ext>
              </a:extLst>
            </p:cNvPr>
            <p:cNvSpPr/>
            <p:nvPr/>
          </p:nvSpPr>
          <p:spPr>
            <a:xfrm>
              <a:off x="2456194" y="3301780"/>
              <a:ext cx="1194477" cy="1400346"/>
            </a:xfrm>
            <a:prstGeom prst="wedgeRoundRectCallout">
              <a:avLst>
                <a:gd name="adj1" fmla="val 54965"/>
                <a:gd name="adj2" fmla="val 31904"/>
                <a:gd name="adj3" fmla="val 16667"/>
              </a:avLst>
            </a:prstGeom>
            <a:solidFill>
              <a:srgbClr val="FFFFFF"/>
            </a:solidFill>
            <a:ln w="25400" cap="flat" cmpd="sng" algn="ctr">
              <a:noFill/>
              <a:prstDash val="solid"/>
            </a:ln>
            <a:effectLst/>
          </p:spPr>
          <p:txBody>
            <a:bodyPr rtlCol="0" anchor="ctr"/>
            <a:lstStyle/>
            <a:p>
              <a:pPr marL="0" marR="0" lvl="0" indent="0" defTabSz="914377" eaLnBrk="1" fontAlgn="auto" latinLnBrk="0" hangingPunct="1">
                <a:lnSpc>
                  <a:spcPct val="100000"/>
                </a:lnSpc>
                <a:spcBef>
                  <a:spcPts val="0"/>
                </a:spcBef>
                <a:spcAft>
                  <a:spcPts val="0"/>
                </a:spcAft>
                <a:buClrTx/>
                <a:buSzTx/>
                <a:buFont typeface="Arial"/>
                <a:buNone/>
                <a:tabLst/>
                <a:defRPr/>
              </a:pPr>
              <a:r>
                <a:rPr kumimoji="0" lang="en-US" sz="1000" b="0" i="1" u="none" strike="noStrike" kern="0" cap="none" spc="0" normalizeH="0" baseline="0" noProof="0">
                  <a:ln>
                    <a:noFill/>
                  </a:ln>
                  <a:solidFill>
                    <a:srgbClr val="0B2745"/>
                  </a:solidFill>
                  <a:effectLst/>
                  <a:uLnTx/>
                  <a:uFillTx/>
                  <a:latin typeface="Arial"/>
                  <a:ea typeface="+mn-ea"/>
                  <a:cs typeface="Poppins" panose="00000500000000000000" pitchFamily="2" charset="0"/>
                  <a:sym typeface="Arial"/>
                </a:rPr>
                <a:t>“The rep showed me that specific pregnancy related organizations have done the research and recommend this vaccine. Strong recommendations from National Organizations can reinforce compliance”</a:t>
              </a:r>
            </a:p>
            <a:p>
              <a:pPr marL="0" marR="0" lvl="0" indent="0" defTabSz="914377" eaLnBrk="1" fontAlgn="auto" latinLnBrk="0" hangingPunct="1">
                <a:lnSpc>
                  <a:spcPct val="100000"/>
                </a:lnSpc>
                <a:spcBef>
                  <a:spcPts val="0"/>
                </a:spcBef>
                <a:spcAft>
                  <a:spcPts val="0"/>
                </a:spcAft>
                <a:buClrTx/>
                <a:buSzTx/>
                <a:buFont typeface="Arial"/>
                <a:buNone/>
                <a:tabLst/>
                <a:defRPr/>
              </a:pPr>
              <a:endParaRPr kumimoji="0" lang="en-US" sz="1000" b="0" i="1" u="none" strike="noStrike" kern="0" cap="none" spc="0" normalizeH="0" baseline="0" noProof="0">
                <a:ln>
                  <a:noFill/>
                </a:ln>
                <a:solidFill>
                  <a:srgbClr val="0B2745"/>
                </a:solidFill>
                <a:effectLst/>
                <a:uLnTx/>
                <a:uFillTx/>
                <a:latin typeface="Arial"/>
                <a:ea typeface="+mn-ea"/>
                <a:cs typeface="Poppins" panose="00000500000000000000" pitchFamily="2" charset="0"/>
                <a:sym typeface="Arial"/>
              </a:endParaRPr>
            </a:p>
          </p:txBody>
        </p:sp>
        <p:pic>
          <p:nvPicPr>
            <p:cNvPr id="70" name="Picture 69">
              <a:extLst>
                <a:ext uri="{FF2B5EF4-FFF2-40B4-BE49-F238E27FC236}">
                  <a16:creationId xmlns:a16="http://schemas.microsoft.com/office/drawing/2014/main" id="{D3600B97-FD0E-7918-560E-FBD0C347FAEC}"/>
                </a:ext>
              </a:extLst>
            </p:cNvPr>
            <p:cNvPicPr>
              <a:picLocks noChangeAspect="1"/>
            </p:cNvPicPr>
            <p:nvPr/>
          </p:nvPicPr>
          <p:blipFill>
            <a:blip r:embed="rId6"/>
            <a:stretch>
              <a:fillRect/>
            </a:stretch>
          </p:blipFill>
          <p:spPr>
            <a:xfrm>
              <a:off x="3666787" y="4510875"/>
              <a:ext cx="117809" cy="117809"/>
            </a:xfrm>
            <a:prstGeom prst="rect">
              <a:avLst/>
            </a:prstGeom>
          </p:spPr>
        </p:pic>
      </p:grpSp>
      <p:sp>
        <p:nvSpPr>
          <p:cNvPr id="72" name="TextBox 71">
            <a:extLst>
              <a:ext uri="{FF2B5EF4-FFF2-40B4-BE49-F238E27FC236}">
                <a16:creationId xmlns:a16="http://schemas.microsoft.com/office/drawing/2014/main" id="{12431E1A-55B8-51BF-B591-CF14E6FCC86D}"/>
              </a:ext>
            </a:extLst>
          </p:cNvPr>
          <p:cNvSpPr txBox="1"/>
          <p:nvPr/>
        </p:nvSpPr>
        <p:spPr>
          <a:xfrm>
            <a:off x="10306693" y="2544724"/>
            <a:ext cx="1387681" cy="1323439"/>
          </a:xfrm>
          <a:prstGeom prst="rect">
            <a:avLst/>
          </a:prstGeom>
          <a:noFill/>
          <a:ln w="12700">
            <a:solidFill>
              <a:srgbClr val="4472C4"/>
            </a:solidFill>
            <a:prstDash val="lgDash"/>
          </a:ln>
        </p:spPr>
        <p:txBody>
          <a:bodyPr wrap="square" anchor="ctr">
            <a:spAutoFit/>
          </a:bodyPr>
          <a:lstStyle/>
          <a:p>
            <a:pPr algn="ctr"/>
            <a:r>
              <a:rPr lang="en-US" sz="1000" kern="0">
                <a:ea typeface="Roboto" panose="02000000000000000000" pitchFamily="2" charset="0"/>
                <a:cs typeface="Poppins" panose="00000500000000000000" pitchFamily="2" charset="0"/>
                <a:sym typeface="Roboto Light"/>
              </a:rPr>
              <a:t>+ Optional additional  level(s)of AI probing if needed. Probes and lines of questioning are designed in collaboration with your team.</a:t>
            </a:r>
          </a:p>
        </p:txBody>
      </p:sp>
      <p:sp>
        <p:nvSpPr>
          <p:cNvPr id="73" name="Arrow: Right 72">
            <a:extLst>
              <a:ext uri="{FF2B5EF4-FFF2-40B4-BE49-F238E27FC236}">
                <a16:creationId xmlns:a16="http://schemas.microsoft.com/office/drawing/2014/main" id="{026F372C-3ABB-40FC-C9A5-4FCFEBF2E962}"/>
              </a:ext>
            </a:extLst>
          </p:cNvPr>
          <p:cNvSpPr/>
          <p:nvPr/>
        </p:nvSpPr>
        <p:spPr>
          <a:xfrm>
            <a:off x="7477713" y="3057663"/>
            <a:ext cx="232805" cy="279159"/>
          </a:xfrm>
          <a:prstGeom prst="rightArrow">
            <a:avLst>
              <a:gd name="adj1" fmla="val 44586"/>
              <a:gd name="adj2" fmla="val 50000"/>
            </a:avLst>
          </a:prstGeom>
          <a:solidFill>
            <a:srgbClr val="206FC6"/>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 typeface="Arial"/>
              <a:buNone/>
              <a:tabLst/>
              <a:defRPr/>
            </a:pPr>
            <a:endParaRPr kumimoji="0" lang="en-IN" sz="1800" b="0" i="0" u="none" strike="noStrike" kern="0" cap="none" spc="0" normalizeH="0" baseline="0" noProof="0">
              <a:ln>
                <a:noFill/>
              </a:ln>
              <a:solidFill>
                <a:srgbClr val="FFFFFF"/>
              </a:solidFill>
              <a:effectLst/>
              <a:uLnTx/>
              <a:uFillTx/>
              <a:latin typeface="Arial"/>
              <a:ea typeface="+mn-ea"/>
              <a:cs typeface="Poppins" panose="00000500000000000000" pitchFamily="2" charset="0"/>
              <a:sym typeface="Arial"/>
            </a:endParaRPr>
          </a:p>
        </p:txBody>
      </p:sp>
      <p:sp>
        <p:nvSpPr>
          <p:cNvPr id="74" name="Arrow: Right 73">
            <a:extLst>
              <a:ext uri="{FF2B5EF4-FFF2-40B4-BE49-F238E27FC236}">
                <a16:creationId xmlns:a16="http://schemas.microsoft.com/office/drawing/2014/main" id="{2F1B726E-E64C-677E-AFFF-A713A2629C72}"/>
              </a:ext>
            </a:extLst>
          </p:cNvPr>
          <p:cNvSpPr/>
          <p:nvPr/>
        </p:nvSpPr>
        <p:spPr>
          <a:xfrm>
            <a:off x="9959416" y="3057663"/>
            <a:ext cx="232805" cy="279159"/>
          </a:xfrm>
          <a:prstGeom prst="rightArrow">
            <a:avLst>
              <a:gd name="adj1" fmla="val 44586"/>
              <a:gd name="adj2" fmla="val 50000"/>
            </a:avLst>
          </a:prstGeom>
          <a:solidFill>
            <a:srgbClr val="206FC6"/>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 typeface="Arial"/>
              <a:buNone/>
              <a:tabLst/>
              <a:defRPr/>
            </a:pPr>
            <a:endParaRPr kumimoji="0" lang="en-IN" sz="1800" b="0" i="0" u="none" strike="noStrike" kern="0" cap="none" spc="0" normalizeH="0" baseline="0" noProof="0">
              <a:ln>
                <a:noFill/>
              </a:ln>
              <a:solidFill>
                <a:srgbClr val="FFFFFF"/>
              </a:solidFill>
              <a:effectLst/>
              <a:uLnTx/>
              <a:uFillTx/>
              <a:latin typeface="Arial"/>
              <a:ea typeface="+mn-ea"/>
              <a:cs typeface="Poppins" panose="00000500000000000000" pitchFamily="2" charset="0"/>
              <a:sym typeface="Arial"/>
            </a:endParaRPr>
          </a:p>
        </p:txBody>
      </p:sp>
      <p:sp>
        <p:nvSpPr>
          <p:cNvPr id="75" name="TextBox 74">
            <a:extLst>
              <a:ext uri="{FF2B5EF4-FFF2-40B4-BE49-F238E27FC236}">
                <a16:creationId xmlns:a16="http://schemas.microsoft.com/office/drawing/2014/main" id="{D09302E5-90E8-F757-DD97-4F9E623D7A60}"/>
              </a:ext>
            </a:extLst>
          </p:cNvPr>
          <p:cNvSpPr txBox="1"/>
          <p:nvPr/>
        </p:nvSpPr>
        <p:spPr>
          <a:xfrm>
            <a:off x="3647398" y="3573663"/>
            <a:ext cx="1543003" cy="1384995"/>
          </a:xfrm>
          <a:prstGeom prst="rect">
            <a:avLst/>
          </a:prstGeom>
          <a:noFill/>
          <a:ln w="12700">
            <a:noFill/>
            <a:prstDash val="lgDash"/>
          </a:ln>
        </p:spPr>
        <p:txBody>
          <a:bodyPr wrap="square" anchor="ctr">
            <a:spAutoFit/>
          </a:bodyPr>
          <a:lstStyle/>
          <a:p>
            <a:pPr algn="ctr"/>
            <a:r>
              <a:rPr lang="en-US" sz="1050" b="1" kern="0" dirty="0">
                <a:solidFill>
                  <a:schemeClr val="accent4"/>
                </a:solidFill>
                <a:ea typeface="Roboto" panose="02000000000000000000" pitchFamily="2" charset="0"/>
                <a:cs typeface="Poppins" panose="00000500000000000000" pitchFamily="2" charset="0"/>
                <a:sym typeface="Roboto Light"/>
              </a:rPr>
              <a:t>Traditional surveys stop here, resulting in shallow or non-specific open- ended answers. Instead, </a:t>
            </a:r>
            <a:r>
              <a:rPr lang="en-US" sz="1050" b="1" kern="0" dirty="0" err="1">
                <a:solidFill>
                  <a:schemeClr val="accent4"/>
                </a:solidFill>
                <a:ea typeface="Roboto" panose="02000000000000000000" pitchFamily="2" charset="0"/>
                <a:cs typeface="Poppins" panose="00000500000000000000" pitchFamily="2" charset="0"/>
                <a:sym typeface="Roboto Light"/>
              </a:rPr>
              <a:t>ZoomRx</a:t>
            </a:r>
            <a:r>
              <a:rPr lang="en-US" sz="1050" b="1" kern="0" dirty="0">
                <a:solidFill>
                  <a:schemeClr val="accent4"/>
                </a:solidFill>
                <a:ea typeface="Roboto" panose="02000000000000000000" pitchFamily="2" charset="0"/>
                <a:cs typeface="Poppins" panose="00000500000000000000" pitchFamily="2" charset="0"/>
                <a:sym typeface="Roboto Light"/>
              </a:rPr>
              <a:t> AI Dialogues continues the conversation.</a:t>
            </a:r>
          </a:p>
        </p:txBody>
      </p:sp>
      <p:sp>
        <p:nvSpPr>
          <p:cNvPr id="3" name="Google Shape;155;p5">
            <a:extLst>
              <a:ext uri="{FF2B5EF4-FFF2-40B4-BE49-F238E27FC236}">
                <a16:creationId xmlns:a16="http://schemas.microsoft.com/office/drawing/2014/main" id="{2A83DB6D-D884-C0FB-358C-0FC7F3B81AF2}"/>
              </a:ext>
            </a:extLst>
          </p:cNvPr>
          <p:cNvSpPr txBox="1"/>
          <p:nvPr/>
        </p:nvSpPr>
        <p:spPr>
          <a:xfrm>
            <a:off x="-551310" y="1548357"/>
            <a:ext cx="11359139" cy="457200"/>
          </a:xfrm>
          <a:prstGeom prst="rect">
            <a:avLst/>
          </a:prstGeom>
          <a:noFill/>
          <a:ln>
            <a:noFill/>
          </a:ln>
        </p:spPr>
        <p:txBody>
          <a:bodyPr spcFirstLastPara="1" wrap="square" lIns="91425" tIns="45700" rIns="91425" bIns="45700" anchor="ctr" anchorCtr="0">
            <a:noAutofit/>
          </a:bodyPr>
          <a:lstStyle/>
          <a:p>
            <a:pPr marL="0" marR="0" lvl="0" indent="0" defTabSz="914400" rtl="0" eaLnBrk="1" fontAlgn="auto" latinLnBrk="0" hangingPunct="1">
              <a:lnSpc>
                <a:spcPct val="100000"/>
              </a:lnSpc>
              <a:spcBef>
                <a:spcPts val="0"/>
              </a:spcBef>
              <a:spcAft>
                <a:spcPts val="0"/>
              </a:spcAft>
              <a:buClrTx/>
              <a:buSzTx/>
              <a:buFont typeface="Arial"/>
              <a:buNone/>
              <a:tabLst/>
              <a:defRPr/>
            </a:pPr>
            <a:endParaRPr kumimoji="0" lang="en-US" sz="2000" b="1" u="none" strike="noStrike" kern="1200" cap="none" spc="0" normalizeH="0" baseline="0" noProof="0" dirty="0">
              <a:ln>
                <a:noFill/>
              </a:ln>
              <a:solidFill>
                <a:prstClr val="white"/>
              </a:solidFill>
              <a:effectLst/>
              <a:uLnTx/>
              <a:uFillTx/>
              <a:cs typeface="Arial"/>
              <a:sym typeface="Arial"/>
            </a:endParaRPr>
          </a:p>
        </p:txBody>
      </p:sp>
      <p:sp>
        <p:nvSpPr>
          <p:cNvPr id="4" name="Title 1">
            <a:extLst>
              <a:ext uri="{FF2B5EF4-FFF2-40B4-BE49-F238E27FC236}">
                <a16:creationId xmlns:a16="http://schemas.microsoft.com/office/drawing/2014/main" id="{726E67BD-57AD-30E2-BB94-E8F532C6C527}"/>
              </a:ext>
            </a:extLst>
          </p:cNvPr>
          <p:cNvSpPr txBox="1">
            <a:spLocks/>
          </p:cNvSpPr>
          <p:nvPr/>
        </p:nvSpPr>
        <p:spPr>
          <a:xfrm>
            <a:off x="129489" y="178981"/>
            <a:ext cx="11852797"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1" u="none" strike="noStrike" kern="1200" cap="none" spc="0" normalizeH="0" baseline="0" noProof="0" dirty="0">
                <a:ln>
                  <a:noFill/>
                </a:ln>
                <a:solidFill>
                  <a:srgbClr val="FFFFFF"/>
                </a:solidFill>
                <a:effectLst/>
                <a:uLnTx/>
                <a:uFillTx/>
                <a:latin typeface="Manrope" pitchFamily="2" charset="0"/>
                <a:ea typeface="+mj-ea"/>
                <a:cs typeface="+mj-cs"/>
              </a:rPr>
              <a:t>Example: </a:t>
            </a:r>
            <a:r>
              <a:rPr kumimoji="0" lang="en-US" sz="2000" b="1" i="0" u="none" strike="noStrike" kern="1200" cap="none" spc="0" normalizeH="0" baseline="0" noProof="0" dirty="0">
                <a:ln>
                  <a:noFill/>
                </a:ln>
                <a:solidFill>
                  <a:srgbClr val="FFFFFF"/>
                </a:solidFill>
                <a:effectLst/>
                <a:uLnTx/>
                <a:uFillTx/>
                <a:latin typeface="Manrope" pitchFamily="2" charset="0"/>
                <a:ea typeface="+mj-ea"/>
                <a:cs typeface="+mj-cs"/>
              </a:rPr>
              <a:t>Collecting context specific real-time open ends via AI generated follow-up questions</a:t>
            </a:r>
          </a:p>
        </p:txBody>
      </p:sp>
    </p:spTree>
    <p:extLst>
      <p:ext uri="{BB962C8B-B14F-4D97-AF65-F5344CB8AC3E}">
        <p14:creationId xmlns:p14="http://schemas.microsoft.com/office/powerpoint/2010/main" val="10724353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48E97EB-3CFF-8900-743A-0AAE3F9DE169}"/>
              </a:ext>
            </a:extLst>
          </p:cNvPr>
          <p:cNvSpPr/>
          <p:nvPr/>
        </p:nvSpPr>
        <p:spPr bwMode="gray">
          <a:xfrm>
            <a:off x="-1" y="3828"/>
            <a:ext cx="12192001" cy="1203742"/>
          </a:xfrm>
          <a:prstGeom prst="rect">
            <a:avLst/>
          </a:prstGeom>
          <a:solidFill>
            <a:schemeClr val="tx1"/>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chemeClr val="accent2"/>
              </a:buClr>
              <a:buSzPct val="90000"/>
            </a:pPr>
            <a:endParaRPr lang="en-US" b="1" dirty="0">
              <a:solidFill>
                <a:schemeClr val="accent1"/>
              </a:solidFill>
              <a:latin typeface="+mj-lt"/>
            </a:endParaRPr>
          </a:p>
        </p:txBody>
      </p:sp>
      <p:sp>
        <p:nvSpPr>
          <p:cNvPr id="20" name="Rectangle 19">
            <a:extLst>
              <a:ext uri="{FF2B5EF4-FFF2-40B4-BE49-F238E27FC236}">
                <a16:creationId xmlns:a16="http://schemas.microsoft.com/office/drawing/2014/main" id="{EA8A1A9E-80D4-3A84-510A-43E1D1105BB5}"/>
              </a:ext>
            </a:extLst>
          </p:cNvPr>
          <p:cNvSpPr/>
          <p:nvPr/>
        </p:nvSpPr>
        <p:spPr>
          <a:xfrm>
            <a:off x="0" y="0"/>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mn-cs"/>
            </a:endParaRPr>
          </a:p>
        </p:txBody>
      </p:sp>
      <p:sp>
        <p:nvSpPr>
          <p:cNvPr id="54" name="Rectangle: Rounded Corners 53">
            <a:extLst>
              <a:ext uri="{FF2B5EF4-FFF2-40B4-BE49-F238E27FC236}">
                <a16:creationId xmlns:a16="http://schemas.microsoft.com/office/drawing/2014/main" id="{515F466D-083A-2C3B-879A-098C99CBA0C2}"/>
              </a:ext>
            </a:extLst>
          </p:cNvPr>
          <p:cNvSpPr/>
          <p:nvPr/>
        </p:nvSpPr>
        <p:spPr>
          <a:xfrm>
            <a:off x="544065" y="1637546"/>
            <a:ext cx="2628215" cy="4754331"/>
          </a:xfrm>
          <a:prstGeom prst="roundRect">
            <a:avLst>
              <a:gd name="adj" fmla="val 10312"/>
            </a:avLst>
          </a:prstGeom>
          <a:solidFill>
            <a:srgbClr val="FFFFFF"/>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55" name="Oval 54">
            <a:extLst>
              <a:ext uri="{FF2B5EF4-FFF2-40B4-BE49-F238E27FC236}">
                <a16:creationId xmlns:a16="http://schemas.microsoft.com/office/drawing/2014/main" id="{997E5519-A13E-1CA8-E9A9-17E6B39FB21F}"/>
              </a:ext>
            </a:extLst>
          </p:cNvPr>
          <p:cNvSpPr/>
          <p:nvPr/>
        </p:nvSpPr>
        <p:spPr>
          <a:xfrm>
            <a:off x="1813556" y="1690123"/>
            <a:ext cx="89233" cy="87435"/>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56" name="Rectangle 55">
            <a:extLst>
              <a:ext uri="{FF2B5EF4-FFF2-40B4-BE49-F238E27FC236}">
                <a16:creationId xmlns:a16="http://schemas.microsoft.com/office/drawing/2014/main" id="{91FEAE59-0EFD-D349-C15C-37C08E6F386E}"/>
              </a:ext>
            </a:extLst>
          </p:cNvPr>
          <p:cNvSpPr/>
          <p:nvPr/>
        </p:nvSpPr>
        <p:spPr>
          <a:xfrm>
            <a:off x="544065" y="1858019"/>
            <a:ext cx="2628215" cy="349876"/>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GB" sz="1000" b="1">
                <a:solidFill>
                  <a:srgbClr val="FFFFFF"/>
                </a:solidFill>
                <a:latin typeface="Arial" panose="020B0604020202020204"/>
              </a:rPr>
              <a:t>  </a:t>
            </a:r>
            <a:r>
              <a:rPr lang="en-GB" sz="1000" b="1" err="1">
                <a:solidFill>
                  <a:srgbClr val="FFFFFF"/>
                </a:solidFill>
                <a:latin typeface="Arial" panose="020B0604020202020204"/>
              </a:rPr>
              <a:t>ZoomRx</a:t>
            </a:r>
            <a:r>
              <a:rPr lang="en-GB" sz="1000" b="1">
                <a:solidFill>
                  <a:srgbClr val="FFFFFF"/>
                </a:solidFill>
                <a:latin typeface="Arial" panose="020B0604020202020204"/>
              </a:rPr>
              <a:t> Study</a:t>
            </a:r>
            <a:endParaRPr lang="en-IN" sz="1000" b="1">
              <a:solidFill>
                <a:srgbClr val="FFFFFF"/>
              </a:solidFill>
              <a:latin typeface="Arial" panose="020B0604020202020204"/>
            </a:endParaRPr>
          </a:p>
        </p:txBody>
      </p:sp>
      <p:pic>
        <p:nvPicPr>
          <p:cNvPr id="57" name="Picture 6" descr="Hamburger Menu Icons (Three Line Menu Icon / Navicon) Different Ways |  CSS-Tricks - CSS-Tricks">
            <a:extLst>
              <a:ext uri="{FF2B5EF4-FFF2-40B4-BE49-F238E27FC236}">
                <a16:creationId xmlns:a16="http://schemas.microsoft.com/office/drawing/2014/main" id="{4C12E06D-BD86-3CFE-3D98-369922C73D54}"/>
              </a:ext>
            </a:extLst>
          </p:cNvPr>
          <p:cNvPicPr>
            <a:picLocks noChangeAspect="1" noChangeArrowheads="1"/>
          </p:cNvPicPr>
          <p:nvPr/>
        </p:nvPicPr>
        <p:blipFill>
          <a:blip r:embed="rId3">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2883989" y="1961784"/>
            <a:ext cx="253040" cy="165296"/>
          </a:xfrm>
          <a:prstGeom prst="rect">
            <a:avLst/>
          </a:prstGeom>
          <a:noFill/>
          <a:extLst>
            <a:ext uri="{909E8E84-426E-40DD-AFC4-6F175D3DCCD1}">
              <a14:hiddenFill xmlns:a14="http://schemas.microsoft.com/office/drawing/2010/main">
                <a:solidFill>
                  <a:srgbClr val="FFFFFF"/>
                </a:solidFill>
              </a14:hiddenFill>
            </a:ext>
          </a:extLst>
        </p:spPr>
      </p:pic>
      <p:cxnSp>
        <p:nvCxnSpPr>
          <p:cNvPr id="58" name="Straight Arrow Connector 57">
            <a:extLst>
              <a:ext uri="{FF2B5EF4-FFF2-40B4-BE49-F238E27FC236}">
                <a16:creationId xmlns:a16="http://schemas.microsoft.com/office/drawing/2014/main" id="{B2DA828C-D595-131C-2FFF-DF49BED07C75}"/>
              </a:ext>
            </a:extLst>
          </p:cNvPr>
          <p:cNvCxnSpPr>
            <a:cxnSpLocks/>
          </p:cNvCxnSpPr>
          <p:nvPr/>
        </p:nvCxnSpPr>
        <p:spPr>
          <a:xfrm>
            <a:off x="592756" y="2035196"/>
            <a:ext cx="103668" cy="0"/>
          </a:xfrm>
          <a:prstGeom prst="straightConnector1">
            <a:avLst/>
          </a:prstGeom>
          <a:ln>
            <a:solidFill>
              <a:schemeClr val="bg1">
                <a:lumMod val="95000"/>
              </a:schemeClr>
            </a:solidFill>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2659307F-C686-7042-3829-24B873111907}"/>
              </a:ext>
            </a:extLst>
          </p:cNvPr>
          <p:cNvGrpSpPr/>
          <p:nvPr/>
        </p:nvGrpSpPr>
        <p:grpSpPr>
          <a:xfrm>
            <a:off x="676415" y="2241594"/>
            <a:ext cx="2379337" cy="4088957"/>
            <a:chOff x="3280781" y="2270148"/>
            <a:chExt cx="2379337" cy="4088957"/>
          </a:xfrm>
        </p:grpSpPr>
        <p:grpSp>
          <p:nvGrpSpPr>
            <p:cNvPr id="10" name="Group 9">
              <a:extLst>
                <a:ext uri="{FF2B5EF4-FFF2-40B4-BE49-F238E27FC236}">
                  <a16:creationId xmlns:a16="http://schemas.microsoft.com/office/drawing/2014/main" id="{9AD6E175-DE50-20BA-4C6A-100C53C13492}"/>
                </a:ext>
              </a:extLst>
            </p:cNvPr>
            <p:cNvGrpSpPr/>
            <p:nvPr/>
          </p:nvGrpSpPr>
          <p:grpSpPr>
            <a:xfrm>
              <a:off x="3280781" y="2270148"/>
              <a:ext cx="2379337" cy="4088957"/>
              <a:chOff x="8885966" y="2203960"/>
              <a:chExt cx="2379950" cy="4090029"/>
            </a:xfrm>
          </p:grpSpPr>
          <p:sp>
            <p:nvSpPr>
              <p:cNvPr id="194" name="Speech Bubble: Rectangle with Corners Rounded 193">
                <a:extLst>
                  <a:ext uri="{FF2B5EF4-FFF2-40B4-BE49-F238E27FC236}">
                    <a16:creationId xmlns:a16="http://schemas.microsoft.com/office/drawing/2014/main" id="{CBC27227-0074-F0ED-9810-F79D8FD90387}"/>
                  </a:ext>
                </a:extLst>
              </p:cNvPr>
              <p:cNvSpPr/>
              <p:nvPr/>
            </p:nvSpPr>
            <p:spPr>
              <a:xfrm>
                <a:off x="9282948" y="2203960"/>
                <a:ext cx="1982968" cy="671786"/>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How can Pfizer reps further help enhance your likelihood to Stock ABRYSVO?</a:t>
                </a:r>
              </a:p>
            </p:txBody>
          </p:sp>
          <p:grpSp>
            <p:nvGrpSpPr>
              <p:cNvPr id="197" name="Group 196">
                <a:extLst>
                  <a:ext uri="{FF2B5EF4-FFF2-40B4-BE49-F238E27FC236}">
                    <a16:creationId xmlns:a16="http://schemas.microsoft.com/office/drawing/2014/main" id="{E7CA6C97-7716-D8A0-BC71-0A8653788957}"/>
                  </a:ext>
                </a:extLst>
              </p:cNvPr>
              <p:cNvGrpSpPr/>
              <p:nvPr/>
            </p:nvGrpSpPr>
            <p:grpSpPr>
              <a:xfrm>
                <a:off x="8885967" y="3007108"/>
                <a:ext cx="2375111" cy="684178"/>
                <a:chOff x="376242" y="3023604"/>
                <a:chExt cx="2375111" cy="684178"/>
              </a:xfrm>
            </p:grpSpPr>
            <p:grpSp>
              <p:nvGrpSpPr>
                <p:cNvPr id="198" name="Group 197">
                  <a:extLst>
                    <a:ext uri="{FF2B5EF4-FFF2-40B4-BE49-F238E27FC236}">
                      <a16:creationId xmlns:a16="http://schemas.microsoft.com/office/drawing/2014/main" id="{01D580C0-B5B8-9C26-3FD5-A97347B6D0C3}"/>
                    </a:ext>
                  </a:extLst>
                </p:cNvPr>
                <p:cNvGrpSpPr/>
                <p:nvPr/>
              </p:nvGrpSpPr>
              <p:grpSpPr>
                <a:xfrm>
                  <a:off x="2463353" y="3117368"/>
                  <a:ext cx="288000" cy="282197"/>
                  <a:chOff x="9355015" y="1893902"/>
                  <a:chExt cx="288000" cy="288000"/>
                </a:xfrm>
              </p:grpSpPr>
              <p:sp>
                <p:nvSpPr>
                  <p:cNvPr id="200" name="Oval 199">
                    <a:extLst>
                      <a:ext uri="{FF2B5EF4-FFF2-40B4-BE49-F238E27FC236}">
                        <a16:creationId xmlns:a16="http://schemas.microsoft.com/office/drawing/2014/main" id="{AB774942-583A-0AC5-3931-3AC4B383EFF6}"/>
                      </a:ext>
                    </a:extLst>
                  </p:cNvPr>
                  <p:cNvSpPr/>
                  <p:nvPr/>
                </p:nvSpPr>
                <p:spPr>
                  <a:xfrm>
                    <a:off x="9355015" y="1893902"/>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201" name="Google Shape;1601;p48">
                    <a:extLst>
                      <a:ext uri="{FF2B5EF4-FFF2-40B4-BE49-F238E27FC236}">
                        <a16:creationId xmlns:a16="http://schemas.microsoft.com/office/drawing/2014/main" id="{64425CC2-DACA-F7A3-F67F-45E74D0D0BC8}"/>
                      </a:ext>
                    </a:extLst>
                  </p:cNvPr>
                  <p:cNvPicPr preferRelativeResize="0"/>
                  <p:nvPr/>
                </p:nvPicPr>
                <p:blipFill rotWithShape="1">
                  <a:blip r:embed="rId4">
                    <a:alphaModFix/>
                  </a:blip>
                  <a:srcRect/>
                  <a:stretch/>
                </p:blipFill>
                <p:spPr>
                  <a:xfrm>
                    <a:off x="9428285" y="1967092"/>
                    <a:ext cx="145677" cy="141632"/>
                  </a:xfrm>
                  <a:prstGeom prst="rect">
                    <a:avLst/>
                  </a:prstGeom>
                  <a:noFill/>
                  <a:ln>
                    <a:noFill/>
                  </a:ln>
                </p:spPr>
              </p:pic>
            </p:grpSp>
            <p:sp>
              <p:nvSpPr>
                <p:cNvPr id="199" name="Speech Bubble: Rectangle with Corners Rounded 198">
                  <a:extLst>
                    <a:ext uri="{FF2B5EF4-FFF2-40B4-BE49-F238E27FC236}">
                      <a16:creationId xmlns:a16="http://schemas.microsoft.com/office/drawing/2014/main" id="{83801D3E-9D3B-6286-7CFE-18DADCF34E5D}"/>
                    </a:ext>
                  </a:extLst>
                </p:cNvPr>
                <p:cNvSpPr/>
                <p:nvPr/>
              </p:nvSpPr>
              <p:spPr>
                <a:xfrm flipH="1">
                  <a:off x="376242" y="3023604"/>
                  <a:ext cx="2031148" cy="684178"/>
                </a:xfrm>
                <a:prstGeom prst="wedgeRoundRectCallout">
                  <a:avLst>
                    <a:gd name="adj1" fmla="val -52412"/>
                    <a:gd name="adj2" fmla="val -23660"/>
                    <a:gd name="adj3" fmla="val 16667"/>
                  </a:avLst>
                </a:prstGeom>
                <a:solidFill>
                  <a:srgbClr val="E1F3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b="1">
                      <a:solidFill>
                        <a:srgbClr val="000000"/>
                      </a:solidFill>
                      <a:latin typeface="Arial" panose="020B0604020202020204"/>
                    </a:rPr>
                    <a:t>Help reassure me about cost</a:t>
                  </a:r>
                  <a:r>
                    <a:rPr lang="en-US" sz="900">
                      <a:solidFill>
                        <a:srgbClr val="000000"/>
                      </a:solidFill>
                      <a:latin typeface="Arial" panose="020B0604020202020204"/>
                    </a:rPr>
                    <a:t>, </a:t>
                  </a:r>
                  <a:r>
                    <a:rPr lang="en-US" sz="900" b="1">
                      <a:solidFill>
                        <a:srgbClr val="000000"/>
                      </a:solidFill>
                      <a:latin typeface="Arial" panose="020B0604020202020204"/>
                    </a:rPr>
                    <a:t>CDC recommendations, despite CDC contradicting recommendations</a:t>
                  </a:r>
                  <a:r>
                    <a:rPr lang="en-US" sz="900">
                      <a:solidFill>
                        <a:srgbClr val="000000"/>
                      </a:solidFill>
                      <a:latin typeface="Arial" panose="020B0604020202020204"/>
                    </a:rPr>
                    <a:t> on COVID which makes patient suspicious</a:t>
                  </a:r>
                </a:p>
              </p:txBody>
            </p:sp>
          </p:grpSp>
          <p:cxnSp>
            <p:nvCxnSpPr>
              <p:cNvPr id="202" name="Straight Connector 201">
                <a:extLst>
                  <a:ext uri="{FF2B5EF4-FFF2-40B4-BE49-F238E27FC236}">
                    <a16:creationId xmlns:a16="http://schemas.microsoft.com/office/drawing/2014/main" id="{55A99489-456F-FC2C-B970-220E9D5BBA97}"/>
                  </a:ext>
                </a:extLst>
              </p:cNvPr>
              <p:cNvCxnSpPr>
                <a:cxnSpLocks/>
              </p:cNvCxnSpPr>
              <p:nvPr/>
            </p:nvCxnSpPr>
            <p:spPr>
              <a:xfrm flipH="1">
                <a:off x="9648377" y="6293989"/>
                <a:ext cx="839362" cy="0"/>
              </a:xfrm>
              <a:prstGeom prst="line">
                <a:avLst/>
              </a:prstGeom>
              <a:ln w="381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06" name="Group 205">
                <a:extLst>
                  <a:ext uri="{FF2B5EF4-FFF2-40B4-BE49-F238E27FC236}">
                    <a16:creationId xmlns:a16="http://schemas.microsoft.com/office/drawing/2014/main" id="{42F0C71E-D07A-D391-8BAD-B80F23F80FE9}"/>
                  </a:ext>
                </a:extLst>
              </p:cNvPr>
              <p:cNvGrpSpPr/>
              <p:nvPr/>
            </p:nvGrpSpPr>
            <p:grpSpPr>
              <a:xfrm>
                <a:off x="8885966" y="5110022"/>
                <a:ext cx="2375112" cy="1056052"/>
                <a:chOff x="766398" y="4703263"/>
                <a:chExt cx="2375112" cy="1056052"/>
              </a:xfrm>
            </p:grpSpPr>
            <p:grpSp>
              <p:nvGrpSpPr>
                <p:cNvPr id="207" name="Group 206">
                  <a:extLst>
                    <a:ext uri="{FF2B5EF4-FFF2-40B4-BE49-F238E27FC236}">
                      <a16:creationId xmlns:a16="http://schemas.microsoft.com/office/drawing/2014/main" id="{0ED86233-B465-0A88-FF57-799BF2FD35DB}"/>
                    </a:ext>
                  </a:extLst>
                </p:cNvPr>
                <p:cNvGrpSpPr/>
                <p:nvPr/>
              </p:nvGrpSpPr>
              <p:grpSpPr>
                <a:xfrm>
                  <a:off x="2853510" y="4793299"/>
                  <a:ext cx="288000" cy="288000"/>
                  <a:chOff x="9355015" y="2973290"/>
                  <a:chExt cx="288000" cy="288000"/>
                </a:xfrm>
              </p:grpSpPr>
              <p:sp>
                <p:nvSpPr>
                  <p:cNvPr id="209" name="Oval 208">
                    <a:extLst>
                      <a:ext uri="{FF2B5EF4-FFF2-40B4-BE49-F238E27FC236}">
                        <a16:creationId xmlns:a16="http://schemas.microsoft.com/office/drawing/2014/main" id="{F1AFF9EE-F13A-0971-6876-B61572AE8E9F}"/>
                      </a:ext>
                    </a:extLst>
                  </p:cNvPr>
                  <p:cNvSpPr/>
                  <p:nvPr/>
                </p:nvSpPr>
                <p:spPr>
                  <a:xfrm>
                    <a:off x="9355015" y="2973290"/>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210" name="Google Shape;1601;p48">
                    <a:extLst>
                      <a:ext uri="{FF2B5EF4-FFF2-40B4-BE49-F238E27FC236}">
                        <a16:creationId xmlns:a16="http://schemas.microsoft.com/office/drawing/2014/main" id="{E7EF9D46-0AB7-D1DD-45FF-B67077603CE4}"/>
                      </a:ext>
                    </a:extLst>
                  </p:cNvPr>
                  <p:cNvPicPr preferRelativeResize="0"/>
                  <p:nvPr/>
                </p:nvPicPr>
                <p:blipFill rotWithShape="1">
                  <a:blip r:embed="rId4">
                    <a:alphaModFix/>
                  </a:blip>
                  <a:srcRect/>
                  <a:stretch/>
                </p:blipFill>
                <p:spPr>
                  <a:xfrm>
                    <a:off x="9428285" y="3046480"/>
                    <a:ext cx="145677" cy="141632"/>
                  </a:xfrm>
                  <a:prstGeom prst="rect">
                    <a:avLst/>
                  </a:prstGeom>
                  <a:noFill/>
                  <a:ln>
                    <a:noFill/>
                  </a:ln>
                </p:spPr>
              </p:pic>
            </p:grpSp>
            <p:sp>
              <p:nvSpPr>
                <p:cNvPr id="208" name="Speech Bubble: Rectangle with Corners Rounded 207">
                  <a:extLst>
                    <a:ext uri="{FF2B5EF4-FFF2-40B4-BE49-F238E27FC236}">
                      <a16:creationId xmlns:a16="http://schemas.microsoft.com/office/drawing/2014/main" id="{D64CA970-F385-27AB-8928-23DC9812FC42}"/>
                    </a:ext>
                  </a:extLst>
                </p:cNvPr>
                <p:cNvSpPr/>
                <p:nvPr/>
              </p:nvSpPr>
              <p:spPr>
                <a:xfrm flipH="1">
                  <a:off x="766398" y="4703263"/>
                  <a:ext cx="2031149" cy="1056052"/>
                </a:xfrm>
                <a:prstGeom prst="wedgeRoundRectCallout">
                  <a:avLst>
                    <a:gd name="adj1" fmla="val -52412"/>
                    <a:gd name="adj2" fmla="val -23660"/>
                    <a:gd name="adj3" fmla="val 16667"/>
                  </a:avLst>
                </a:prstGeom>
                <a:solidFill>
                  <a:srgbClr val="E1F3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Our biggest hindrance to giving RSV vaccine is our </a:t>
                  </a:r>
                  <a:r>
                    <a:rPr lang="en-US" sz="900" b="1">
                      <a:solidFill>
                        <a:srgbClr val="000000"/>
                      </a:solidFill>
                      <a:latin typeface="Arial" panose="020B0604020202020204"/>
                    </a:rPr>
                    <a:t>patient skepticism of vaccines</a:t>
                  </a:r>
                  <a:r>
                    <a:rPr lang="en-US" sz="900">
                      <a:solidFill>
                        <a:srgbClr val="000000"/>
                      </a:solidFill>
                      <a:latin typeface="Arial" panose="020B0604020202020204"/>
                    </a:rPr>
                    <a:t> in general. This is worsened by current political climate. Patients are very suspicious right now, which is sad</a:t>
                  </a:r>
                  <a:endParaRPr lang="en-GB" sz="900">
                    <a:solidFill>
                      <a:srgbClr val="000000"/>
                    </a:solidFill>
                    <a:latin typeface="Arial" panose="020B0604020202020204"/>
                  </a:endParaRPr>
                </a:p>
              </p:txBody>
            </p:sp>
          </p:grpSp>
          <p:sp>
            <p:nvSpPr>
              <p:cNvPr id="213" name="Speech Bubble: Rectangle with Corners Rounded 212">
                <a:extLst>
                  <a:ext uri="{FF2B5EF4-FFF2-40B4-BE49-F238E27FC236}">
                    <a16:creationId xmlns:a16="http://schemas.microsoft.com/office/drawing/2014/main" id="{C08A5423-010F-020C-4647-29713315BCBF}"/>
                  </a:ext>
                </a:extLst>
              </p:cNvPr>
              <p:cNvSpPr/>
              <p:nvPr/>
            </p:nvSpPr>
            <p:spPr>
              <a:xfrm>
                <a:off x="9282948" y="3821943"/>
                <a:ext cx="1982968" cy="1160170"/>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Could you elaborate on how the Pfizer sales representative's approach to addressing cost and CDC recommendations could be further refined or expanded to better support your practice in stocking or discussing ABRYSVO?</a:t>
                </a:r>
                <a:endParaRPr lang="en-IN" sz="900" i="1">
                  <a:solidFill>
                    <a:srgbClr val="000000"/>
                  </a:solidFill>
                  <a:latin typeface="Arial" panose="020B0604020202020204"/>
                </a:endParaRPr>
              </a:p>
            </p:txBody>
          </p:sp>
        </p:grpSp>
        <p:pic>
          <p:nvPicPr>
            <p:cNvPr id="334" name="Picture 333">
              <a:extLst>
                <a:ext uri="{FF2B5EF4-FFF2-40B4-BE49-F238E27FC236}">
                  <a16:creationId xmlns:a16="http://schemas.microsoft.com/office/drawing/2014/main" id="{DB1C234C-8FE7-1A05-FF39-8F93CEC31015}"/>
                </a:ext>
              </a:extLst>
            </p:cNvPr>
            <p:cNvPicPr>
              <a:picLocks noChangeAspect="1"/>
            </p:cNvPicPr>
            <p:nvPr/>
          </p:nvPicPr>
          <p:blipFill>
            <a:blip r:embed="rId5"/>
            <a:stretch>
              <a:fillRect/>
            </a:stretch>
          </p:blipFill>
          <p:spPr>
            <a:xfrm>
              <a:off x="3315374" y="2286276"/>
              <a:ext cx="295239" cy="304764"/>
            </a:xfrm>
            <a:prstGeom prst="rect">
              <a:avLst/>
            </a:prstGeom>
          </p:spPr>
        </p:pic>
        <p:pic>
          <p:nvPicPr>
            <p:cNvPr id="335" name="Picture 334">
              <a:extLst>
                <a:ext uri="{FF2B5EF4-FFF2-40B4-BE49-F238E27FC236}">
                  <a16:creationId xmlns:a16="http://schemas.microsoft.com/office/drawing/2014/main" id="{0E8C53A8-4553-EDB6-2508-FE59984C16AC}"/>
                </a:ext>
              </a:extLst>
            </p:cNvPr>
            <p:cNvPicPr>
              <a:picLocks noChangeAspect="1"/>
            </p:cNvPicPr>
            <p:nvPr/>
          </p:nvPicPr>
          <p:blipFill>
            <a:blip r:embed="rId5"/>
            <a:stretch>
              <a:fillRect/>
            </a:stretch>
          </p:blipFill>
          <p:spPr>
            <a:xfrm>
              <a:off x="3315374" y="4120926"/>
              <a:ext cx="295239" cy="304764"/>
            </a:xfrm>
            <a:prstGeom prst="rect">
              <a:avLst/>
            </a:prstGeom>
          </p:spPr>
        </p:pic>
      </p:grpSp>
      <p:grpSp>
        <p:nvGrpSpPr>
          <p:cNvPr id="24" name="Group 23">
            <a:extLst>
              <a:ext uri="{FF2B5EF4-FFF2-40B4-BE49-F238E27FC236}">
                <a16:creationId xmlns:a16="http://schemas.microsoft.com/office/drawing/2014/main" id="{5D6B45C4-2F0F-402B-F985-C81DE9BBC509}"/>
              </a:ext>
            </a:extLst>
          </p:cNvPr>
          <p:cNvGrpSpPr/>
          <p:nvPr/>
        </p:nvGrpSpPr>
        <p:grpSpPr>
          <a:xfrm>
            <a:off x="3527160" y="1639243"/>
            <a:ext cx="5349533" cy="4754331"/>
            <a:chOff x="3658558" y="1639242"/>
            <a:chExt cx="5349533" cy="4754331"/>
          </a:xfrm>
        </p:grpSpPr>
        <p:grpSp>
          <p:nvGrpSpPr>
            <p:cNvPr id="13" name="Group 12">
              <a:extLst>
                <a:ext uri="{FF2B5EF4-FFF2-40B4-BE49-F238E27FC236}">
                  <a16:creationId xmlns:a16="http://schemas.microsoft.com/office/drawing/2014/main" id="{862A8422-E7E7-B82B-83FA-D77785893608}"/>
                </a:ext>
              </a:extLst>
            </p:cNvPr>
            <p:cNvGrpSpPr/>
            <p:nvPr/>
          </p:nvGrpSpPr>
          <p:grpSpPr>
            <a:xfrm>
              <a:off x="3658558" y="1639242"/>
              <a:ext cx="5349533" cy="4754331"/>
              <a:chOff x="475808" y="1631139"/>
              <a:chExt cx="5350925" cy="4755569"/>
            </a:xfrm>
          </p:grpSpPr>
          <p:sp>
            <p:nvSpPr>
              <p:cNvPr id="118" name="Rectangle: Rounded Corners 117">
                <a:extLst>
                  <a:ext uri="{FF2B5EF4-FFF2-40B4-BE49-F238E27FC236}">
                    <a16:creationId xmlns:a16="http://schemas.microsoft.com/office/drawing/2014/main" id="{33B91A37-42FE-58E4-C039-345B75E99A3E}"/>
                  </a:ext>
                </a:extLst>
              </p:cNvPr>
              <p:cNvSpPr/>
              <p:nvPr/>
            </p:nvSpPr>
            <p:spPr>
              <a:xfrm>
                <a:off x="475808" y="1631139"/>
                <a:ext cx="5350925" cy="4755569"/>
              </a:xfrm>
              <a:prstGeom prst="roundRect">
                <a:avLst>
                  <a:gd name="adj" fmla="val 6206"/>
                </a:avLst>
              </a:prstGeom>
              <a:solidFill>
                <a:srgbClr val="FFFFFF"/>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19" name="Oval 118">
                <a:extLst>
                  <a:ext uri="{FF2B5EF4-FFF2-40B4-BE49-F238E27FC236}">
                    <a16:creationId xmlns:a16="http://schemas.microsoft.com/office/drawing/2014/main" id="{3169BD58-A390-2EDB-37CE-CAEB1BB0BE2A}"/>
                  </a:ext>
                </a:extLst>
              </p:cNvPr>
              <p:cNvSpPr/>
              <p:nvPr/>
            </p:nvSpPr>
            <p:spPr>
              <a:xfrm>
                <a:off x="3123138" y="1683730"/>
                <a:ext cx="89256" cy="87458"/>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22" name="Speech Bubble: Rectangle with Corners Rounded 121">
                <a:extLst>
                  <a:ext uri="{FF2B5EF4-FFF2-40B4-BE49-F238E27FC236}">
                    <a16:creationId xmlns:a16="http://schemas.microsoft.com/office/drawing/2014/main" id="{7FA07139-FF4F-E406-809C-459942D77F4D}"/>
                  </a:ext>
                </a:extLst>
              </p:cNvPr>
              <p:cNvSpPr/>
              <p:nvPr/>
            </p:nvSpPr>
            <p:spPr>
              <a:xfrm>
                <a:off x="1002313" y="2262217"/>
                <a:ext cx="4359027" cy="519256"/>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US" sz="900" i="1">
                    <a:solidFill>
                      <a:srgbClr val="000000"/>
                    </a:solidFill>
                    <a:latin typeface="Arial" panose="020B0604020202020204"/>
                  </a:rPr>
                  <a:t>How can Pfizer reps further help enhance your likelihood to Stock ABRYSVO?</a:t>
                </a:r>
              </a:p>
            </p:txBody>
          </p:sp>
          <p:grpSp>
            <p:nvGrpSpPr>
              <p:cNvPr id="125" name="Group 124">
                <a:extLst>
                  <a:ext uri="{FF2B5EF4-FFF2-40B4-BE49-F238E27FC236}">
                    <a16:creationId xmlns:a16="http://schemas.microsoft.com/office/drawing/2014/main" id="{B8C9D28F-DA0D-2A0C-5895-42473FE35E0A}"/>
                  </a:ext>
                </a:extLst>
              </p:cNvPr>
              <p:cNvGrpSpPr/>
              <p:nvPr/>
            </p:nvGrpSpPr>
            <p:grpSpPr>
              <a:xfrm>
                <a:off x="933858" y="2939463"/>
                <a:ext cx="4771445" cy="1451695"/>
                <a:chOff x="-2020092" y="2839692"/>
                <a:chExt cx="4771445" cy="1451695"/>
              </a:xfrm>
            </p:grpSpPr>
            <p:grpSp>
              <p:nvGrpSpPr>
                <p:cNvPr id="126" name="Group 125">
                  <a:extLst>
                    <a:ext uri="{FF2B5EF4-FFF2-40B4-BE49-F238E27FC236}">
                      <a16:creationId xmlns:a16="http://schemas.microsoft.com/office/drawing/2014/main" id="{D7B32EB7-92CF-8419-4343-A34B1990328D}"/>
                    </a:ext>
                  </a:extLst>
                </p:cNvPr>
                <p:cNvGrpSpPr/>
                <p:nvPr/>
              </p:nvGrpSpPr>
              <p:grpSpPr>
                <a:xfrm>
                  <a:off x="2463353" y="3062145"/>
                  <a:ext cx="288000" cy="282197"/>
                  <a:chOff x="9355015" y="1837557"/>
                  <a:chExt cx="288000" cy="288000"/>
                </a:xfrm>
              </p:grpSpPr>
              <p:sp>
                <p:nvSpPr>
                  <p:cNvPr id="128" name="Oval 127">
                    <a:extLst>
                      <a:ext uri="{FF2B5EF4-FFF2-40B4-BE49-F238E27FC236}">
                        <a16:creationId xmlns:a16="http://schemas.microsoft.com/office/drawing/2014/main" id="{E42BFC0D-56DC-6D17-3FEA-B3AE987E750A}"/>
                      </a:ext>
                    </a:extLst>
                  </p:cNvPr>
                  <p:cNvSpPr/>
                  <p:nvPr/>
                </p:nvSpPr>
                <p:spPr>
                  <a:xfrm>
                    <a:off x="9355015" y="1837557"/>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29" name="Google Shape;1601;p48">
                    <a:extLst>
                      <a:ext uri="{FF2B5EF4-FFF2-40B4-BE49-F238E27FC236}">
                        <a16:creationId xmlns:a16="http://schemas.microsoft.com/office/drawing/2014/main" id="{2A04D64B-D72D-9493-6F5D-C8AAD7917613}"/>
                      </a:ext>
                    </a:extLst>
                  </p:cNvPr>
                  <p:cNvPicPr preferRelativeResize="0"/>
                  <p:nvPr/>
                </p:nvPicPr>
                <p:blipFill rotWithShape="1">
                  <a:blip r:embed="rId4">
                    <a:alphaModFix/>
                  </a:blip>
                  <a:srcRect/>
                  <a:stretch/>
                </p:blipFill>
                <p:spPr>
                  <a:xfrm>
                    <a:off x="9428285" y="1910747"/>
                    <a:ext cx="145677" cy="141632"/>
                  </a:xfrm>
                  <a:prstGeom prst="rect">
                    <a:avLst/>
                  </a:prstGeom>
                  <a:noFill/>
                  <a:ln>
                    <a:noFill/>
                  </a:ln>
                </p:spPr>
              </p:pic>
            </p:grpSp>
            <p:sp>
              <p:nvSpPr>
                <p:cNvPr id="127" name="Speech Bubble: Rectangle with Corners Rounded 126">
                  <a:extLst>
                    <a:ext uri="{FF2B5EF4-FFF2-40B4-BE49-F238E27FC236}">
                      <a16:creationId xmlns:a16="http://schemas.microsoft.com/office/drawing/2014/main" id="{C0B6561D-613A-48AE-F34F-77C64665CC2F}"/>
                    </a:ext>
                  </a:extLst>
                </p:cNvPr>
                <p:cNvSpPr/>
                <p:nvPr/>
              </p:nvSpPr>
              <p:spPr>
                <a:xfrm flipH="1">
                  <a:off x="-2020092" y="2839692"/>
                  <a:ext cx="4395730" cy="1451695"/>
                </a:xfrm>
                <a:prstGeom prst="wedgeRoundRectCallout">
                  <a:avLst>
                    <a:gd name="adj1" fmla="val -52412"/>
                    <a:gd name="adj2" fmla="val -23660"/>
                    <a:gd name="adj3" fmla="val 16667"/>
                  </a:avLst>
                </a:prstGeom>
                <a:solidFill>
                  <a:srgbClr val="E1F3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The sales reps can </a:t>
                  </a:r>
                  <a:r>
                    <a:rPr lang="en-US" sz="900" b="1">
                      <a:solidFill>
                        <a:srgbClr val="000000"/>
                      </a:solidFill>
                      <a:latin typeface="Arial" panose="020B0604020202020204"/>
                    </a:rPr>
                    <a:t>reinforce clinical need by reiterating the disease burden</a:t>
                  </a:r>
                  <a:r>
                    <a:rPr lang="en-US" sz="900">
                      <a:solidFill>
                        <a:srgbClr val="000000"/>
                      </a:solidFill>
                      <a:latin typeface="Arial" panose="020B0604020202020204"/>
                    </a:rPr>
                    <a:t>. They can discuss the </a:t>
                  </a:r>
                  <a:r>
                    <a:rPr lang="en-US" sz="900" b="1">
                      <a:solidFill>
                        <a:srgbClr val="000000"/>
                      </a:solidFill>
                      <a:latin typeface="Arial" panose="020B0604020202020204"/>
                    </a:rPr>
                    <a:t>timeliness</a:t>
                  </a:r>
                  <a:r>
                    <a:rPr lang="en-US" sz="900">
                      <a:solidFill>
                        <a:srgbClr val="000000"/>
                      </a:solidFill>
                      <a:latin typeface="Arial" panose="020B0604020202020204"/>
                    </a:rPr>
                    <a:t> and stress the </a:t>
                  </a:r>
                  <a:r>
                    <a:rPr lang="en-US" sz="900" b="1">
                      <a:solidFill>
                        <a:srgbClr val="000000"/>
                      </a:solidFill>
                      <a:latin typeface="Arial" panose="020B0604020202020204"/>
                    </a:rPr>
                    <a:t>predictability of RSV "season"</a:t>
                  </a:r>
                  <a:r>
                    <a:rPr lang="en-US" sz="900">
                      <a:solidFill>
                        <a:srgbClr val="000000"/>
                      </a:solidFill>
                      <a:latin typeface="Arial" panose="020B0604020202020204"/>
                    </a:rPr>
                    <a:t> and the </a:t>
                  </a:r>
                  <a:r>
                    <a:rPr lang="en-US" sz="900" b="1">
                      <a:solidFill>
                        <a:srgbClr val="000000"/>
                      </a:solidFill>
                      <a:latin typeface="Arial" panose="020B0604020202020204"/>
                    </a:rPr>
                    <a:t>benefit of having the vaccine stocked</a:t>
                  </a:r>
                  <a:r>
                    <a:rPr lang="en-US" sz="900">
                      <a:solidFill>
                        <a:srgbClr val="000000"/>
                      </a:solidFill>
                      <a:latin typeface="Arial" panose="020B0604020202020204"/>
                    </a:rPr>
                    <a:t> and on hand for this. They can also highlight that during OB visits, this is a great captive window opportunity to discuss the vaccine and if a patient is agreeable, receive it at the time of the visit. If the </a:t>
                  </a:r>
                  <a:r>
                    <a:rPr lang="en-US" sz="900" b="1">
                      <a:solidFill>
                        <a:srgbClr val="000000"/>
                      </a:solidFill>
                      <a:latin typeface="Arial" panose="020B0604020202020204"/>
                    </a:rPr>
                    <a:t>vaccine is not on hand, the convenience for the patient is lost</a:t>
                  </a:r>
                  <a:r>
                    <a:rPr lang="en-US" sz="900">
                      <a:solidFill>
                        <a:srgbClr val="000000"/>
                      </a:solidFill>
                      <a:latin typeface="Arial" panose="020B0604020202020204"/>
                    </a:rPr>
                    <a:t> and they may not be as likely to get the vaccine at another visit or go to an outlying facility to receive it. Having it stocked and on hand eliminates this possible barrier to care.</a:t>
                  </a:r>
                </a:p>
              </p:txBody>
            </p:sp>
          </p:grpSp>
          <p:cxnSp>
            <p:nvCxnSpPr>
              <p:cNvPr id="130" name="Straight Connector 129">
                <a:extLst>
                  <a:ext uri="{FF2B5EF4-FFF2-40B4-BE49-F238E27FC236}">
                    <a16:creationId xmlns:a16="http://schemas.microsoft.com/office/drawing/2014/main" id="{A906F1D5-E362-7066-C7F3-DAD4FC75384C}"/>
                  </a:ext>
                </a:extLst>
              </p:cNvPr>
              <p:cNvCxnSpPr>
                <a:cxnSpLocks/>
              </p:cNvCxnSpPr>
              <p:nvPr/>
            </p:nvCxnSpPr>
            <p:spPr>
              <a:xfrm flipH="1">
                <a:off x="2844502" y="6352246"/>
                <a:ext cx="839362" cy="0"/>
              </a:xfrm>
              <a:prstGeom prst="line">
                <a:avLst/>
              </a:prstGeom>
              <a:ln w="381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FE90384A-78BA-67F5-00B3-A16A0928A711}"/>
                  </a:ext>
                </a:extLst>
              </p:cNvPr>
              <p:cNvSpPr/>
              <p:nvPr/>
            </p:nvSpPr>
            <p:spPr>
              <a:xfrm>
                <a:off x="475808" y="1851670"/>
                <a:ext cx="5350925" cy="3499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GB" sz="1000" b="1">
                    <a:solidFill>
                      <a:srgbClr val="FFFFFF"/>
                    </a:solidFill>
                    <a:latin typeface="Arial" panose="020B0604020202020204"/>
                  </a:rPr>
                  <a:t>  </a:t>
                </a:r>
                <a:r>
                  <a:rPr lang="en-GB" sz="1000" b="1" err="1">
                    <a:solidFill>
                      <a:srgbClr val="FFFFFF"/>
                    </a:solidFill>
                    <a:latin typeface="Arial" panose="020B0604020202020204"/>
                  </a:rPr>
                  <a:t>ZoomRx</a:t>
                </a:r>
                <a:r>
                  <a:rPr lang="en-GB" sz="1000" b="1">
                    <a:solidFill>
                      <a:srgbClr val="FFFFFF"/>
                    </a:solidFill>
                    <a:latin typeface="Arial" panose="020B0604020202020204"/>
                  </a:rPr>
                  <a:t> Study</a:t>
                </a:r>
                <a:endParaRPr lang="en-IN" sz="1000" b="1">
                  <a:solidFill>
                    <a:srgbClr val="FFFFFF"/>
                  </a:solidFill>
                  <a:latin typeface="Arial" panose="020B0604020202020204"/>
                </a:endParaRPr>
              </a:p>
            </p:txBody>
          </p:sp>
          <p:pic>
            <p:nvPicPr>
              <p:cNvPr id="132" name="Picture 6" descr="Hamburger Menu Icons (Three Line Menu Icon / Navicon) Different Ways |  CSS-Tricks - CSS-Tricks">
                <a:extLst>
                  <a:ext uri="{FF2B5EF4-FFF2-40B4-BE49-F238E27FC236}">
                    <a16:creationId xmlns:a16="http://schemas.microsoft.com/office/drawing/2014/main" id="{6377F04B-2B55-7446-E575-CD449157A9AD}"/>
                  </a:ext>
                </a:extLst>
              </p:cNvPr>
              <p:cNvPicPr>
                <a:picLocks noChangeAspect="1" noChangeArrowheads="1"/>
              </p:cNvPicPr>
              <p:nvPr/>
            </p:nvPicPr>
            <p:blipFill>
              <a:blip r:embed="rId3">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5538368" y="1955462"/>
                <a:ext cx="253106" cy="165339"/>
              </a:xfrm>
              <a:prstGeom prst="rect">
                <a:avLst/>
              </a:prstGeom>
              <a:noFill/>
              <a:extLst>
                <a:ext uri="{909E8E84-426E-40DD-AFC4-6F175D3DCCD1}">
                  <a14:hiddenFill xmlns:a14="http://schemas.microsoft.com/office/drawing/2010/main">
                    <a:solidFill>
                      <a:srgbClr val="FFFFFF"/>
                    </a:solidFill>
                  </a14:hiddenFill>
                </a:ext>
              </a:extLst>
            </p:spPr>
          </p:pic>
          <p:cxnSp>
            <p:nvCxnSpPr>
              <p:cNvPr id="133" name="Straight Arrow Connector 132">
                <a:extLst>
                  <a:ext uri="{FF2B5EF4-FFF2-40B4-BE49-F238E27FC236}">
                    <a16:creationId xmlns:a16="http://schemas.microsoft.com/office/drawing/2014/main" id="{509311CE-7155-B740-831A-0718FDEBCECF}"/>
                  </a:ext>
                </a:extLst>
              </p:cNvPr>
              <p:cNvCxnSpPr>
                <a:cxnSpLocks/>
              </p:cNvCxnSpPr>
              <p:nvPr/>
            </p:nvCxnSpPr>
            <p:spPr>
              <a:xfrm>
                <a:off x="512151" y="2028894"/>
                <a:ext cx="103695" cy="0"/>
              </a:xfrm>
              <a:prstGeom prst="straightConnector1">
                <a:avLst/>
              </a:prstGeom>
              <a:ln>
                <a:solidFill>
                  <a:schemeClr val="bg1">
                    <a:lumMod val="95000"/>
                  </a:schemeClr>
                </a:solidFill>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135" name="Group 134">
                <a:extLst>
                  <a:ext uri="{FF2B5EF4-FFF2-40B4-BE49-F238E27FC236}">
                    <a16:creationId xmlns:a16="http://schemas.microsoft.com/office/drawing/2014/main" id="{D9A57650-189B-9C6A-92FE-14557CF2CDFC}"/>
                  </a:ext>
                </a:extLst>
              </p:cNvPr>
              <p:cNvGrpSpPr/>
              <p:nvPr/>
            </p:nvGrpSpPr>
            <p:grpSpPr>
              <a:xfrm>
                <a:off x="5445300" y="5412914"/>
                <a:ext cx="288000" cy="288000"/>
                <a:chOff x="9383012" y="2914674"/>
                <a:chExt cx="288000" cy="288000"/>
              </a:xfrm>
            </p:grpSpPr>
            <p:sp>
              <p:nvSpPr>
                <p:cNvPr id="137" name="Oval 136">
                  <a:extLst>
                    <a:ext uri="{FF2B5EF4-FFF2-40B4-BE49-F238E27FC236}">
                      <a16:creationId xmlns:a16="http://schemas.microsoft.com/office/drawing/2014/main" id="{991A55D0-CAFF-47D2-D99C-EE7810196E0F}"/>
                    </a:ext>
                  </a:extLst>
                </p:cNvPr>
                <p:cNvSpPr/>
                <p:nvPr/>
              </p:nvSpPr>
              <p:spPr>
                <a:xfrm>
                  <a:off x="9383012" y="2914674"/>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38" name="Google Shape;1601;p48">
                  <a:extLst>
                    <a:ext uri="{FF2B5EF4-FFF2-40B4-BE49-F238E27FC236}">
                      <a16:creationId xmlns:a16="http://schemas.microsoft.com/office/drawing/2014/main" id="{DE07F204-DD51-8EED-B946-9824DD10733D}"/>
                    </a:ext>
                  </a:extLst>
                </p:cNvPr>
                <p:cNvPicPr preferRelativeResize="0"/>
                <p:nvPr/>
              </p:nvPicPr>
              <p:blipFill rotWithShape="1">
                <a:blip r:embed="rId4">
                  <a:alphaModFix/>
                </a:blip>
                <a:srcRect/>
                <a:stretch/>
              </p:blipFill>
              <p:spPr>
                <a:xfrm>
                  <a:off x="9456285" y="2987897"/>
                  <a:ext cx="145677" cy="141632"/>
                </a:xfrm>
                <a:prstGeom prst="rect">
                  <a:avLst/>
                </a:prstGeom>
                <a:noFill/>
                <a:ln>
                  <a:noFill/>
                </a:ln>
              </p:spPr>
            </p:pic>
          </p:grpSp>
          <p:sp>
            <p:nvSpPr>
              <p:cNvPr id="141" name="Speech Bubble: Rectangle with Corners Rounded 140">
                <a:extLst>
                  <a:ext uri="{FF2B5EF4-FFF2-40B4-BE49-F238E27FC236}">
                    <a16:creationId xmlns:a16="http://schemas.microsoft.com/office/drawing/2014/main" id="{7BCF9353-08A5-9EA7-B0B5-AE8271E58B5A}"/>
                  </a:ext>
                </a:extLst>
              </p:cNvPr>
              <p:cNvSpPr/>
              <p:nvPr/>
            </p:nvSpPr>
            <p:spPr>
              <a:xfrm>
                <a:off x="1034059" y="4557614"/>
                <a:ext cx="4327279" cy="619221"/>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US" sz="900" i="1">
                    <a:solidFill>
                      <a:srgbClr val="000000"/>
                    </a:solidFill>
                    <a:latin typeface="Arial" panose="020B0604020202020204"/>
                  </a:rPr>
                  <a:t>Can you elaborate on how the Pfizer sales representative can effectively communicate these points about disease burden and the importance of timely stocking during their visits to your practice? What specific strategies or materials would be most helpful in reinforcing these messages?</a:t>
                </a:r>
                <a:endParaRPr lang="en-IN" sz="900" i="1" baseline="30000">
                  <a:solidFill>
                    <a:srgbClr val="000000"/>
                  </a:solidFill>
                  <a:latin typeface="Arial" panose="020B0604020202020204"/>
                </a:endParaRPr>
              </a:p>
            </p:txBody>
          </p:sp>
        </p:grpSp>
        <p:pic>
          <p:nvPicPr>
            <p:cNvPr id="337" name="Picture 336">
              <a:extLst>
                <a:ext uri="{FF2B5EF4-FFF2-40B4-BE49-F238E27FC236}">
                  <a16:creationId xmlns:a16="http://schemas.microsoft.com/office/drawing/2014/main" id="{7FB37556-6467-BC80-1C60-0BD62A9B2AE1}"/>
                </a:ext>
              </a:extLst>
            </p:cNvPr>
            <p:cNvPicPr>
              <a:picLocks noChangeAspect="1"/>
            </p:cNvPicPr>
            <p:nvPr/>
          </p:nvPicPr>
          <p:blipFill>
            <a:blip r:embed="rId5"/>
            <a:stretch>
              <a:fillRect/>
            </a:stretch>
          </p:blipFill>
          <p:spPr>
            <a:xfrm>
              <a:off x="3821251" y="2277824"/>
              <a:ext cx="295239" cy="304764"/>
            </a:xfrm>
            <a:prstGeom prst="rect">
              <a:avLst/>
            </a:prstGeom>
          </p:spPr>
        </p:pic>
        <p:pic>
          <p:nvPicPr>
            <p:cNvPr id="338" name="Picture 337">
              <a:extLst>
                <a:ext uri="{FF2B5EF4-FFF2-40B4-BE49-F238E27FC236}">
                  <a16:creationId xmlns:a16="http://schemas.microsoft.com/office/drawing/2014/main" id="{AF411DAD-4E63-7922-DACC-8281E6005939}"/>
                </a:ext>
              </a:extLst>
            </p:cNvPr>
            <p:cNvPicPr>
              <a:picLocks noChangeAspect="1"/>
            </p:cNvPicPr>
            <p:nvPr/>
          </p:nvPicPr>
          <p:blipFill>
            <a:blip r:embed="rId5"/>
            <a:stretch>
              <a:fillRect/>
            </a:stretch>
          </p:blipFill>
          <p:spPr>
            <a:xfrm>
              <a:off x="3852989" y="4600899"/>
              <a:ext cx="295239" cy="304764"/>
            </a:xfrm>
            <a:prstGeom prst="rect">
              <a:avLst/>
            </a:prstGeom>
          </p:spPr>
        </p:pic>
      </p:grpSp>
      <p:grpSp>
        <p:nvGrpSpPr>
          <p:cNvPr id="18" name="Group 17">
            <a:extLst>
              <a:ext uri="{FF2B5EF4-FFF2-40B4-BE49-F238E27FC236}">
                <a16:creationId xmlns:a16="http://schemas.microsoft.com/office/drawing/2014/main" id="{7081DAC9-2451-D3FF-259F-4F3B8227A1EA}"/>
              </a:ext>
            </a:extLst>
          </p:cNvPr>
          <p:cNvGrpSpPr/>
          <p:nvPr/>
        </p:nvGrpSpPr>
        <p:grpSpPr>
          <a:xfrm>
            <a:off x="9194077" y="1639243"/>
            <a:ext cx="2628216" cy="4754331"/>
            <a:chOff x="9192489" y="1639242"/>
            <a:chExt cx="2628216" cy="4754331"/>
          </a:xfrm>
        </p:grpSpPr>
        <p:grpSp>
          <p:nvGrpSpPr>
            <p:cNvPr id="9" name="Group 8">
              <a:extLst>
                <a:ext uri="{FF2B5EF4-FFF2-40B4-BE49-F238E27FC236}">
                  <a16:creationId xmlns:a16="http://schemas.microsoft.com/office/drawing/2014/main" id="{B1C51761-FB44-1DA7-1864-54AB8FDBD5BB}"/>
                </a:ext>
              </a:extLst>
            </p:cNvPr>
            <p:cNvGrpSpPr/>
            <p:nvPr/>
          </p:nvGrpSpPr>
          <p:grpSpPr>
            <a:xfrm>
              <a:off x="9192489" y="1639242"/>
              <a:ext cx="2628216" cy="4754331"/>
              <a:chOff x="6039163" y="1567131"/>
              <a:chExt cx="2628900" cy="4755569"/>
            </a:xfrm>
          </p:grpSpPr>
          <p:sp>
            <p:nvSpPr>
              <p:cNvPr id="154" name="Rectangle: Rounded Corners 153">
                <a:extLst>
                  <a:ext uri="{FF2B5EF4-FFF2-40B4-BE49-F238E27FC236}">
                    <a16:creationId xmlns:a16="http://schemas.microsoft.com/office/drawing/2014/main" id="{CC424ADA-7F25-29E2-080D-5C5116A4A7C3}"/>
                  </a:ext>
                </a:extLst>
              </p:cNvPr>
              <p:cNvSpPr/>
              <p:nvPr/>
            </p:nvSpPr>
            <p:spPr>
              <a:xfrm>
                <a:off x="6039163" y="1567131"/>
                <a:ext cx="2628900" cy="4755569"/>
              </a:xfrm>
              <a:prstGeom prst="roundRect">
                <a:avLst>
                  <a:gd name="adj" fmla="val 10312"/>
                </a:avLst>
              </a:prstGeom>
              <a:solidFill>
                <a:srgbClr val="FFFFFF"/>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55" name="Oval 154">
                <a:extLst>
                  <a:ext uri="{FF2B5EF4-FFF2-40B4-BE49-F238E27FC236}">
                    <a16:creationId xmlns:a16="http://schemas.microsoft.com/office/drawing/2014/main" id="{B9B7520E-BF94-581C-5610-E2250C161309}"/>
                  </a:ext>
                </a:extLst>
              </p:cNvPr>
              <p:cNvSpPr/>
              <p:nvPr/>
            </p:nvSpPr>
            <p:spPr>
              <a:xfrm>
                <a:off x="7308985" y="1619722"/>
                <a:ext cx="89256" cy="87458"/>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58" name="Speech Bubble: Rectangle with Corners Rounded 157">
                <a:extLst>
                  <a:ext uri="{FF2B5EF4-FFF2-40B4-BE49-F238E27FC236}">
                    <a16:creationId xmlns:a16="http://schemas.microsoft.com/office/drawing/2014/main" id="{A864543E-7DAD-CC3F-07AD-B05D57D5ED3C}"/>
                  </a:ext>
                </a:extLst>
              </p:cNvPr>
              <p:cNvSpPr/>
              <p:nvPr/>
            </p:nvSpPr>
            <p:spPr>
              <a:xfrm>
                <a:off x="6568503" y="2198209"/>
                <a:ext cx="1925159" cy="490966"/>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How can Pfizer reps further help enhance your likelihood to Stock ABRYSVO?</a:t>
                </a:r>
              </a:p>
            </p:txBody>
          </p:sp>
          <p:grpSp>
            <p:nvGrpSpPr>
              <p:cNvPr id="161" name="Group 160">
                <a:extLst>
                  <a:ext uri="{FF2B5EF4-FFF2-40B4-BE49-F238E27FC236}">
                    <a16:creationId xmlns:a16="http://schemas.microsoft.com/office/drawing/2014/main" id="{D1E73EE0-2EB8-FDEB-02F8-353ADB475873}"/>
                  </a:ext>
                </a:extLst>
              </p:cNvPr>
              <p:cNvGrpSpPr/>
              <p:nvPr/>
            </p:nvGrpSpPr>
            <p:grpSpPr>
              <a:xfrm>
                <a:off x="6179745" y="2881972"/>
                <a:ext cx="2382970" cy="1358056"/>
                <a:chOff x="384465" y="2879775"/>
                <a:chExt cx="2382970" cy="1358056"/>
              </a:xfrm>
            </p:grpSpPr>
            <p:grpSp>
              <p:nvGrpSpPr>
                <p:cNvPr id="162" name="Group 161">
                  <a:extLst>
                    <a:ext uri="{FF2B5EF4-FFF2-40B4-BE49-F238E27FC236}">
                      <a16:creationId xmlns:a16="http://schemas.microsoft.com/office/drawing/2014/main" id="{A7D30190-3CD1-1706-37E6-3EE3B487473E}"/>
                    </a:ext>
                  </a:extLst>
                </p:cNvPr>
                <p:cNvGrpSpPr/>
                <p:nvPr/>
              </p:nvGrpSpPr>
              <p:grpSpPr>
                <a:xfrm>
                  <a:off x="2479435" y="3104936"/>
                  <a:ext cx="288000" cy="282197"/>
                  <a:chOff x="9371097" y="1881218"/>
                  <a:chExt cx="288000" cy="288000"/>
                </a:xfrm>
              </p:grpSpPr>
              <p:sp>
                <p:nvSpPr>
                  <p:cNvPr id="164" name="Oval 163">
                    <a:extLst>
                      <a:ext uri="{FF2B5EF4-FFF2-40B4-BE49-F238E27FC236}">
                        <a16:creationId xmlns:a16="http://schemas.microsoft.com/office/drawing/2014/main" id="{95DF9EF7-363B-424A-F5DB-1497D948B252}"/>
                      </a:ext>
                    </a:extLst>
                  </p:cNvPr>
                  <p:cNvSpPr/>
                  <p:nvPr/>
                </p:nvSpPr>
                <p:spPr>
                  <a:xfrm>
                    <a:off x="9371097" y="1881218"/>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65" name="Google Shape;1601;p48">
                    <a:extLst>
                      <a:ext uri="{FF2B5EF4-FFF2-40B4-BE49-F238E27FC236}">
                        <a16:creationId xmlns:a16="http://schemas.microsoft.com/office/drawing/2014/main" id="{A22EB265-4C5B-BC98-16F6-03B508264ECF}"/>
                      </a:ext>
                    </a:extLst>
                  </p:cNvPr>
                  <p:cNvPicPr preferRelativeResize="0"/>
                  <p:nvPr/>
                </p:nvPicPr>
                <p:blipFill rotWithShape="1">
                  <a:blip r:embed="rId4">
                    <a:alphaModFix/>
                  </a:blip>
                  <a:srcRect/>
                  <a:stretch/>
                </p:blipFill>
                <p:spPr>
                  <a:xfrm>
                    <a:off x="9444367" y="1954402"/>
                    <a:ext cx="145677" cy="141632"/>
                  </a:xfrm>
                  <a:prstGeom prst="rect">
                    <a:avLst/>
                  </a:prstGeom>
                  <a:noFill/>
                  <a:ln>
                    <a:noFill/>
                  </a:ln>
                </p:spPr>
              </p:pic>
            </p:grpSp>
            <p:sp>
              <p:nvSpPr>
                <p:cNvPr id="163" name="Speech Bubble: Rectangle with Corners Rounded 162">
                  <a:extLst>
                    <a:ext uri="{FF2B5EF4-FFF2-40B4-BE49-F238E27FC236}">
                      <a16:creationId xmlns:a16="http://schemas.microsoft.com/office/drawing/2014/main" id="{A526B2BF-65F7-FEE9-7D63-84CB5619958B}"/>
                    </a:ext>
                  </a:extLst>
                </p:cNvPr>
                <p:cNvSpPr/>
                <p:nvPr/>
              </p:nvSpPr>
              <p:spPr>
                <a:xfrm flipH="1">
                  <a:off x="384465" y="2879775"/>
                  <a:ext cx="2009116" cy="1358056"/>
                </a:xfrm>
                <a:prstGeom prst="wedgeRoundRectCallout">
                  <a:avLst>
                    <a:gd name="adj1" fmla="val -52412"/>
                    <a:gd name="adj2" fmla="val -23660"/>
                    <a:gd name="adj3" fmla="val 16667"/>
                  </a:avLst>
                </a:prstGeom>
                <a:solidFill>
                  <a:srgbClr val="E1F3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I usually encourage sales representatives to leave in my office </a:t>
                  </a:r>
                  <a:r>
                    <a:rPr lang="en-US" sz="900" b="1">
                      <a:solidFill>
                        <a:srgbClr val="000000"/>
                      </a:solidFill>
                      <a:latin typeface="Arial" panose="020B0604020202020204"/>
                    </a:rPr>
                    <a:t>more educational materials</a:t>
                  </a:r>
                  <a:r>
                    <a:rPr lang="en-US" sz="900">
                      <a:solidFill>
                        <a:srgbClr val="000000"/>
                      </a:solidFill>
                      <a:latin typeface="Arial" panose="020B0604020202020204"/>
                    </a:rPr>
                    <a:t> for my patients regarding the medication/ vaccine that they are promoting. </a:t>
                  </a:r>
                  <a:r>
                    <a:rPr lang="en-US" sz="900" b="1">
                      <a:solidFill>
                        <a:srgbClr val="000000"/>
                      </a:solidFill>
                      <a:latin typeface="Arial" panose="020B0604020202020204"/>
                    </a:rPr>
                    <a:t>The more patients express interest in the medication the more likely that the practice will consider stocking it</a:t>
                  </a:r>
                </a:p>
              </p:txBody>
            </p:sp>
          </p:grpSp>
          <p:cxnSp>
            <p:nvCxnSpPr>
              <p:cNvPr id="166" name="Straight Connector 165">
                <a:extLst>
                  <a:ext uri="{FF2B5EF4-FFF2-40B4-BE49-F238E27FC236}">
                    <a16:creationId xmlns:a16="http://schemas.microsoft.com/office/drawing/2014/main" id="{2754DC18-AFF2-0F41-BDE3-95FC5D2D73AE}"/>
                  </a:ext>
                </a:extLst>
              </p:cNvPr>
              <p:cNvCxnSpPr>
                <a:cxnSpLocks/>
              </p:cNvCxnSpPr>
              <p:nvPr/>
            </p:nvCxnSpPr>
            <p:spPr>
              <a:xfrm flipH="1">
                <a:off x="6933932" y="6288238"/>
                <a:ext cx="839362" cy="0"/>
              </a:xfrm>
              <a:prstGeom prst="line">
                <a:avLst/>
              </a:prstGeom>
              <a:ln w="381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7" name="Rectangle 166">
                <a:extLst>
                  <a:ext uri="{FF2B5EF4-FFF2-40B4-BE49-F238E27FC236}">
                    <a16:creationId xmlns:a16="http://schemas.microsoft.com/office/drawing/2014/main" id="{546B1AF1-65BE-61EB-F209-357F214893B5}"/>
                  </a:ext>
                </a:extLst>
              </p:cNvPr>
              <p:cNvSpPr/>
              <p:nvPr/>
            </p:nvSpPr>
            <p:spPr>
              <a:xfrm>
                <a:off x="6039163" y="1787662"/>
                <a:ext cx="2628900" cy="3499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GB" sz="1000" b="1">
                    <a:solidFill>
                      <a:srgbClr val="FFFFFF"/>
                    </a:solidFill>
                    <a:latin typeface="Arial" panose="020B0604020202020204"/>
                  </a:rPr>
                  <a:t>  </a:t>
                </a:r>
                <a:r>
                  <a:rPr lang="en-GB" sz="1000" b="1" err="1">
                    <a:solidFill>
                      <a:srgbClr val="FFFFFF"/>
                    </a:solidFill>
                    <a:latin typeface="Arial" panose="020B0604020202020204"/>
                  </a:rPr>
                  <a:t>ZoomRx</a:t>
                </a:r>
                <a:r>
                  <a:rPr lang="en-GB" sz="1000" b="1">
                    <a:solidFill>
                      <a:srgbClr val="FFFFFF"/>
                    </a:solidFill>
                    <a:latin typeface="Arial" panose="020B0604020202020204"/>
                  </a:rPr>
                  <a:t> Study</a:t>
                </a:r>
                <a:endParaRPr lang="en-IN" sz="1000" b="1">
                  <a:solidFill>
                    <a:srgbClr val="FFFFFF"/>
                  </a:solidFill>
                  <a:latin typeface="Arial" panose="020B0604020202020204"/>
                </a:endParaRPr>
              </a:p>
            </p:txBody>
          </p:sp>
          <p:pic>
            <p:nvPicPr>
              <p:cNvPr id="168" name="Picture 6" descr="Hamburger Menu Icons (Three Line Menu Icon / Navicon) Different Ways |  CSS-Tricks - CSS-Tricks">
                <a:extLst>
                  <a:ext uri="{FF2B5EF4-FFF2-40B4-BE49-F238E27FC236}">
                    <a16:creationId xmlns:a16="http://schemas.microsoft.com/office/drawing/2014/main" id="{7215826E-31BD-904B-6DCA-745512022FCC}"/>
                  </a:ext>
                </a:extLst>
              </p:cNvPr>
              <p:cNvPicPr>
                <a:picLocks noChangeAspect="1" noChangeArrowheads="1"/>
              </p:cNvPicPr>
              <p:nvPr/>
            </p:nvPicPr>
            <p:blipFill>
              <a:blip r:embed="rId3">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8379698" y="1891454"/>
                <a:ext cx="253106" cy="165339"/>
              </a:xfrm>
              <a:prstGeom prst="rect">
                <a:avLst/>
              </a:prstGeom>
              <a:noFill/>
              <a:extLst>
                <a:ext uri="{909E8E84-426E-40DD-AFC4-6F175D3DCCD1}">
                  <a14:hiddenFill xmlns:a14="http://schemas.microsoft.com/office/drawing/2010/main">
                    <a:solidFill>
                      <a:srgbClr val="FFFFFF"/>
                    </a:solidFill>
                  </a14:hiddenFill>
                </a:ext>
              </a:extLst>
            </p:spPr>
          </p:pic>
          <p:cxnSp>
            <p:nvCxnSpPr>
              <p:cNvPr id="169" name="Straight Arrow Connector 168">
                <a:extLst>
                  <a:ext uri="{FF2B5EF4-FFF2-40B4-BE49-F238E27FC236}">
                    <a16:creationId xmlns:a16="http://schemas.microsoft.com/office/drawing/2014/main" id="{83C786B2-17CF-779A-6EEB-FD9C87DCC9CF}"/>
                  </a:ext>
                </a:extLst>
              </p:cNvPr>
              <p:cNvCxnSpPr>
                <a:cxnSpLocks/>
              </p:cNvCxnSpPr>
              <p:nvPr/>
            </p:nvCxnSpPr>
            <p:spPr>
              <a:xfrm>
                <a:off x="6087868" y="1964886"/>
                <a:ext cx="103695" cy="0"/>
              </a:xfrm>
              <a:prstGeom prst="straightConnector1">
                <a:avLst/>
              </a:prstGeom>
              <a:ln>
                <a:solidFill>
                  <a:schemeClr val="bg1">
                    <a:lumMod val="95000"/>
                  </a:schemeClr>
                </a:solidFill>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170" name="Group 169">
                <a:extLst>
                  <a:ext uri="{FF2B5EF4-FFF2-40B4-BE49-F238E27FC236}">
                    <a16:creationId xmlns:a16="http://schemas.microsoft.com/office/drawing/2014/main" id="{3F579D4D-FA29-4BDD-9D9B-C78FEA45F0FD}"/>
                  </a:ext>
                </a:extLst>
              </p:cNvPr>
              <p:cNvGrpSpPr/>
              <p:nvPr/>
            </p:nvGrpSpPr>
            <p:grpSpPr>
              <a:xfrm>
                <a:off x="6191563" y="5352456"/>
                <a:ext cx="2371152" cy="538458"/>
                <a:chOff x="786440" y="4958221"/>
                <a:chExt cx="2371152" cy="538458"/>
              </a:xfrm>
            </p:grpSpPr>
            <p:grpSp>
              <p:nvGrpSpPr>
                <p:cNvPr id="171" name="Group 170">
                  <a:extLst>
                    <a:ext uri="{FF2B5EF4-FFF2-40B4-BE49-F238E27FC236}">
                      <a16:creationId xmlns:a16="http://schemas.microsoft.com/office/drawing/2014/main" id="{0FCE8F53-AD7C-3982-E56E-C8705AFAD8F1}"/>
                    </a:ext>
                  </a:extLst>
                </p:cNvPr>
                <p:cNvGrpSpPr/>
                <p:nvPr/>
              </p:nvGrpSpPr>
              <p:grpSpPr>
                <a:xfrm>
                  <a:off x="2869592" y="4985851"/>
                  <a:ext cx="288000" cy="288000"/>
                  <a:chOff x="9371097" y="3165842"/>
                  <a:chExt cx="288000" cy="288000"/>
                </a:xfrm>
              </p:grpSpPr>
              <p:sp>
                <p:nvSpPr>
                  <p:cNvPr id="173" name="Oval 172">
                    <a:extLst>
                      <a:ext uri="{FF2B5EF4-FFF2-40B4-BE49-F238E27FC236}">
                        <a16:creationId xmlns:a16="http://schemas.microsoft.com/office/drawing/2014/main" id="{259C66A2-40DC-9A77-CB7F-D3ED1A407C20}"/>
                      </a:ext>
                    </a:extLst>
                  </p:cNvPr>
                  <p:cNvSpPr/>
                  <p:nvPr/>
                </p:nvSpPr>
                <p:spPr>
                  <a:xfrm>
                    <a:off x="9371097" y="3165842"/>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74" name="Google Shape;1601;p48">
                    <a:extLst>
                      <a:ext uri="{FF2B5EF4-FFF2-40B4-BE49-F238E27FC236}">
                        <a16:creationId xmlns:a16="http://schemas.microsoft.com/office/drawing/2014/main" id="{1511F9B3-0336-B2CB-B075-F95912AC818B}"/>
                      </a:ext>
                    </a:extLst>
                  </p:cNvPr>
                  <p:cNvPicPr preferRelativeResize="0"/>
                  <p:nvPr/>
                </p:nvPicPr>
                <p:blipFill rotWithShape="1">
                  <a:blip r:embed="rId4">
                    <a:alphaModFix/>
                  </a:blip>
                  <a:srcRect/>
                  <a:stretch/>
                </p:blipFill>
                <p:spPr>
                  <a:xfrm>
                    <a:off x="9444367" y="3221306"/>
                    <a:ext cx="145677" cy="141632"/>
                  </a:xfrm>
                  <a:prstGeom prst="rect">
                    <a:avLst/>
                  </a:prstGeom>
                  <a:noFill/>
                  <a:ln>
                    <a:noFill/>
                  </a:ln>
                </p:spPr>
              </p:pic>
            </p:grpSp>
            <p:sp>
              <p:nvSpPr>
                <p:cNvPr id="172" name="Speech Bubble: Rectangle with Corners Rounded 171">
                  <a:extLst>
                    <a:ext uri="{FF2B5EF4-FFF2-40B4-BE49-F238E27FC236}">
                      <a16:creationId xmlns:a16="http://schemas.microsoft.com/office/drawing/2014/main" id="{2FFDA03F-5BA9-3E2F-2096-D756276439F8}"/>
                    </a:ext>
                  </a:extLst>
                </p:cNvPr>
                <p:cNvSpPr/>
                <p:nvPr/>
              </p:nvSpPr>
              <p:spPr>
                <a:xfrm flipH="1">
                  <a:off x="786440" y="4958221"/>
                  <a:ext cx="2027186" cy="538458"/>
                </a:xfrm>
                <a:prstGeom prst="wedgeRoundRectCallout">
                  <a:avLst>
                    <a:gd name="adj1" fmla="val -52412"/>
                    <a:gd name="adj2" fmla="val -23660"/>
                    <a:gd name="adj3" fmla="val 16667"/>
                  </a:avLst>
                </a:prstGeom>
                <a:solidFill>
                  <a:srgbClr val="E1F3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Written materials or educational posters will be sufficient for most patients</a:t>
                  </a:r>
                  <a:endParaRPr lang="en-GB" sz="900">
                    <a:solidFill>
                      <a:srgbClr val="000000"/>
                    </a:solidFill>
                    <a:latin typeface="Arial" panose="020B0604020202020204"/>
                  </a:endParaRPr>
                </a:p>
              </p:txBody>
            </p:sp>
          </p:grpSp>
          <p:sp>
            <p:nvSpPr>
              <p:cNvPr id="177" name="Speech Bubble: Rectangle with Corners Rounded 176">
                <a:extLst>
                  <a:ext uri="{FF2B5EF4-FFF2-40B4-BE49-F238E27FC236}">
                    <a16:creationId xmlns:a16="http://schemas.microsoft.com/office/drawing/2014/main" id="{7B4C2791-0A62-6ACD-7866-86FDC8474BEC}"/>
                  </a:ext>
                </a:extLst>
              </p:cNvPr>
              <p:cNvSpPr/>
              <p:nvPr/>
            </p:nvSpPr>
            <p:spPr>
              <a:xfrm>
                <a:off x="6584585" y="4432715"/>
                <a:ext cx="1909077" cy="733557"/>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What types of educational materials or information would be most helpful for your patients to better understand and express interest in ABRYSVO?</a:t>
                </a:r>
                <a:endParaRPr lang="en-IN" sz="900" i="1">
                  <a:solidFill>
                    <a:srgbClr val="000000"/>
                  </a:solidFill>
                  <a:latin typeface="Arial" panose="020B0604020202020204"/>
                </a:endParaRPr>
              </a:p>
            </p:txBody>
          </p:sp>
        </p:grpSp>
        <p:pic>
          <p:nvPicPr>
            <p:cNvPr id="340" name="Picture 339">
              <a:extLst>
                <a:ext uri="{FF2B5EF4-FFF2-40B4-BE49-F238E27FC236}">
                  <a16:creationId xmlns:a16="http://schemas.microsoft.com/office/drawing/2014/main" id="{E83F992A-A578-05D8-DCD2-AA385FAA2346}"/>
                </a:ext>
              </a:extLst>
            </p:cNvPr>
            <p:cNvPicPr>
              <a:picLocks noChangeAspect="1"/>
            </p:cNvPicPr>
            <p:nvPr/>
          </p:nvPicPr>
          <p:blipFill>
            <a:blip r:embed="rId5"/>
            <a:stretch>
              <a:fillRect/>
            </a:stretch>
          </p:blipFill>
          <p:spPr>
            <a:xfrm>
              <a:off x="9356881" y="2269200"/>
              <a:ext cx="295239" cy="304764"/>
            </a:xfrm>
            <a:prstGeom prst="rect">
              <a:avLst/>
            </a:prstGeom>
          </p:spPr>
        </p:pic>
        <p:pic>
          <p:nvPicPr>
            <p:cNvPr id="341" name="Picture 340">
              <a:extLst>
                <a:ext uri="{FF2B5EF4-FFF2-40B4-BE49-F238E27FC236}">
                  <a16:creationId xmlns:a16="http://schemas.microsoft.com/office/drawing/2014/main" id="{9848FB74-E3FD-19C8-547D-48AC7E0BE329}"/>
                </a:ext>
              </a:extLst>
            </p:cNvPr>
            <p:cNvPicPr>
              <a:picLocks noChangeAspect="1"/>
            </p:cNvPicPr>
            <p:nvPr/>
          </p:nvPicPr>
          <p:blipFill>
            <a:blip r:embed="rId5"/>
            <a:stretch>
              <a:fillRect/>
            </a:stretch>
          </p:blipFill>
          <p:spPr>
            <a:xfrm>
              <a:off x="9372959" y="4521347"/>
              <a:ext cx="295239" cy="304764"/>
            </a:xfrm>
            <a:prstGeom prst="rect">
              <a:avLst/>
            </a:prstGeom>
          </p:spPr>
        </p:pic>
      </p:grpSp>
      <p:sp>
        <p:nvSpPr>
          <p:cNvPr id="5" name="Title 14">
            <a:extLst>
              <a:ext uri="{FF2B5EF4-FFF2-40B4-BE49-F238E27FC236}">
                <a16:creationId xmlns:a16="http://schemas.microsoft.com/office/drawing/2014/main" id="{F948C624-1454-D0AD-288D-F674ECE97AF9}"/>
              </a:ext>
            </a:extLst>
          </p:cNvPr>
          <p:cNvSpPr txBox="1">
            <a:spLocks/>
          </p:cNvSpPr>
          <p:nvPr/>
        </p:nvSpPr>
        <p:spPr>
          <a:xfrm>
            <a:off x="-50708" y="1267944"/>
            <a:ext cx="11649952" cy="375087"/>
          </a:xfrm>
          <a:prstGeom prst="rect">
            <a:avLst/>
          </a:prstGeom>
        </p:spPr>
        <p:txBody>
          <a:bodyPr lIns="91440" tIns="45720" rIns="91440" bIns="45720" anchor="t"/>
          <a:lstStyle>
            <a:lvl1pPr algn="l" defTabSz="914400" rtl="0" eaLnBrk="1" latinLnBrk="0" hangingPunct="1">
              <a:lnSpc>
                <a:spcPct val="85000"/>
              </a:lnSpc>
              <a:spcBef>
                <a:spcPts val="0"/>
              </a:spcBef>
              <a:buNone/>
              <a:defRPr lang="en-US" sz="2700" b="0" kern="1200" dirty="0">
                <a:solidFill>
                  <a:schemeClr val="tx1"/>
                </a:solidFill>
                <a:latin typeface="+mj-lt"/>
                <a:ea typeface="+mj-ea"/>
                <a:cs typeface="+mj-cs"/>
              </a:defRPr>
            </a:lvl1pPr>
          </a:lstStyle>
          <a:p>
            <a:r>
              <a:rPr lang="en-US" sz="1400" b="1" dirty="0">
                <a:solidFill>
                  <a:srgbClr val="000000"/>
                </a:solidFill>
                <a:latin typeface="Arial"/>
                <a:cs typeface="Arial"/>
              </a:rPr>
              <a:t>Enhancing Stocking Likelihood - Verbatims</a:t>
            </a:r>
            <a:endParaRPr lang="en-GB" sz="1400" b="1" dirty="0">
              <a:solidFill>
                <a:srgbClr val="000000"/>
              </a:solidFill>
              <a:latin typeface="Arial" panose="020B0604020202020204"/>
              <a:cs typeface="Arial"/>
            </a:endParaRPr>
          </a:p>
        </p:txBody>
      </p:sp>
      <p:sp>
        <p:nvSpPr>
          <p:cNvPr id="21" name="Text Placeholder 2">
            <a:extLst>
              <a:ext uri="{FF2B5EF4-FFF2-40B4-BE49-F238E27FC236}">
                <a16:creationId xmlns:a16="http://schemas.microsoft.com/office/drawing/2014/main" id="{5D6E821E-62E2-5D09-2D7F-B8729F64452D}"/>
              </a:ext>
            </a:extLst>
          </p:cNvPr>
          <p:cNvSpPr txBox="1">
            <a:spLocks/>
          </p:cNvSpPr>
          <p:nvPr/>
        </p:nvSpPr>
        <p:spPr>
          <a:xfrm>
            <a:off x="1308893" y="6628187"/>
            <a:ext cx="6894195" cy="221810"/>
          </a:xfrm>
          <a:prstGeom prst="rect">
            <a:avLst/>
          </a:prstGeom>
        </p:spPr>
        <p:txBody>
          <a:bodyPr anchor="ctr"/>
          <a:lstStyle>
            <a:lvl1pPr marL="228600" indent="-228600" algn="l" defTabSz="914400" rtl="0" eaLnBrk="1" latinLnBrk="0" hangingPunct="1">
              <a:lnSpc>
                <a:spcPct val="90000"/>
              </a:lnSpc>
              <a:spcBef>
                <a:spcPts val="2000"/>
              </a:spcBef>
              <a:buClrTx/>
              <a:buSzPct val="100000"/>
              <a:buFont typeface="Arial" panose="020B0604020202020204" pitchFamily="34" charset="0"/>
              <a:buChar char="•"/>
              <a:defRPr lang="en-US" sz="2000" kern="1200" dirty="0" smtClean="0">
                <a:solidFill>
                  <a:schemeClr val="tx1"/>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85457">
              <a:buNone/>
              <a:defRPr/>
            </a:pPr>
            <a:r>
              <a:rPr kumimoji="1" lang="en-US" sz="800" kern="0">
                <a:solidFill>
                  <a:srgbClr val="000000"/>
                </a:solidFill>
                <a:latin typeface="Arial" panose="020B0604020202020204"/>
              </a:rPr>
              <a:t>Question text in speaker notes | </a:t>
            </a:r>
            <a:r>
              <a:rPr lang="en-IN" sz="800">
                <a:solidFill>
                  <a:srgbClr val="000000">
                    <a:lumMod val="85000"/>
                    <a:lumOff val="15000"/>
                  </a:srgbClr>
                </a:solidFill>
                <a:latin typeface="Arial"/>
                <a:cs typeface="Arial"/>
              </a:rPr>
              <a:t>s = no. of interactions</a:t>
            </a:r>
            <a:endParaRPr kumimoji="1" lang="en-US" sz="800" kern="0">
              <a:solidFill>
                <a:srgbClr val="000000"/>
              </a:solidFill>
              <a:latin typeface="Arial" panose="020B0604020202020204"/>
            </a:endParaRPr>
          </a:p>
        </p:txBody>
      </p:sp>
      <p:sp>
        <p:nvSpPr>
          <p:cNvPr id="22" name="Google Shape;435;p2">
            <a:extLst>
              <a:ext uri="{FF2B5EF4-FFF2-40B4-BE49-F238E27FC236}">
                <a16:creationId xmlns:a16="http://schemas.microsoft.com/office/drawing/2014/main" id="{D9461022-EA9C-F690-50BB-75CFC3C953C3}"/>
              </a:ext>
            </a:extLst>
          </p:cNvPr>
          <p:cNvSpPr txBox="1"/>
          <p:nvPr/>
        </p:nvSpPr>
        <p:spPr>
          <a:xfrm>
            <a:off x="2753868" y="1197343"/>
            <a:ext cx="6684264" cy="430847"/>
          </a:xfrm>
          <a:prstGeom prst="rect">
            <a:avLst/>
          </a:prstGeom>
          <a:noFill/>
          <a:ln>
            <a:noFill/>
          </a:ln>
        </p:spPr>
        <p:txBody>
          <a:bodyPr spcFirstLastPara="1" wrap="square" lIns="91425" tIns="45700" rIns="91425" bIns="45700" anchor="t" anchorCtr="0">
            <a:spAutoFit/>
          </a:bodyPr>
          <a:lstStyle/>
          <a:p>
            <a:pPr algn="ctr"/>
            <a:r>
              <a:rPr lang="en-GB" sz="1200" b="1">
                <a:solidFill>
                  <a:srgbClr val="000000"/>
                </a:solidFill>
                <a:latin typeface="Arial"/>
                <a:ea typeface="Arial"/>
                <a:cs typeface="Arial"/>
                <a:sym typeface="Arial"/>
              </a:rPr>
              <a:t>Dynamic Dialogues – Likelihood to Stock ABRYSVO</a:t>
            </a:r>
          </a:p>
          <a:p>
            <a:pPr algn="ctr"/>
            <a:r>
              <a:rPr lang="en-GB" sz="1000">
                <a:solidFill>
                  <a:srgbClr val="000000">
                    <a:lumMod val="85000"/>
                    <a:lumOff val="15000"/>
                  </a:srgbClr>
                </a:solidFill>
                <a:latin typeface="Arial" panose="020B0604020202020204"/>
              </a:rPr>
              <a:t>s = 70 | OBGYN Sample | W4: Aug ‘25 – Oct ‘25</a:t>
            </a:r>
            <a:endParaRPr lang="en-US" sz="1000">
              <a:solidFill>
                <a:srgbClr val="000000">
                  <a:lumMod val="85000"/>
                  <a:lumOff val="15000"/>
                </a:srgbClr>
              </a:solidFill>
              <a:latin typeface="Arial" panose="020B0604020202020204"/>
            </a:endParaRPr>
          </a:p>
        </p:txBody>
      </p:sp>
      <p:sp>
        <p:nvSpPr>
          <p:cNvPr id="2" name="Arrow: Pentagon 1">
            <a:extLst>
              <a:ext uri="{FF2B5EF4-FFF2-40B4-BE49-F238E27FC236}">
                <a16:creationId xmlns:a16="http://schemas.microsoft.com/office/drawing/2014/main" id="{56492436-1292-1FFD-DE35-3BF515264E8C}"/>
              </a:ext>
            </a:extLst>
          </p:cNvPr>
          <p:cNvSpPr/>
          <p:nvPr/>
        </p:nvSpPr>
        <p:spPr bwMode="gray">
          <a:xfrm flipH="1">
            <a:off x="2365724" y="1943038"/>
            <a:ext cx="565911" cy="180000"/>
          </a:xfrm>
          <a:prstGeom prst="homePlate">
            <a:avLst/>
          </a:prstGeom>
          <a:solidFill>
            <a:schemeClr val="accent5">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700" b="1">
                <a:solidFill>
                  <a:srgbClr val="000000"/>
                </a:solidFill>
                <a:latin typeface="Arial" panose="020B0604020202020204"/>
              </a:rPr>
              <a:t>OBGYN</a:t>
            </a:r>
            <a:endParaRPr lang="en-GB" sz="700" b="1">
              <a:solidFill>
                <a:srgbClr val="000000"/>
              </a:solidFill>
              <a:latin typeface="Arial" panose="020B0604020202020204"/>
            </a:endParaRPr>
          </a:p>
        </p:txBody>
      </p:sp>
      <p:sp>
        <p:nvSpPr>
          <p:cNvPr id="3" name="TextBox 2">
            <a:extLst>
              <a:ext uri="{FF2B5EF4-FFF2-40B4-BE49-F238E27FC236}">
                <a16:creationId xmlns:a16="http://schemas.microsoft.com/office/drawing/2014/main" id="{36CCAA40-2A27-1F90-6B4D-95022DEC0379}"/>
              </a:ext>
            </a:extLst>
          </p:cNvPr>
          <p:cNvSpPr txBox="1"/>
          <p:nvPr/>
        </p:nvSpPr>
        <p:spPr bwMode="gray">
          <a:xfrm>
            <a:off x="3702731" y="6477002"/>
            <a:ext cx="5421086" cy="268183"/>
          </a:xfrm>
          <a:prstGeom prst="rect">
            <a:avLst/>
          </a:prstGeom>
        </p:spPr>
        <p:txBody>
          <a:bodyPr wrap="none" lIns="45720" tIns="45720" rIns="45720" bIns="45720" rtlCol="0">
            <a:noAutofit/>
          </a:bodyPr>
          <a:lstStyle/>
          <a:p>
            <a:pPr>
              <a:lnSpc>
                <a:spcPct val="90000"/>
              </a:lnSpc>
              <a:spcBef>
                <a:spcPts val="1000"/>
              </a:spcBef>
            </a:pPr>
            <a:r>
              <a:rPr lang="en-US" sz="1000" i="1">
                <a:solidFill>
                  <a:srgbClr val="FFFFFF">
                    <a:lumMod val="50000"/>
                  </a:srgbClr>
                </a:solidFill>
                <a:latin typeface="Arial" panose="020B0604020202020204"/>
              </a:rPr>
              <a:t>Source:  US Abrysvo Maternal HCP CFC Promotional Effectiveness Tracking (ZoomRx)_Q3 ‘25</a:t>
            </a:r>
          </a:p>
        </p:txBody>
      </p:sp>
      <p:sp>
        <p:nvSpPr>
          <p:cNvPr id="4" name="Speech Bubble: Rectangle with Corners Rounded 3">
            <a:extLst>
              <a:ext uri="{FF2B5EF4-FFF2-40B4-BE49-F238E27FC236}">
                <a16:creationId xmlns:a16="http://schemas.microsoft.com/office/drawing/2014/main" id="{23271FFE-3BE1-F2F9-D649-77F75C8DF43D}"/>
              </a:ext>
            </a:extLst>
          </p:cNvPr>
          <p:cNvSpPr/>
          <p:nvPr/>
        </p:nvSpPr>
        <p:spPr>
          <a:xfrm flipH="1">
            <a:off x="4053526" y="5343407"/>
            <a:ext cx="4326151" cy="881486"/>
          </a:xfrm>
          <a:prstGeom prst="wedgeRoundRectCallout">
            <a:avLst>
              <a:gd name="adj1" fmla="val -52412"/>
              <a:gd name="adj2" fmla="val -23660"/>
              <a:gd name="adj3" fmla="val 16667"/>
            </a:avLst>
          </a:prstGeom>
          <a:solidFill>
            <a:srgbClr val="E1F3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The sales rep should </a:t>
            </a:r>
            <a:r>
              <a:rPr lang="en-US" sz="900" b="1">
                <a:solidFill>
                  <a:srgbClr val="000000"/>
                </a:solidFill>
                <a:latin typeface="Arial" panose="020B0604020202020204"/>
              </a:rPr>
              <a:t>focus on local impact and less on national stats</a:t>
            </a:r>
            <a:r>
              <a:rPr lang="en-US" sz="900">
                <a:solidFill>
                  <a:srgbClr val="000000"/>
                </a:solidFill>
                <a:latin typeface="Arial" panose="020B0604020202020204"/>
              </a:rPr>
              <a:t> or data points. They can use archetypes of patients that the provider typically sees as examples. </a:t>
            </a:r>
            <a:r>
              <a:rPr lang="en-US" sz="900" b="1">
                <a:solidFill>
                  <a:srgbClr val="000000"/>
                </a:solidFill>
                <a:latin typeface="Arial" panose="020B0604020202020204"/>
              </a:rPr>
              <a:t>Reframe RSV as predictable and preventable</a:t>
            </a:r>
            <a:r>
              <a:rPr lang="en-US" sz="900">
                <a:solidFill>
                  <a:srgbClr val="000000"/>
                </a:solidFill>
                <a:latin typeface="Arial" panose="020B0604020202020204"/>
              </a:rPr>
              <a:t> and the season can be worse in certain patient groups. Continue to </a:t>
            </a:r>
            <a:r>
              <a:rPr lang="en-US" sz="900" b="1">
                <a:solidFill>
                  <a:srgbClr val="000000"/>
                </a:solidFill>
                <a:latin typeface="Arial" panose="020B0604020202020204"/>
              </a:rPr>
              <a:t>emphasize missed opportunities for care if the vaccine is not stocked</a:t>
            </a:r>
            <a:r>
              <a:rPr lang="en-US" sz="900">
                <a:solidFill>
                  <a:srgbClr val="000000"/>
                </a:solidFill>
                <a:latin typeface="Arial" panose="020B0604020202020204"/>
              </a:rPr>
              <a:t>.</a:t>
            </a:r>
            <a:endParaRPr lang="en-GB" sz="900">
              <a:solidFill>
                <a:srgbClr val="000000"/>
              </a:solidFill>
              <a:latin typeface="Arial" panose="020B0604020202020204"/>
            </a:endParaRPr>
          </a:p>
        </p:txBody>
      </p:sp>
      <p:sp>
        <p:nvSpPr>
          <p:cNvPr id="14" name="TextBox 13">
            <a:extLst>
              <a:ext uri="{FF2B5EF4-FFF2-40B4-BE49-F238E27FC236}">
                <a16:creationId xmlns:a16="http://schemas.microsoft.com/office/drawing/2014/main" id="{C2BC1972-7E55-B5D1-BA54-826221BEA03C}"/>
              </a:ext>
            </a:extLst>
          </p:cNvPr>
          <p:cNvSpPr txBox="1"/>
          <p:nvPr/>
        </p:nvSpPr>
        <p:spPr bwMode="gray">
          <a:xfrm>
            <a:off x="1796096" y="1943039"/>
            <a:ext cx="552168" cy="186647"/>
          </a:xfrm>
          <a:prstGeom prst="rect">
            <a:avLst/>
          </a:prstGeom>
          <a:solidFill>
            <a:schemeClr val="bg2">
              <a:lumMod val="75000"/>
            </a:schemeClr>
          </a:solidFill>
        </p:spPr>
        <p:txBody>
          <a:bodyPr wrap="none" lIns="45720" tIns="45720" rIns="45720" bIns="45720" rtlCol="0">
            <a:noAutofit/>
          </a:bodyPr>
          <a:lstStyle/>
          <a:p>
            <a:pPr algn="ctr" fontAlgn="base">
              <a:lnSpc>
                <a:spcPct val="90000"/>
              </a:lnSpc>
              <a:spcAft>
                <a:spcPct val="0"/>
              </a:spcAft>
              <a:buClr>
                <a:srgbClr val="0095FF"/>
              </a:buClr>
              <a:buSzPct val="90000"/>
            </a:pPr>
            <a:r>
              <a:rPr lang="en-US" sz="800" b="1">
                <a:solidFill>
                  <a:srgbClr val="000000"/>
                </a:solidFill>
                <a:latin typeface="Arial" panose="020B0604020202020204"/>
              </a:rPr>
              <a:t>STOCKER</a:t>
            </a:r>
            <a:endParaRPr lang="en-GB" sz="800" b="1">
              <a:solidFill>
                <a:srgbClr val="000000"/>
              </a:solidFill>
              <a:latin typeface="Arial" panose="020B0604020202020204"/>
            </a:endParaRPr>
          </a:p>
        </p:txBody>
      </p:sp>
      <p:sp>
        <p:nvSpPr>
          <p:cNvPr id="15" name="Arrow: Pentagon 14">
            <a:extLst>
              <a:ext uri="{FF2B5EF4-FFF2-40B4-BE49-F238E27FC236}">
                <a16:creationId xmlns:a16="http://schemas.microsoft.com/office/drawing/2014/main" id="{06FBDE2D-362E-4C69-E673-72BF38AFBA10}"/>
              </a:ext>
            </a:extLst>
          </p:cNvPr>
          <p:cNvSpPr/>
          <p:nvPr/>
        </p:nvSpPr>
        <p:spPr bwMode="gray">
          <a:xfrm flipH="1">
            <a:off x="8061674" y="1943038"/>
            <a:ext cx="565911" cy="180000"/>
          </a:xfrm>
          <a:prstGeom prst="homePlate">
            <a:avLst/>
          </a:prstGeom>
          <a:solidFill>
            <a:schemeClr val="accent5">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700" b="1">
                <a:solidFill>
                  <a:srgbClr val="000000"/>
                </a:solidFill>
                <a:latin typeface="Arial" panose="020B0604020202020204"/>
              </a:rPr>
              <a:t>OBGYN</a:t>
            </a:r>
            <a:endParaRPr lang="en-GB" sz="700" b="1">
              <a:solidFill>
                <a:srgbClr val="000000"/>
              </a:solidFill>
              <a:latin typeface="Arial" panose="020B0604020202020204"/>
            </a:endParaRPr>
          </a:p>
        </p:txBody>
      </p:sp>
      <p:sp>
        <p:nvSpPr>
          <p:cNvPr id="16" name="TextBox 15">
            <a:extLst>
              <a:ext uri="{FF2B5EF4-FFF2-40B4-BE49-F238E27FC236}">
                <a16:creationId xmlns:a16="http://schemas.microsoft.com/office/drawing/2014/main" id="{C3D83474-FC25-55F4-92E4-BF0DEF173A1F}"/>
              </a:ext>
            </a:extLst>
          </p:cNvPr>
          <p:cNvSpPr txBox="1"/>
          <p:nvPr/>
        </p:nvSpPr>
        <p:spPr bwMode="gray">
          <a:xfrm>
            <a:off x="7492048" y="1943039"/>
            <a:ext cx="552168" cy="186647"/>
          </a:xfrm>
          <a:prstGeom prst="rect">
            <a:avLst/>
          </a:prstGeom>
          <a:solidFill>
            <a:schemeClr val="bg2">
              <a:lumMod val="75000"/>
            </a:schemeClr>
          </a:solidFill>
        </p:spPr>
        <p:txBody>
          <a:bodyPr wrap="none" lIns="45720" tIns="45720" rIns="45720" bIns="45720" rtlCol="0">
            <a:noAutofit/>
          </a:bodyPr>
          <a:lstStyle/>
          <a:p>
            <a:pPr algn="ctr" fontAlgn="base">
              <a:lnSpc>
                <a:spcPct val="90000"/>
              </a:lnSpc>
              <a:spcAft>
                <a:spcPct val="0"/>
              </a:spcAft>
              <a:buClr>
                <a:srgbClr val="0095FF"/>
              </a:buClr>
              <a:buSzPct val="90000"/>
            </a:pPr>
            <a:r>
              <a:rPr lang="en-US" sz="800" b="1">
                <a:solidFill>
                  <a:srgbClr val="000000"/>
                </a:solidFill>
                <a:latin typeface="Arial" panose="020B0604020202020204"/>
              </a:rPr>
              <a:t>STOCKER</a:t>
            </a:r>
            <a:endParaRPr lang="en-GB" sz="800" b="1">
              <a:solidFill>
                <a:srgbClr val="000000"/>
              </a:solidFill>
              <a:latin typeface="Arial" panose="020B0604020202020204"/>
            </a:endParaRPr>
          </a:p>
        </p:txBody>
      </p:sp>
      <p:sp>
        <p:nvSpPr>
          <p:cNvPr id="17" name="Arrow: Pentagon 16">
            <a:extLst>
              <a:ext uri="{FF2B5EF4-FFF2-40B4-BE49-F238E27FC236}">
                <a16:creationId xmlns:a16="http://schemas.microsoft.com/office/drawing/2014/main" id="{93855ED8-D167-7FDD-7002-DBE7A409DE03}"/>
              </a:ext>
            </a:extLst>
          </p:cNvPr>
          <p:cNvSpPr/>
          <p:nvPr/>
        </p:nvSpPr>
        <p:spPr bwMode="gray">
          <a:xfrm flipH="1">
            <a:off x="11004899" y="1943038"/>
            <a:ext cx="565911" cy="180000"/>
          </a:xfrm>
          <a:prstGeom prst="homePlate">
            <a:avLst/>
          </a:prstGeom>
          <a:solidFill>
            <a:schemeClr val="accent5">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700" b="1">
                <a:solidFill>
                  <a:srgbClr val="000000"/>
                </a:solidFill>
                <a:latin typeface="Arial" panose="020B0604020202020204"/>
              </a:rPr>
              <a:t>OBGYN</a:t>
            </a:r>
            <a:endParaRPr lang="en-GB" sz="700" b="1">
              <a:solidFill>
                <a:srgbClr val="000000"/>
              </a:solidFill>
              <a:latin typeface="Arial" panose="020B0604020202020204"/>
            </a:endParaRPr>
          </a:p>
        </p:txBody>
      </p:sp>
      <p:sp>
        <p:nvSpPr>
          <p:cNvPr id="19" name="TextBox 18">
            <a:extLst>
              <a:ext uri="{FF2B5EF4-FFF2-40B4-BE49-F238E27FC236}">
                <a16:creationId xmlns:a16="http://schemas.microsoft.com/office/drawing/2014/main" id="{7518B576-4B63-C06B-5C4D-BD7762323349}"/>
              </a:ext>
            </a:extLst>
          </p:cNvPr>
          <p:cNvSpPr txBox="1"/>
          <p:nvPr/>
        </p:nvSpPr>
        <p:spPr bwMode="gray">
          <a:xfrm>
            <a:off x="10272714" y="1943039"/>
            <a:ext cx="725835" cy="186647"/>
          </a:xfrm>
          <a:prstGeom prst="rect">
            <a:avLst/>
          </a:prstGeom>
          <a:solidFill>
            <a:schemeClr val="bg2">
              <a:lumMod val="75000"/>
            </a:schemeClr>
          </a:solidFill>
        </p:spPr>
        <p:txBody>
          <a:bodyPr wrap="none" lIns="45720" tIns="45720" rIns="45720" bIns="45720" rtlCol="0">
            <a:noAutofit/>
          </a:bodyPr>
          <a:lstStyle/>
          <a:p>
            <a:pPr algn="ctr" fontAlgn="base">
              <a:lnSpc>
                <a:spcPct val="90000"/>
              </a:lnSpc>
              <a:spcAft>
                <a:spcPct val="0"/>
              </a:spcAft>
              <a:buClr>
                <a:srgbClr val="0095FF"/>
              </a:buClr>
              <a:buSzPct val="90000"/>
            </a:pPr>
            <a:r>
              <a:rPr lang="en-US" sz="800" b="1">
                <a:solidFill>
                  <a:srgbClr val="000000"/>
                </a:solidFill>
                <a:latin typeface="Arial" panose="020B0604020202020204"/>
              </a:rPr>
              <a:t>NONSTOCKER</a:t>
            </a:r>
            <a:endParaRPr lang="en-GB" sz="800" b="1">
              <a:solidFill>
                <a:srgbClr val="000000"/>
              </a:solidFill>
              <a:latin typeface="Arial" panose="020B0604020202020204"/>
            </a:endParaRPr>
          </a:p>
        </p:txBody>
      </p:sp>
      <p:sp>
        <p:nvSpPr>
          <p:cNvPr id="23" name="Title 1">
            <a:extLst>
              <a:ext uri="{FF2B5EF4-FFF2-40B4-BE49-F238E27FC236}">
                <a16:creationId xmlns:a16="http://schemas.microsoft.com/office/drawing/2014/main" id="{BEF8B08A-DBC1-C007-FE90-D0EB46E34B9A}"/>
              </a:ext>
            </a:extLst>
          </p:cNvPr>
          <p:cNvSpPr txBox="1">
            <a:spLocks/>
          </p:cNvSpPr>
          <p:nvPr/>
        </p:nvSpPr>
        <p:spPr>
          <a:xfrm>
            <a:off x="129489" y="178981"/>
            <a:ext cx="11852797"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000" i="1" dirty="0">
                <a:solidFill>
                  <a:srgbClr val="FFFFFF"/>
                </a:solidFill>
                <a:latin typeface="Manrope" pitchFamily="2" charset="0"/>
              </a:rPr>
              <a:t>Real world example: </a:t>
            </a:r>
            <a:r>
              <a:rPr lang="en-US" sz="2000" dirty="0" err="1">
                <a:solidFill>
                  <a:srgbClr val="FFFFFF"/>
                </a:solidFill>
                <a:latin typeface="Manrope" pitchFamily="2" charset="0"/>
              </a:rPr>
              <a:t>Abrysvo</a:t>
            </a:r>
            <a:r>
              <a:rPr lang="en-US" sz="2000" dirty="0">
                <a:solidFill>
                  <a:srgbClr val="FFFFFF"/>
                </a:solidFill>
                <a:latin typeface="Manrope" pitchFamily="2" charset="0"/>
              </a:rPr>
              <a:t> Promotional Effectiveness Tracking</a:t>
            </a:r>
            <a:endParaRPr kumimoji="0" lang="en-US" sz="2000" b="1" i="1" u="none" strike="noStrike" kern="1200" cap="none" spc="0" normalizeH="0" baseline="0" noProof="0" dirty="0">
              <a:ln>
                <a:noFill/>
              </a:ln>
              <a:solidFill>
                <a:srgbClr val="FFFFFF"/>
              </a:solidFill>
              <a:effectLst/>
              <a:uLnTx/>
              <a:uFillTx/>
              <a:latin typeface="Manrope" pitchFamily="2" charset="0"/>
              <a:ea typeface="+mj-ea"/>
              <a:cs typeface="+mj-cs"/>
            </a:endParaRPr>
          </a:p>
        </p:txBody>
      </p:sp>
    </p:spTree>
    <p:extLst>
      <p:ext uri="{BB962C8B-B14F-4D97-AF65-F5344CB8AC3E}">
        <p14:creationId xmlns:p14="http://schemas.microsoft.com/office/powerpoint/2010/main" val="3618373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DF593E56-8DC1-873C-9E35-546DA9BCFB2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E67BF39-0368-F0D3-1659-7177B0BFEDEE}"/>
              </a:ext>
            </a:extLst>
          </p:cNvPr>
          <p:cNvSpPr/>
          <p:nvPr/>
        </p:nvSpPr>
        <p:spPr>
          <a:xfrm>
            <a:off x="0" y="0"/>
            <a:ext cx="1339898" cy="6858000"/>
          </a:xfrm>
          <a:prstGeom prst="rect">
            <a:avLst/>
          </a:prstGeom>
          <a:solidFill>
            <a:srgbClr val="1C1C2A">
              <a:alpha val="7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pitchFamily="2" charset="0"/>
              <a:ea typeface="+mn-ea"/>
              <a:cs typeface="+mn-cs"/>
              <a:sym typeface="Arial"/>
            </a:endParaRPr>
          </a:p>
        </p:txBody>
      </p:sp>
      <p:sp>
        <p:nvSpPr>
          <p:cNvPr id="13" name="TextBox 12">
            <a:extLst>
              <a:ext uri="{FF2B5EF4-FFF2-40B4-BE49-F238E27FC236}">
                <a16:creationId xmlns:a16="http://schemas.microsoft.com/office/drawing/2014/main" id="{C2906668-3434-BE45-56DF-C0F1DDF8356D}"/>
              </a:ext>
            </a:extLst>
          </p:cNvPr>
          <p:cNvSpPr txBox="1"/>
          <p:nvPr/>
        </p:nvSpPr>
        <p:spPr>
          <a:xfrm>
            <a:off x="-61573" y="3504591"/>
            <a:ext cx="152430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FFFFFF"/>
                </a:solidFill>
                <a:latin typeface="Manrope" pitchFamily="2" charset="0"/>
              </a:rPr>
              <a:t>Promotional Benchmarks</a:t>
            </a:r>
            <a:endParaRPr kumimoji="0" lang="en-US" sz="1400" b="0" i="0" u="none" strike="noStrike" kern="1200" cap="none" spc="0" normalizeH="0" baseline="0" noProof="0">
              <a:ln>
                <a:noFill/>
              </a:ln>
              <a:solidFill>
                <a:srgbClr val="FFFFFF"/>
              </a:solidFill>
              <a:effectLst/>
              <a:uLnTx/>
              <a:uFillTx/>
              <a:latin typeface="Manrope" pitchFamily="2" charset="0"/>
              <a:ea typeface="+mn-ea"/>
              <a:cs typeface="+mn-cs"/>
            </a:endParaRPr>
          </a:p>
        </p:txBody>
      </p:sp>
      <p:sp>
        <p:nvSpPr>
          <p:cNvPr id="19" name="Rectangle 18">
            <a:extLst>
              <a:ext uri="{FF2B5EF4-FFF2-40B4-BE49-F238E27FC236}">
                <a16:creationId xmlns:a16="http://schemas.microsoft.com/office/drawing/2014/main" id="{B68B6651-F731-1EAF-C9E4-8829432E9E16}"/>
              </a:ext>
            </a:extLst>
          </p:cNvPr>
          <p:cNvSpPr/>
          <p:nvPr/>
        </p:nvSpPr>
        <p:spPr>
          <a:xfrm>
            <a:off x="1339898" y="0"/>
            <a:ext cx="10852102"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mn-cs"/>
            </a:endParaRPr>
          </a:p>
        </p:txBody>
      </p:sp>
      <p:sp>
        <p:nvSpPr>
          <p:cNvPr id="57" name="Title 1">
            <a:extLst>
              <a:ext uri="{FF2B5EF4-FFF2-40B4-BE49-F238E27FC236}">
                <a16:creationId xmlns:a16="http://schemas.microsoft.com/office/drawing/2014/main" id="{BAE21DB7-6124-A2CC-A3F2-1330B0A1C540}"/>
              </a:ext>
            </a:extLst>
          </p:cNvPr>
          <p:cNvSpPr txBox="1">
            <a:spLocks/>
          </p:cNvSpPr>
          <p:nvPr/>
        </p:nvSpPr>
        <p:spPr>
          <a:xfrm>
            <a:off x="1339898" y="178981"/>
            <a:ext cx="10642388"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dirty="0" err="1">
                <a:ln>
                  <a:noFill/>
                </a:ln>
                <a:solidFill>
                  <a:srgbClr val="FFFFFF"/>
                </a:solidFill>
                <a:effectLst/>
                <a:uLnTx/>
                <a:uFillTx/>
                <a:latin typeface="Manrope"/>
                <a:ea typeface="+mj-ea"/>
                <a:cs typeface="+mj-cs"/>
              </a:rPr>
              <a:t>ZoomRx</a:t>
            </a:r>
            <a:r>
              <a:rPr kumimoji="0" lang="en-US" sz="2000" b="1" i="0" u="none" strike="noStrike" kern="1200" cap="none" spc="0" normalizeH="0" baseline="0" noProof="0" dirty="0">
                <a:ln>
                  <a:noFill/>
                </a:ln>
                <a:solidFill>
                  <a:srgbClr val="FFFFFF"/>
                </a:solidFill>
                <a:effectLst/>
                <a:uLnTx/>
                <a:uFillTx/>
                <a:latin typeface="Manrope"/>
                <a:ea typeface="+mj-ea"/>
                <a:cs typeface="+mj-cs"/>
              </a:rPr>
              <a:t> has the largest industry benchmark database to put findings in context, and understand “what good looks like”</a:t>
            </a:r>
          </a:p>
        </p:txBody>
      </p:sp>
      <p:sp>
        <p:nvSpPr>
          <p:cNvPr id="15" name="Google Shape;160;p5">
            <a:extLst>
              <a:ext uri="{FF2B5EF4-FFF2-40B4-BE49-F238E27FC236}">
                <a16:creationId xmlns:a16="http://schemas.microsoft.com/office/drawing/2014/main" id="{56E9BF3C-F094-BE25-AB0C-4FE1C116A203}"/>
              </a:ext>
            </a:extLst>
          </p:cNvPr>
          <p:cNvSpPr txBox="1"/>
          <p:nvPr/>
        </p:nvSpPr>
        <p:spPr>
          <a:xfrm>
            <a:off x="1462730" y="1638731"/>
            <a:ext cx="4961236" cy="110795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a:ln>
                  <a:noFill/>
                </a:ln>
                <a:solidFill>
                  <a:srgbClr val="FFFFFF"/>
                </a:solidFill>
                <a:effectLst/>
                <a:uLnTx/>
                <a:uFillTx/>
                <a:ea typeface="Poppins"/>
                <a:cs typeface="Poppins" panose="00000500000000000000" pitchFamily="2" charset="0"/>
                <a:sym typeface="Poppins"/>
              </a:rPr>
              <a:t>ZoomRx has over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4800" b="1" kern="0">
                <a:solidFill>
                  <a:srgbClr val="39C7A5"/>
                </a:solidFill>
                <a:latin typeface="Playfair Display Black"/>
                <a:ea typeface="Poppins"/>
                <a:cs typeface="Poppins"/>
                <a:sym typeface="Poppins"/>
              </a:rPr>
              <a:t>700</a:t>
            </a:r>
            <a:r>
              <a:rPr kumimoji="0" lang="en-US" sz="2800" b="1" i="0" u="none" strike="noStrike" kern="0" cap="none" spc="0" normalizeH="0" baseline="0" noProof="0">
                <a:ln>
                  <a:noFill/>
                </a:ln>
                <a:solidFill>
                  <a:srgbClr val="39C7A5"/>
                </a:solidFill>
                <a:effectLst/>
                <a:uLnTx/>
                <a:uFillTx/>
                <a:latin typeface="Playfair Display Black"/>
                <a:ea typeface="Poppins"/>
                <a:cs typeface="Poppins"/>
                <a:sym typeface="Poppins"/>
              </a:rPr>
              <a:t> </a:t>
            </a:r>
            <a:r>
              <a:rPr lang="en-US" sz="2400" b="1" kern="0">
                <a:solidFill>
                  <a:srgbClr val="39C7A5"/>
                </a:solidFill>
                <a:latin typeface="Playfair Display Black"/>
                <a:ea typeface="Poppins"/>
                <a:cs typeface="Poppins"/>
                <a:sym typeface="Poppins"/>
              </a:rPr>
              <a:t>M+</a:t>
            </a:r>
            <a:r>
              <a:rPr kumimoji="0" lang="en-US" sz="2400" b="1" i="0" u="none" strike="noStrike" kern="0" cap="none" spc="0" normalizeH="0" baseline="0" noProof="0">
                <a:ln>
                  <a:noFill/>
                </a:ln>
                <a:solidFill>
                  <a:srgbClr val="39C7A5"/>
                </a:solidFill>
                <a:effectLst/>
                <a:uLnTx/>
                <a:uFillTx/>
                <a:latin typeface="Playfair Display Black"/>
                <a:ea typeface="Poppins"/>
                <a:cs typeface="Poppins"/>
                <a:sym typeface="Poppins"/>
              </a:rPr>
              <a:t> </a:t>
            </a:r>
            <a:r>
              <a:rPr kumimoji="0" lang="en-US" b="1" i="0" u="none" strike="noStrike" kern="0" cap="none" spc="0" normalizeH="0" baseline="0" noProof="0">
                <a:ln>
                  <a:noFill/>
                </a:ln>
                <a:solidFill>
                  <a:srgbClr val="FFFFFF"/>
                </a:solidFill>
                <a:effectLst/>
                <a:uLnTx/>
                <a:uFillTx/>
                <a:ea typeface="Poppins"/>
                <a:cs typeface="Poppins"/>
                <a:sym typeface="Poppins"/>
              </a:rPr>
              <a:t>industry benchmarks</a:t>
            </a:r>
            <a:endParaRPr kumimoji="0" lang="en-US" sz="1600" b="1" i="0" u="none" strike="noStrike" kern="0" cap="none" spc="0" normalizeH="0" baseline="0" noProof="0">
              <a:ln>
                <a:noFill/>
              </a:ln>
              <a:solidFill>
                <a:srgbClr val="FFFFFF"/>
              </a:solidFill>
              <a:effectLst/>
              <a:uLnTx/>
              <a:uFillTx/>
              <a:cs typeface="Poppins"/>
              <a:sym typeface="Arial"/>
            </a:endParaRPr>
          </a:p>
        </p:txBody>
      </p:sp>
      <p:sp>
        <p:nvSpPr>
          <p:cNvPr id="16" name="Google Shape;163;p5">
            <a:extLst>
              <a:ext uri="{FF2B5EF4-FFF2-40B4-BE49-F238E27FC236}">
                <a16:creationId xmlns:a16="http://schemas.microsoft.com/office/drawing/2014/main" id="{4F7486C9-36B4-7499-BEBB-B1AC1698AB23}"/>
              </a:ext>
            </a:extLst>
          </p:cNvPr>
          <p:cNvSpPr txBox="1"/>
          <p:nvPr/>
        </p:nvSpPr>
        <p:spPr>
          <a:xfrm>
            <a:off x="1462729" y="3028041"/>
            <a:ext cx="4483461" cy="2817654"/>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rPr>
              <a:t>Rep reach and frequency</a:t>
            </a:r>
            <a:endParaRPr kumimoji="0"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endParaRPr>
          </a:p>
          <a:p>
            <a:pPr marL="285750" marR="0" lvl="0" indent="-285750" algn="l" defTabSz="914400"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rPr>
              <a:t>Share of voice</a:t>
            </a:r>
            <a:endParaRPr kumimoji="0" sz="1400" b="0" i="0" u="none" strike="noStrike" kern="0" cap="none" spc="0" normalizeH="0" baseline="0" noProof="0">
              <a:ln>
                <a:noFill/>
              </a:ln>
              <a:solidFill>
                <a:srgbClr val="000000"/>
              </a:solidFill>
              <a:effectLst/>
              <a:uLnTx/>
              <a:uFillTx/>
              <a:ea typeface="Poppins"/>
              <a:cs typeface="Poppins" panose="00000500000000000000" pitchFamily="2" charset="0"/>
              <a:sym typeface="Poppins"/>
            </a:endParaRPr>
          </a:p>
          <a:p>
            <a:pPr marL="285750" marR="0" lvl="0" indent="-285750" algn="l" defTabSz="914400"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rPr>
              <a:t>Message recall and message impact </a:t>
            </a:r>
            <a:endParaRPr kumimoji="0" sz="1400" b="0" i="0" u="none" strike="noStrike" kern="0" cap="none" spc="0" normalizeH="0" baseline="0" noProof="0">
              <a:ln>
                <a:noFill/>
              </a:ln>
              <a:solidFill>
                <a:srgbClr val="000000"/>
              </a:solidFill>
              <a:effectLst/>
              <a:uLnTx/>
              <a:uFillTx/>
              <a:ea typeface="Poppins"/>
              <a:cs typeface="Poppins" panose="00000500000000000000" pitchFamily="2" charset="0"/>
              <a:sym typeface="Poppins"/>
            </a:endParaRPr>
          </a:p>
          <a:p>
            <a:pPr marL="285750" marR="0" lvl="0" indent="-285750" algn="l" defTabSz="914400"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rPr>
              <a:t>Sales rep performance</a:t>
            </a:r>
            <a:endParaRPr kumimoji="0"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endParaRPr>
          </a:p>
          <a:p>
            <a:pPr marL="285750" marR="0" lvl="0" indent="-285750" algn="l" defTabSz="914400"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rPr>
              <a:t>Rep closing</a:t>
            </a:r>
            <a:endParaRPr kumimoji="0"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endParaRPr>
          </a:p>
          <a:p>
            <a:pPr marL="285750" marR="0" lvl="0" indent="-285750" algn="l" defTabSz="914400"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rPr>
              <a:t>Visual aid use</a:t>
            </a:r>
            <a:endParaRPr kumimoji="0"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endParaRPr>
          </a:p>
          <a:p>
            <a:pPr marL="285750" marR="0" lvl="0" indent="-285750" algn="l" defTabSz="914400"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rPr>
              <a:t>NPP/digital reach and frequency</a:t>
            </a:r>
            <a:endParaRPr kumimoji="0"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endParaRPr>
          </a:p>
          <a:p>
            <a:pPr marL="285750" marR="0" lvl="0" indent="-285750" algn="l" defTabSz="914400"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rPr>
              <a:t>Quality and impact of digital content</a:t>
            </a:r>
            <a:endParaRPr kumimoji="0"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endParaRPr>
          </a:p>
          <a:p>
            <a:pPr marL="285750" marR="0" lvl="0" indent="-285750" algn="l" defTabSz="914400"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rPr>
              <a:t>Outreach channel mix</a:t>
            </a:r>
            <a:endParaRPr kumimoji="0"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endParaRPr>
          </a:p>
          <a:p>
            <a:pPr marL="285750" marR="0" lvl="0" indent="-285750" algn="l" defTabSz="914400"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rPr>
              <a:t>Customer outreach preferences</a:t>
            </a:r>
            <a:endParaRPr lang="en-US" sz="1400" kern="0">
              <a:solidFill>
                <a:srgbClr val="FFFFFF"/>
              </a:solidFill>
              <a:ea typeface="Poppins"/>
              <a:cs typeface="Poppins" panose="00000500000000000000" pitchFamily="2" charset="0"/>
              <a:sym typeface="Poppins"/>
            </a:endParaRPr>
          </a:p>
          <a:p>
            <a:pPr marL="285750" marR="0" lvl="0" indent="-285750" algn="l" defTabSz="914400"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400" b="0" i="0" u="none" strike="noStrike" kern="0" cap="none" spc="0" normalizeH="0" baseline="0" noProof="0">
                <a:ln>
                  <a:noFill/>
                </a:ln>
                <a:solidFill>
                  <a:srgbClr val="FFFFFF"/>
                </a:solidFill>
                <a:effectLst/>
                <a:uLnTx/>
                <a:uFillTx/>
                <a:ea typeface="Poppins"/>
                <a:cs typeface="Poppins" panose="00000500000000000000" pitchFamily="2" charset="0"/>
                <a:sym typeface="Poppins"/>
              </a:rPr>
              <a:t>And more…</a:t>
            </a:r>
            <a:endParaRPr kumimoji="0" sz="1400" b="0" i="0" u="none" strike="noStrike" kern="0" cap="none" spc="0" normalizeH="0" baseline="0" noProof="0">
              <a:ln>
                <a:noFill/>
              </a:ln>
              <a:solidFill>
                <a:srgbClr val="000000"/>
              </a:solidFill>
              <a:effectLst/>
              <a:uLnTx/>
              <a:uFillTx/>
              <a:ea typeface="Poppins"/>
              <a:cs typeface="Poppins" panose="00000500000000000000" pitchFamily="2" charset="0"/>
              <a:sym typeface="Poppins"/>
            </a:endParaRPr>
          </a:p>
        </p:txBody>
      </p:sp>
      <p:sp>
        <p:nvSpPr>
          <p:cNvPr id="17" name="Google Shape;164;p5">
            <a:extLst>
              <a:ext uri="{FF2B5EF4-FFF2-40B4-BE49-F238E27FC236}">
                <a16:creationId xmlns:a16="http://schemas.microsoft.com/office/drawing/2014/main" id="{F88D34BB-1194-45B4-A05A-A35EC3BB9BF8}"/>
              </a:ext>
            </a:extLst>
          </p:cNvPr>
          <p:cNvSpPr txBox="1"/>
          <p:nvPr/>
        </p:nvSpPr>
        <p:spPr>
          <a:xfrm>
            <a:off x="6217311" y="1916605"/>
            <a:ext cx="5841338" cy="106178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FFFFFF"/>
                </a:solidFill>
                <a:effectLst/>
                <a:uLnTx/>
                <a:uFillTx/>
                <a:ea typeface="Poppins"/>
                <a:cs typeface="Poppins"/>
                <a:sym typeface="Poppins"/>
              </a:rPr>
              <a:t>With </a:t>
            </a:r>
            <a:r>
              <a:rPr lang="en-US" sz="1400" kern="0">
                <a:solidFill>
                  <a:srgbClr val="FFFFFF"/>
                </a:solidFill>
                <a:ea typeface="Poppins"/>
                <a:cs typeface="Poppins"/>
                <a:sym typeface="Poppins"/>
              </a:rPr>
              <a:t>820</a:t>
            </a:r>
            <a:r>
              <a:rPr kumimoji="0" lang="en-US" sz="1400" b="0" i="0" u="none" strike="noStrike" kern="0" cap="none" spc="0" normalizeH="0" baseline="0" noProof="0">
                <a:ln>
                  <a:noFill/>
                </a:ln>
                <a:solidFill>
                  <a:srgbClr val="FFFFFF"/>
                </a:solidFill>
                <a:effectLst/>
                <a:uLnTx/>
                <a:uFillTx/>
                <a:ea typeface="Poppins"/>
                <a:cs typeface="Poppins"/>
                <a:sym typeface="Poppins"/>
              </a:rPr>
              <a:t>+ biopharma brands tracked, </a:t>
            </a:r>
            <a:r>
              <a:rPr kumimoji="0" lang="en-US" sz="1400" b="0" i="0" u="none" strike="noStrike" kern="0" cap="none" spc="0" normalizeH="0" baseline="0" noProof="0" err="1">
                <a:ln>
                  <a:noFill/>
                </a:ln>
                <a:solidFill>
                  <a:srgbClr val="FFFFFF"/>
                </a:solidFill>
                <a:effectLst/>
                <a:uLnTx/>
                <a:uFillTx/>
                <a:ea typeface="Poppins"/>
                <a:cs typeface="Poppins"/>
                <a:sym typeface="Poppins"/>
              </a:rPr>
              <a:t>ZoomRx</a:t>
            </a:r>
            <a:r>
              <a:rPr kumimoji="0" lang="en-US" sz="1400" b="0" i="0" u="none" strike="noStrike" kern="0" cap="none" spc="0" normalizeH="0" baseline="0" noProof="0">
                <a:ln>
                  <a:noFill/>
                </a:ln>
                <a:solidFill>
                  <a:srgbClr val="FFFFFF"/>
                </a:solidFill>
                <a:effectLst/>
                <a:uLnTx/>
                <a:uFillTx/>
                <a:ea typeface="Poppins"/>
                <a:cs typeface="Poppins"/>
                <a:sym typeface="Poppins"/>
              </a:rPr>
              <a:t> has custom analogs that contextualize performance and reveal what success looks like in any market situation</a:t>
            </a:r>
            <a:endParaRPr kumimoji="0" sz="1400" b="0" i="0" u="none" strike="noStrike" kern="0" cap="none" spc="0" normalizeH="0" baseline="0" noProof="0">
              <a:ln>
                <a:noFill/>
              </a:ln>
              <a:solidFill>
                <a:srgbClr val="000000"/>
              </a:solidFill>
              <a:effectLst/>
              <a:uLnTx/>
              <a:uFillTx/>
              <a:cs typeface="Poppins"/>
              <a:sym typeface="Arial"/>
            </a:endParaRPr>
          </a:p>
        </p:txBody>
      </p:sp>
      <p:sp>
        <p:nvSpPr>
          <p:cNvPr id="18" name="Google Shape;158;p5">
            <a:extLst>
              <a:ext uri="{FF2B5EF4-FFF2-40B4-BE49-F238E27FC236}">
                <a16:creationId xmlns:a16="http://schemas.microsoft.com/office/drawing/2014/main" id="{52357DB3-0A76-CDBD-A34C-2DF7018C5262}"/>
              </a:ext>
            </a:extLst>
          </p:cNvPr>
          <p:cNvSpPr txBox="1"/>
          <p:nvPr/>
        </p:nvSpPr>
        <p:spPr>
          <a:xfrm>
            <a:off x="10890804" y="4451016"/>
            <a:ext cx="1301196" cy="307736"/>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FFFFFF"/>
                </a:solidFill>
                <a:effectLst/>
                <a:uLnTx/>
                <a:uFillTx/>
                <a:latin typeface="Poppins" panose="00000500000000000000" pitchFamily="2" charset="0"/>
                <a:ea typeface="Poppins"/>
                <a:cs typeface="Poppins" panose="00000500000000000000" pitchFamily="2" charset="0"/>
                <a:sym typeface="Poppins"/>
              </a:rPr>
              <a:t>ANALOGS</a:t>
            </a:r>
            <a:endParaRPr kumimoji="0" sz="1400" b="0" i="0" u="none" strike="noStrike" kern="0" cap="none" spc="0" normalizeH="0" baseline="0" noProof="0">
              <a:ln>
                <a:noFill/>
              </a:ln>
              <a:solidFill>
                <a:srgbClr val="000000"/>
              </a:solidFill>
              <a:effectLst/>
              <a:uLnTx/>
              <a:uFillTx/>
              <a:latin typeface="Poppins" panose="00000500000000000000" pitchFamily="2" charset="0"/>
              <a:cs typeface="Poppins" panose="00000500000000000000" pitchFamily="2" charset="0"/>
              <a:sym typeface="Arial"/>
            </a:endParaRPr>
          </a:p>
        </p:txBody>
      </p:sp>
      <p:sp>
        <p:nvSpPr>
          <p:cNvPr id="20" name="Google Shape;158;p5">
            <a:extLst>
              <a:ext uri="{FF2B5EF4-FFF2-40B4-BE49-F238E27FC236}">
                <a16:creationId xmlns:a16="http://schemas.microsoft.com/office/drawing/2014/main" id="{42DE2C0A-2AF2-D24B-1797-476F750FDC4D}"/>
              </a:ext>
            </a:extLst>
          </p:cNvPr>
          <p:cNvSpPr txBox="1"/>
          <p:nvPr/>
        </p:nvSpPr>
        <p:spPr>
          <a:xfrm>
            <a:off x="10767383" y="5658694"/>
            <a:ext cx="1301196" cy="307736"/>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FFFFFF"/>
                </a:solidFill>
                <a:effectLst/>
                <a:uLnTx/>
                <a:uFillTx/>
                <a:latin typeface="Poppins" panose="00000500000000000000" pitchFamily="2" charset="0"/>
                <a:ea typeface="Poppins"/>
                <a:cs typeface="Poppins" panose="00000500000000000000" pitchFamily="2" charset="0"/>
                <a:sym typeface="Poppins"/>
              </a:rPr>
              <a:t>SITUATION</a:t>
            </a:r>
            <a:endParaRPr kumimoji="0" sz="1400" b="0" i="0" u="none" strike="noStrike" kern="0" cap="none" spc="0" normalizeH="0" baseline="0" noProof="0">
              <a:ln>
                <a:noFill/>
              </a:ln>
              <a:solidFill>
                <a:srgbClr val="000000"/>
              </a:solidFill>
              <a:effectLst/>
              <a:uLnTx/>
              <a:uFillTx/>
              <a:latin typeface="Poppins" panose="00000500000000000000" pitchFamily="2" charset="0"/>
              <a:cs typeface="Poppins" panose="00000500000000000000" pitchFamily="2" charset="0"/>
              <a:sym typeface="Arial"/>
            </a:endParaRPr>
          </a:p>
        </p:txBody>
      </p:sp>
      <p:pic>
        <p:nvPicPr>
          <p:cNvPr id="21" name="Graphic 20">
            <a:extLst>
              <a:ext uri="{FF2B5EF4-FFF2-40B4-BE49-F238E27FC236}">
                <a16:creationId xmlns:a16="http://schemas.microsoft.com/office/drawing/2014/main" id="{30BA34CC-8343-0552-597C-BE3EC4F15A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6486" y="4208903"/>
            <a:ext cx="2941910" cy="2611696"/>
          </a:xfrm>
          <a:prstGeom prst="rect">
            <a:avLst/>
          </a:prstGeom>
        </p:spPr>
      </p:pic>
      <p:sp>
        <p:nvSpPr>
          <p:cNvPr id="22" name="Google Shape;164;p5">
            <a:extLst>
              <a:ext uri="{FF2B5EF4-FFF2-40B4-BE49-F238E27FC236}">
                <a16:creationId xmlns:a16="http://schemas.microsoft.com/office/drawing/2014/main" id="{07023B3E-51C3-D9F8-14CE-DD7851D4D7CE}"/>
              </a:ext>
            </a:extLst>
          </p:cNvPr>
          <p:cNvSpPr txBox="1"/>
          <p:nvPr/>
        </p:nvSpPr>
        <p:spPr>
          <a:xfrm>
            <a:off x="6217311" y="3771370"/>
            <a:ext cx="5810558" cy="138495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400" b="1" u="none" strike="noStrike" kern="0" cap="none" spc="0" normalizeH="0" baseline="0" noProof="0" dirty="0">
                <a:ln>
                  <a:noFill/>
                </a:ln>
                <a:solidFill>
                  <a:srgbClr val="FFFFFF"/>
                </a:solidFill>
                <a:effectLst/>
                <a:uLnTx/>
                <a:uFillTx/>
                <a:cs typeface="Poppins" panose="00000500000000000000" pitchFamily="2" charset="0"/>
                <a:sym typeface="Poppins"/>
              </a:rPr>
              <a:t>Several analogs and  benchmarks are available for ATUs such as</a:t>
            </a:r>
            <a:endParaRPr kumimoji="0" lang="en-US" sz="1400" b="1" strike="noStrike" kern="0" cap="none" spc="0" normalizeH="0" baseline="0" noProof="0" dirty="0">
              <a:ln>
                <a:noFill/>
              </a:ln>
              <a:solidFill>
                <a:srgbClr val="FFCA41"/>
              </a:solidFill>
              <a:effectLst/>
              <a:uLnTx/>
              <a:uFillTx/>
              <a:cs typeface="Poppins" panose="00000500000000000000" pitchFamily="2" charset="0"/>
              <a:sym typeface="Poppins"/>
            </a:endParaRPr>
          </a:p>
          <a:p>
            <a:pPr marL="285750" marR="0" lvl="0" indent="-285750" algn="l" defTabSz="914400" rtl="0" eaLnBrk="1" fontAlgn="auto" latinLnBrk="0" hangingPunct="1">
              <a:lnSpc>
                <a:spcPct val="150000"/>
              </a:lnSpc>
              <a:spcBef>
                <a:spcPts val="0"/>
              </a:spcBef>
              <a:spcAft>
                <a:spcPts val="0"/>
              </a:spcAft>
              <a:buClr>
                <a:schemeClr val="tx1"/>
              </a:buClr>
              <a:buSzTx/>
              <a:buFont typeface="Arial" panose="020B0604020202020204" pitchFamily="34" charset="0"/>
              <a:buChar char="•"/>
              <a:tabLst/>
              <a:defRPr/>
            </a:pPr>
            <a:r>
              <a:rPr kumimoji="0" lang="en-US" sz="1400" u="none" strike="noStrike" kern="0" cap="none" spc="0" normalizeH="0" baseline="0" noProof="0" dirty="0">
                <a:ln>
                  <a:noFill/>
                </a:ln>
                <a:effectLst/>
                <a:uLnTx/>
                <a:uFillTx/>
                <a:cs typeface="Poppins" panose="00000500000000000000" pitchFamily="2" charset="0"/>
                <a:sym typeface="Poppins"/>
              </a:rPr>
              <a:t>Awareness benchmarks</a:t>
            </a:r>
          </a:p>
          <a:p>
            <a:pPr marL="742950" lvl="1" indent="-285750">
              <a:lnSpc>
                <a:spcPct val="150000"/>
              </a:lnSpc>
              <a:buClr>
                <a:schemeClr val="tx1"/>
              </a:buClr>
              <a:buFont typeface="Arial" panose="020B0604020202020204" pitchFamily="34" charset="0"/>
              <a:buChar char="•"/>
              <a:defRPr/>
            </a:pPr>
            <a:r>
              <a:rPr lang="en-US" sz="1400" kern="0" dirty="0">
                <a:cs typeface="Poppins" panose="00000500000000000000" pitchFamily="2" charset="0"/>
                <a:sym typeface="Poppins"/>
              </a:rPr>
              <a:t>Aided, unaided</a:t>
            </a:r>
            <a:endParaRPr kumimoji="0" lang="en-US" sz="1400" u="none" strike="noStrike" kern="0" cap="none" spc="0" normalizeH="0" baseline="0" noProof="0" dirty="0">
              <a:ln>
                <a:noFill/>
              </a:ln>
              <a:effectLst/>
              <a:uLnTx/>
              <a:uFillTx/>
              <a:cs typeface="Poppins" panose="00000500000000000000" pitchFamily="2" charset="0"/>
              <a:sym typeface="Poppins"/>
            </a:endParaRPr>
          </a:p>
          <a:p>
            <a:pPr marL="285750" marR="0" lvl="0" indent="-285750" algn="l" defTabSz="914400" rtl="0" eaLnBrk="1" fontAlgn="auto" latinLnBrk="0" hangingPunct="1">
              <a:lnSpc>
                <a:spcPct val="150000"/>
              </a:lnSpc>
              <a:spcBef>
                <a:spcPts val="0"/>
              </a:spcBef>
              <a:spcAft>
                <a:spcPts val="0"/>
              </a:spcAft>
              <a:buClr>
                <a:schemeClr val="tx1"/>
              </a:buClr>
              <a:buSzTx/>
              <a:buFont typeface="Arial" panose="020B0604020202020204" pitchFamily="34" charset="0"/>
              <a:buChar char="•"/>
              <a:tabLst/>
              <a:defRPr/>
            </a:pPr>
            <a:r>
              <a:rPr lang="en-US" sz="1400" kern="0" dirty="0">
                <a:cs typeface="Poppins" panose="00000500000000000000" pitchFamily="2" charset="0"/>
                <a:sym typeface="Poppins"/>
              </a:rPr>
              <a:t>Attribute rating benchmarks</a:t>
            </a:r>
            <a:endParaRPr kumimoji="0" lang="en-US" sz="1400" u="none" strike="noStrike" kern="0" cap="none" spc="0" normalizeH="0" baseline="0" noProof="0" dirty="0">
              <a:ln>
                <a:noFill/>
              </a:ln>
              <a:effectLst/>
              <a:uLnTx/>
              <a:uFillTx/>
              <a:cs typeface="Poppins" panose="00000500000000000000" pitchFamily="2" charset="0"/>
              <a:sym typeface="Arial"/>
            </a:endParaRPr>
          </a:p>
        </p:txBody>
      </p:sp>
      <p:cxnSp>
        <p:nvCxnSpPr>
          <p:cNvPr id="23" name="Straight Connector 22">
            <a:extLst>
              <a:ext uri="{FF2B5EF4-FFF2-40B4-BE49-F238E27FC236}">
                <a16:creationId xmlns:a16="http://schemas.microsoft.com/office/drawing/2014/main" id="{D50113BF-B5BA-EE48-6D7F-E2B0FC2A47A1}"/>
              </a:ext>
            </a:extLst>
          </p:cNvPr>
          <p:cNvCxnSpPr>
            <a:cxnSpLocks/>
          </p:cNvCxnSpPr>
          <p:nvPr/>
        </p:nvCxnSpPr>
        <p:spPr>
          <a:xfrm>
            <a:off x="5946190" y="1751961"/>
            <a:ext cx="0" cy="3971925"/>
          </a:xfrm>
          <a:prstGeom prst="line">
            <a:avLst/>
          </a:prstGeom>
          <a:noFill/>
          <a:ln w="12700" cap="flat" cmpd="sng" algn="ctr">
            <a:solidFill>
              <a:sysClr val="window" lastClr="FFFFFF"/>
            </a:solidFill>
            <a:prstDash val="dash"/>
            <a:miter lim="800000"/>
          </a:ln>
          <a:effectLst/>
        </p:spPr>
      </p:cxnSp>
      <p:cxnSp>
        <p:nvCxnSpPr>
          <p:cNvPr id="24" name="Straight Connector 23">
            <a:extLst>
              <a:ext uri="{FF2B5EF4-FFF2-40B4-BE49-F238E27FC236}">
                <a16:creationId xmlns:a16="http://schemas.microsoft.com/office/drawing/2014/main" id="{DDE62A79-BB01-EEB7-ED06-DE052E4628F5}"/>
              </a:ext>
            </a:extLst>
          </p:cNvPr>
          <p:cNvCxnSpPr>
            <a:cxnSpLocks/>
          </p:cNvCxnSpPr>
          <p:nvPr/>
        </p:nvCxnSpPr>
        <p:spPr>
          <a:xfrm flipH="1">
            <a:off x="7803565" y="3335641"/>
            <a:ext cx="2388185" cy="0"/>
          </a:xfrm>
          <a:prstGeom prst="line">
            <a:avLst/>
          </a:prstGeom>
          <a:noFill/>
          <a:ln w="12700" cap="flat" cmpd="sng" algn="ctr">
            <a:solidFill>
              <a:sysClr val="window" lastClr="FFFFFF"/>
            </a:solidFill>
            <a:prstDash val="dash"/>
            <a:miter lim="800000"/>
          </a:ln>
          <a:effectLst/>
        </p:spPr>
      </p:cxnSp>
      <p:pic>
        <p:nvPicPr>
          <p:cNvPr id="27" name="Graphic 26">
            <a:extLst>
              <a:ext uri="{FF2B5EF4-FFF2-40B4-BE49-F238E27FC236}">
                <a16:creationId xmlns:a16="http://schemas.microsoft.com/office/drawing/2014/main" id="{AC05BB50-A880-D221-CBA8-CF4D8C26F74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4328" y="2061022"/>
            <a:ext cx="869445" cy="869445"/>
          </a:xfrm>
          <a:prstGeom prst="rect">
            <a:avLst/>
          </a:prstGeom>
        </p:spPr>
      </p:pic>
      <p:sp>
        <p:nvSpPr>
          <p:cNvPr id="28" name="TextBox 27">
            <a:extLst>
              <a:ext uri="{FF2B5EF4-FFF2-40B4-BE49-F238E27FC236}">
                <a16:creationId xmlns:a16="http://schemas.microsoft.com/office/drawing/2014/main" id="{19805269-138F-8090-CA41-34B7E2F65844}"/>
              </a:ext>
            </a:extLst>
          </p:cNvPr>
          <p:cNvSpPr txBox="1"/>
          <p:nvPr/>
        </p:nvSpPr>
        <p:spPr>
          <a:xfrm>
            <a:off x="-73100" y="1729292"/>
            <a:ext cx="152430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a:ln>
                  <a:noFill/>
                </a:ln>
                <a:effectLst/>
                <a:uLnTx/>
                <a:uFillTx/>
                <a:latin typeface="Manrope" pitchFamily="2" charset="0"/>
                <a:ea typeface="+mn-ea"/>
                <a:cs typeface="+mn-cs"/>
              </a:rPr>
              <a:t>ZoomRx Platform:</a:t>
            </a:r>
            <a:endParaRPr kumimoji="0" lang="en-US" sz="1400" i="0" u="sng" strike="noStrike" kern="1200" cap="none" spc="0" normalizeH="0" baseline="0" noProof="0">
              <a:ln>
                <a:noFill/>
              </a:ln>
              <a:effectLst/>
              <a:uLnTx/>
              <a:uFillTx/>
              <a:latin typeface="Manrope" pitchFamily="2" charset="0"/>
              <a:ea typeface="+mn-ea"/>
              <a:cs typeface="+mn-cs"/>
            </a:endParaRPr>
          </a:p>
        </p:txBody>
      </p:sp>
    </p:spTree>
    <p:extLst>
      <p:ext uri="{BB962C8B-B14F-4D97-AF65-F5344CB8AC3E}">
        <p14:creationId xmlns:p14="http://schemas.microsoft.com/office/powerpoint/2010/main" val="26741415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9FAF8BB0-D1C7-D0D3-46B7-214F99A1498D}"/>
            </a:ext>
          </a:extLst>
        </p:cNvPr>
        <p:cNvGrpSpPr/>
        <p:nvPr/>
      </p:nvGrpSpPr>
      <p:grpSpPr>
        <a:xfrm>
          <a:off x="0" y="0"/>
          <a:ext cx="0" cy="0"/>
          <a:chOff x="0" y="0"/>
          <a:chExt cx="0" cy="0"/>
        </a:xfrm>
      </p:grpSpPr>
      <p:graphicFrame>
        <p:nvGraphicFramePr>
          <p:cNvPr id="31" name="Google Shape;143;p4">
            <a:extLst>
              <a:ext uri="{FF2B5EF4-FFF2-40B4-BE49-F238E27FC236}">
                <a16:creationId xmlns:a16="http://schemas.microsoft.com/office/drawing/2014/main" id="{5E21440A-8FE8-86F4-BFB0-8F06F6F145EA}"/>
              </a:ext>
            </a:extLst>
          </p:cNvPr>
          <p:cNvGraphicFramePr/>
          <p:nvPr>
            <p:extLst>
              <p:ext uri="{D42A27DB-BD31-4B8C-83A1-F6EECF244321}">
                <p14:modId xmlns:p14="http://schemas.microsoft.com/office/powerpoint/2010/main" val="1571780555"/>
              </p:ext>
            </p:extLst>
          </p:nvPr>
        </p:nvGraphicFramePr>
        <p:xfrm>
          <a:off x="259153" y="2583564"/>
          <a:ext cx="5991300" cy="2989553"/>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a:extLst>
              <a:ext uri="{FF2B5EF4-FFF2-40B4-BE49-F238E27FC236}">
                <a16:creationId xmlns:a16="http://schemas.microsoft.com/office/drawing/2014/main" id="{7D6B4111-EEA7-78C7-540B-40EF532AD68F}"/>
              </a:ext>
            </a:extLst>
          </p:cNvPr>
          <p:cNvSpPr/>
          <p:nvPr/>
        </p:nvSpPr>
        <p:spPr>
          <a:xfrm>
            <a:off x="0" y="0"/>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mn-cs"/>
            </a:endParaRPr>
          </a:p>
        </p:txBody>
      </p:sp>
      <p:sp>
        <p:nvSpPr>
          <p:cNvPr id="21" name="Google Shape;249;p7">
            <a:extLst>
              <a:ext uri="{FF2B5EF4-FFF2-40B4-BE49-F238E27FC236}">
                <a16:creationId xmlns:a16="http://schemas.microsoft.com/office/drawing/2014/main" id="{31B89499-8BF5-4CEB-7234-B4602BADD213}"/>
              </a:ext>
            </a:extLst>
          </p:cNvPr>
          <p:cNvSpPr/>
          <p:nvPr/>
        </p:nvSpPr>
        <p:spPr>
          <a:xfrm>
            <a:off x="6478069" y="3353165"/>
            <a:ext cx="890686" cy="890686"/>
          </a:xfrm>
          <a:prstGeom prst="ellipse">
            <a:avLst/>
          </a:prstGeom>
          <a:gradFill flip="none" rotWithShape="1">
            <a:gsLst>
              <a:gs pos="0">
                <a:srgbClr val="334DE8"/>
              </a:gs>
              <a:gs pos="100000">
                <a:srgbClr val="39C7A5"/>
              </a:gs>
            </a:gsLst>
            <a:lin ang="2700000" scaled="1"/>
            <a:tileRect/>
          </a:gradFill>
          <a:ln>
            <a:noFill/>
          </a:ln>
        </p:spPr>
        <p:txBody>
          <a:bodyPr spcFirstLastPara="1" wrap="square" lIns="91425" tIns="45700" rIns="91425" bIns="45700" anchor="ctr" anchorCtr="0">
            <a:noAutofit/>
          </a:bodyPr>
          <a:lstStyle/>
          <a:p>
            <a:pPr algn="ctr">
              <a:buClr>
                <a:srgbClr val="000000"/>
              </a:buClr>
              <a:buFont typeface="Arial"/>
              <a:buNone/>
              <a:defRPr/>
            </a:pPr>
            <a:endParaRPr kern="0">
              <a:solidFill>
                <a:srgbClr val="FFFFFF"/>
              </a:solidFill>
              <a:cs typeface="Arial"/>
              <a:sym typeface="Arial"/>
            </a:endParaRPr>
          </a:p>
        </p:txBody>
      </p:sp>
      <p:sp>
        <p:nvSpPr>
          <p:cNvPr id="22" name="Google Shape;249;p7">
            <a:extLst>
              <a:ext uri="{FF2B5EF4-FFF2-40B4-BE49-F238E27FC236}">
                <a16:creationId xmlns:a16="http://schemas.microsoft.com/office/drawing/2014/main" id="{108B7B72-9246-14FD-DF62-B4F4082DADBC}"/>
              </a:ext>
            </a:extLst>
          </p:cNvPr>
          <p:cNvSpPr/>
          <p:nvPr/>
        </p:nvSpPr>
        <p:spPr>
          <a:xfrm>
            <a:off x="6478069" y="4603741"/>
            <a:ext cx="890686" cy="890686"/>
          </a:xfrm>
          <a:prstGeom prst="ellipse">
            <a:avLst/>
          </a:prstGeom>
          <a:gradFill flip="none" rotWithShape="1">
            <a:gsLst>
              <a:gs pos="0">
                <a:srgbClr val="334DE8"/>
              </a:gs>
              <a:gs pos="100000">
                <a:srgbClr val="39C7A5"/>
              </a:gs>
            </a:gsLst>
            <a:lin ang="2700000" scaled="1"/>
            <a:tileRect/>
          </a:gradFill>
          <a:ln>
            <a:noFill/>
          </a:ln>
        </p:spPr>
        <p:txBody>
          <a:bodyPr spcFirstLastPara="1" wrap="square" lIns="91425" tIns="45700" rIns="91425" bIns="45700" anchor="ctr" anchorCtr="0">
            <a:noAutofit/>
          </a:bodyPr>
          <a:lstStyle/>
          <a:p>
            <a:pPr algn="ctr">
              <a:buClr>
                <a:srgbClr val="000000"/>
              </a:buClr>
              <a:buFont typeface="Arial"/>
              <a:buNone/>
              <a:defRPr/>
            </a:pPr>
            <a:endParaRPr kern="0">
              <a:solidFill>
                <a:srgbClr val="FFFFFF"/>
              </a:solidFill>
              <a:cs typeface="Arial"/>
              <a:sym typeface="Arial"/>
            </a:endParaRPr>
          </a:p>
        </p:txBody>
      </p:sp>
      <p:sp>
        <p:nvSpPr>
          <p:cNvPr id="23" name="Google Shape;249;p7">
            <a:extLst>
              <a:ext uri="{FF2B5EF4-FFF2-40B4-BE49-F238E27FC236}">
                <a16:creationId xmlns:a16="http://schemas.microsoft.com/office/drawing/2014/main" id="{026367F6-1854-81BD-6353-C59DF4D22380}"/>
              </a:ext>
            </a:extLst>
          </p:cNvPr>
          <p:cNvSpPr/>
          <p:nvPr/>
        </p:nvSpPr>
        <p:spPr>
          <a:xfrm>
            <a:off x="6478069" y="2089142"/>
            <a:ext cx="890686" cy="890686"/>
          </a:xfrm>
          <a:prstGeom prst="ellipse">
            <a:avLst/>
          </a:prstGeom>
          <a:gradFill flip="none" rotWithShape="1">
            <a:gsLst>
              <a:gs pos="0">
                <a:srgbClr val="334DE8"/>
              </a:gs>
              <a:gs pos="100000">
                <a:srgbClr val="39C7A5"/>
              </a:gs>
            </a:gsLst>
            <a:lin ang="2700000" scaled="1"/>
            <a:tileRect/>
          </a:gradFill>
          <a:ln>
            <a:noFill/>
          </a:ln>
        </p:spPr>
        <p:txBody>
          <a:bodyPr spcFirstLastPara="1" wrap="square" lIns="91425" tIns="45700" rIns="91425" bIns="45700" anchor="ctr" anchorCtr="0">
            <a:noAutofit/>
          </a:bodyPr>
          <a:lstStyle/>
          <a:p>
            <a:pPr algn="ctr">
              <a:buClr>
                <a:srgbClr val="000000"/>
              </a:buClr>
              <a:buFont typeface="Arial"/>
              <a:buNone/>
              <a:defRPr/>
            </a:pPr>
            <a:endParaRPr kern="0">
              <a:solidFill>
                <a:srgbClr val="FFFFFF"/>
              </a:solidFill>
              <a:cs typeface="Arial"/>
              <a:sym typeface="Arial"/>
            </a:endParaRPr>
          </a:p>
        </p:txBody>
      </p:sp>
      <p:sp>
        <p:nvSpPr>
          <p:cNvPr id="24" name="Google Shape;232;p7">
            <a:extLst>
              <a:ext uri="{FF2B5EF4-FFF2-40B4-BE49-F238E27FC236}">
                <a16:creationId xmlns:a16="http://schemas.microsoft.com/office/drawing/2014/main" id="{335DC1F5-C48A-82BA-B2C9-C0EA6B0E6E43}"/>
              </a:ext>
            </a:extLst>
          </p:cNvPr>
          <p:cNvSpPr/>
          <p:nvPr/>
        </p:nvSpPr>
        <p:spPr>
          <a:xfrm>
            <a:off x="6320676" y="2105271"/>
            <a:ext cx="1203486" cy="900000"/>
          </a:xfrm>
          <a:prstGeom prst="hexagon">
            <a:avLst>
              <a:gd name="adj" fmla="val 25000"/>
              <a:gd name="vf" fmla="val 115470"/>
            </a:avLst>
          </a:prstGeom>
          <a:noFill/>
          <a:ln>
            <a:noFill/>
          </a:ln>
        </p:spPr>
        <p:txBody>
          <a:bodyPr spcFirstLastPara="1" wrap="square" lIns="91425" tIns="45700" rIns="91425" bIns="45700" anchor="ctr" anchorCtr="0">
            <a:noAutofit/>
          </a:bodyPr>
          <a:lstStyle/>
          <a:p>
            <a:pPr algn="ctr">
              <a:buClr>
                <a:srgbClr val="FFFFFF"/>
              </a:buClr>
              <a:buSzPts val="1800"/>
              <a:buFont typeface="Poppins"/>
              <a:buNone/>
              <a:defRPr/>
            </a:pPr>
            <a:r>
              <a:rPr lang="en-US" sz="2000" b="1" kern="0">
                <a:solidFill>
                  <a:srgbClr val="FFFFFF"/>
                </a:solidFill>
                <a:ea typeface="Poppins"/>
                <a:cs typeface="Poppins"/>
                <a:sym typeface="Poppins"/>
              </a:rPr>
              <a:t>&gt;57K</a:t>
            </a:r>
            <a:endParaRPr lang="en-US" sz="2000" b="1" kern="0">
              <a:solidFill>
                <a:srgbClr val="FFFFFF"/>
              </a:solidFill>
              <a:ea typeface="Poppins"/>
              <a:cs typeface="Poppins"/>
              <a:sym typeface="Arial"/>
            </a:endParaRPr>
          </a:p>
        </p:txBody>
      </p:sp>
      <p:sp>
        <p:nvSpPr>
          <p:cNvPr id="25" name="Google Shape;233;p7">
            <a:extLst>
              <a:ext uri="{FF2B5EF4-FFF2-40B4-BE49-F238E27FC236}">
                <a16:creationId xmlns:a16="http://schemas.microsoft.com/office/drawing/2014/main" id="{D775E7A3-2DEB-46F8-39A1-064AF72C778B}"/>
              </a:ext>
            </a:extLst>
          </p:cNvPr>
          <p:cNvSpPr/>
          <p:nvPr/>
        </p:nvSpPr>
        <p:spPr>
          <a:xfrm>
            <a:off x="7515452" y="2376232"/>
            <a:ext cx="1044001" cy="276999"/>
          </a:xfrm>
          <a:prstGeom prst="rect">
            <a:avLst/>
          </a:prstGeom>
          <a:noFill/>
          <a:ln>
            <a:noFill/>
          </a:ln>
        </p:spPr>
        <p:txBody>
          <a:bodyPr spcFirstLastPara="1" wrap="square" lIns="91425" tIns="45700" rIns="91425" bIns="45700" anchor="t" anchorCtr="0">
            <a:spAutoFit/>
          </a:bodyPr>
          <a:lstStyle/>
          <a:p>
            <a:pPr>
              <a:buClr>
                <a:srgbClr val="000000"/>
              </a:buClr>
              <a:buFont typeface="Arial"/>
              <a:buNone/>
              <a:defRPr/>
            </a:pPr>
            <a:r>
              <a:rPr lang="en-US" sz="1200" kern="0">
                <a:solidFill>
                  <a:srgbClr val="FFFFFF"/>
                </a:solidFill>
                <a:ea typeface="Poppins"/>
                <a:cs typeface="Poppins"/>
                <a:sym typeface="Poppins"/>
              </a:rPr>
              <a:t>Panelists</a:t>
            </a:r>
            <a:endParaRPr sz="1200" kern="0">
              <a:solidFill>
                <a:srgbClr val="FFFFFF"/>
              </a:solidFill>
              <a:ea typeface="Poppins"/>
              <a:cs typeface="Poppins"/>
              <a:sym typeface="Poppins"/>
            </a:endParaRPr>
          </a:p>
        </p:txBody>
      </p:sp>
      <p:sp>
        <p:nvSpPr>
          <p:cNvPr id="26" name="Google Shape;236;p7">
            <a:extLst>
              <a:ext uri="{FF2B5EF4-FFF2-40B4-BE49-F238E27FC236}">
                <a16:creationId xmlns:a16="http://schemas.microsoft.com/office/drawing/2014/main" id="{71117640-A1D4-E57D-BCA3-8BE8C5044D65}"/>
              </a:ext>
            </a:extLst>
          </p:cNvPr>
          <p:cNvSpPr/>
          <p:nvPr/>
        </p:nvSpPr>
        <p:spPr>
          <a:xfrm>
            <a:off x="6471452" y="3355232"/>
            <a:ext cx="1044000" cy="900000"/>
          </a:xfrm>
          <a:prstGeom prst="hexagon">
            <a:avLst>
              <a:gd name="adj" fmla="val 25000"/>
              <a:gd name="vf" fmla="val 115470"/>
            </a:avLst>
          </a:prstGeom>
          <a:noFill/>
          <a:ln>
            <a:noFill/>
          </a:ln>
        </p:spPr>
        <p:txBody>
          <a:bodyPr spcFirstLastPara="1" wrap="square" lIns="91425" tIns="45700" rIns="91425" bIns="45700" anchor="ctr" anchorCtr="0">
            <a:noAutofit/>
          </a:bodyPr>
          <a:lstStyle/>
          <a:p>
            <a:pPr algn="ctr">
              <a:buClr>
                <a:srgbClr val="FFFFFF"/>
              </a:buClr>
              <a:buSzPts val="1800"/>
              <a:buFont typeface="Poppins"/>
              <a:buNone/>
              <a:defRPr/>
            </a:pPr>
            <a:r>
              <a:rPr lang="en-US" sz="2000" b="1" kern="0">
                <a:solidFill>
                  <a:srgbClr val="FFFFFF"/>
                </a:solidFill>
                <a:ea typeface="Poppins"/>
                <a:cs typeface="Poppins"/>
                <a:sym typeface="Poppins"/>
              </a:rPr>
              <a:t>25+</a:t>
            </a:r>
            <a:endParaRPr lang="en-US" sz="2000" b="1" kern="0">
              <a:solidFill>
                <a:srgbClr val="FFFFFF"/>
              </a:solidFill>
              <a:ea typeface="Poppins"/>
              <a:cs typeface="Poppins"/>
              <a:sym typeface="Arial"/>
            </a:endParaRPr>
          </a:p>
        </p:txBody>
      </p:sp>
      <p:sp>
        <p:nvSpPr>
          <p:cNvPr id="27" name="Google Shape;237;p7">
            <a:extLst>
              <a:ext uri="{FF2B5EF4-FFF2-40B4-BE49-F238E27FC236}">
                <a16:creationId xmlns:a16="http://schemas.microsoft.com/office/drawing/2014/main" id="{08528AEA-05CA-5905-38BB-01FBBC7DA981}"/>
              </a:ext>
            </a:extLst>
          </p:cNvPr>
          <p:cNvSpPr/>
          <p:nvPr/>
        </p:nvSpPr>
        <p:spPr>
          <a:xfrm>
            <a:off x="7515452" y="3572680"/>
            <a:ext cx="1489919" cy="461665"/>
          </a:xfrm>
          <a:prstGeom prst="rect">
            <a:avLst/>
          </a:prstGeom>
          <a:noFill/>
          <a:ln>
            <a:noFill/>
          </a:ln>
        </p:spPr>
        <p:txBody>
          <a:bodyPr spcFirstLastPara="1" wrap="square" lIns="91425" tIns="45700" rIns="91425" bIns="45700" anchor="t" anchorCtr="0">
            <a:spAutoFit/>
          </a:bodyPr>
          <a:lstStyle/>
          <a:p>
            <a:pPr>
              <a:buClr>
                <a:srgbClr val="000000"/>
              </a:buClr>
              <a:buFont typeface="Arial"/>
              <a:buNone/>
              <a:defRPr/>
            </a:pPr>
            <a:r>
              <a:rPr lang="en-US" sz="1200" kern="0">
                <a:solidFill>
                  <a:srgbClr val="FFFFFF"/>
                </a:solidFill>
                <a:ea typeface="Poppins"/>
                <a:cs typeface="Poppins"/>
                <a:sym typeface="Poppins"/>
              </a:rPr>
              <a:t>Physician Specialties</a:t>
            </a:r>
            <a:endParaRPr sz="1200" kern="0">
              <a:solidFill>
                <a:srgbClr val="FFFFFF"/>
              </a:solidFill>
              <a:ea typeface="Poppins"/>
              <a:cs typeface="Poppins"/>
              <a:sym typeface="Poppins"/>
            </a:endParaRPr>
          </a:p>
        </p:txBody>
      </p:sp>
      <p:sp>
        <p:nvSpPr>
          <p:cNvPr id="28" name="Google Shape;240;p7">
            <a:extLst>
              <a:ext uri="{FF2B5EF4-FFF2-40B4-BE49-F238E27FC236}">
                <a16:creationId xmlns:a16="http://schemas.microsoft.com/office/drawing/2014/main" id="{23C2D102-50D0-C717-51DC-366D308AAE31}"/>
              </a:ext>
            </a:extLst>
          </p:cNvPr>
          <p:cNvSpPr/>
          <p:nvPr/>
        </p:nvSpPr>
        <p:spPr>
          <a:xfrm>
            <a:off x="6391709" y="4617188"/>
            <a:ext cx="1154148" cy="900000"/>
          </a:xfrm>
          <a:prstGeom prst="hexagon">
            <a:avLst>
              <a:gd name="adj" fmla="val 25000"/>
              <a:gd name="vf" fmla="val 115470"/>
            </a:avLst>
          </a:prstGeom>
          <a:noFill/>
          <a:ln>
            <a:noFill/>
          </a:ln>
        </p:spPr>
        <p:txBody>
          <a:bodyPr spcFirstLastPara="1" wrap="square" lIns="91425" tIns="45700" rIns="91425" bIns="45700" anchor="ctr" anchorCtr="0">
            <a:noAutofit/>
          </a:bodyPr>
          <a:lstStyle/>
          <a:p>
            <a:pPr algn="ctr">
              <a:buClr>
                <a:srgbClr val="FFFFFF"/>
              </a:buClr>
              <a:buSzPts val="1800"/>
              <a:buFont typeface="Poppins"/>
              <a:buNone/>
              <a:defRPr/>
            </a:pPr>
            <a:r>
              <a:rPr lang="en-US" sz="2000" b="1" kern="0">
                <a:solidFill>
                  <a:srgbClr val="FFFFFF"/>
                </a:solidFill>
                <a:ea typeface="Poppins"/>
                <a:cs typeface="Poppins"/>
                <a:sym typeface="Poppins"/>
              </a:rPr>
              <a:t>27%</a:t>
            </a:r>
            <a:endParaRPr lang="en-US" sz="2000" b="1" kern="0">
              <a:solidFill>
                <a:srgbClr val="FFFFFF"/>
              </a:solidFill>
              <a:ea typeface="Poppins"/>
              <a:cs typeface="Poppins"/>
              <a:sym typeface="Arial"/>
            </a:endParaRPr>
          </a:p>
        </p:txBody>
      </p:sp>
      <p:sp>
        <p:nvSpPr>
          <p:cNvPr id="29" name="Google Shape;241;p7">
            <a:extLst>
              <a:ext uri="{FF2B5EF4-FFF2-40B4-BE49-F238E27FC236}">
                <a16:creationId xmlns:a16="http://schemas.microsoft.com/office/drawing/2014/main" id="{4C33F183-9A7F-40BB-8A4F-18A6AC03404B}"/>
              </a:ext>
            </a:extLst>
          </p:cNvPr>
          <p:cNvSpPr/>
          <p:nvPr/>
        </p:nvSpPr>
        <p:spPr>
          <a:xfrm>
            <a:off x="7515452" y="4887175"/>
            <a:ext cx="1160955" cy="461665"/>
          </a:xfrm>
          <a:prstGeom prst="rect">
            <a:avLst/>
          </a:prstGeom>
          <a:noFill/>
          <a:ln>
            <a:noFill/>
          </a:ln>
        </p:spPr>
        <p:txBody>
          <a:bodyPr spcFirstLastPara="1" wrap="square" lIns="91425" tIns="45700" rIns="91425" bIns="45700" anchor="t" anchorCtr="0">
            <a:spAutoFit/>
          </a:bodyPr>
          <a:lstStyle/>
          <a:p>
            <a:pPr>
              <a:buClr>
                <a:srgbClr val="000000"/>
              </a:buClr>
              <a:buFont typeface="Arial"/>
              <a:buNone/>
              <a:defRPr/>
            </a:pPr>
            <a:r>
              <a:rPr lang="en-US" sz="1200" kern="0">
                <a:solidFill>
                  <a:srgbClr val="FFFFFF"/>
                </a:solidFill>
                <a:ea typeface="Poppins"/>
                <a:cs typeface="Poppins"/>
                <a:sym typeface="Poppins"/>
              </a:rPr>
              <a:t>YoY Panel Growth</a:t>
            </a:r>
            <a:endParaRPr sz="1200" kern="0">
              <a:solidFill>
                <a:srgbClr val="FFFFFF"/>
              </a:solidFill>
              <a:ea typeface="Poppins"/>
              <a:cs typeface="Poppins"/>
              <a:sym typeface="Poppins"/>
            </a:endParaRPr>
          </a:p>
        </p:txBody>
      </p:sp>
      <p:sp>
        <p:nvSpPr>
          <p:cNvPr id="30" name="Google Shape;246;p7">
            <a:extLst>
              <a:ext uri="{FF2B5EF4-FFF2-40B4-BE49-F238E27FC236}">
                <a16:creationId xmlns:a16="http://schemas.microsoft.com/office/drawing/2014/main" id="{25C6B12D-7D16-7883-28B9-7EEB3462A751}"/>
              </a:ext>
            </a:extLst>
          </p:cNvPr>
          <p:cNvSpPr txBox="1"/>
          <p:nvPr/>
        </p:nvSpPr>
        <p:spPr>
          <a:xfrm>
            <a:off x="837596" y="1656132"/>
            <a:ext cx="4834413" cy="350825"/>
          </a:xfrm>
          <a:prstGeom prst="rect">
            <a:avLst/>
          </a:prstGeom>
          <a:noFill/>
          <a:ln>
            <a:noFill/>
          </a:ln>
        </p:spPr>
        <p:txBody>
          <a:bodyPr spcFirstLastPara="1" wrap="square" lIns="91425" tIns="45700" rIns="91425" bIns="45700" anchor="t" anchorCtr="0">
            <a:spAutoFit/>
          </a:bodyPr>
          <a:lstStyle/>
          <a:p>
            <a:pPr algn="ctr">
              <a:lnSpc>
                <a:spcPct val="120000"/>
              </a:lnSpc>
              <a:buClr>
                <a:srgbClr val="000000"/>
              </a:buClr>
              <a:buFont typeface="Arial"/>
              <a:buNone/>
              <a:defRPr/>
            </a:pPr>
            <a:r>
              <a:rPr lang="en-US" sz="1400" b="1" kern="0" dirty="0">
                <a:solidFill>
                  <a:srgbClr val="FFFFFF"/>
                </a:solidFill>
                <a:ea typeface="Poppins"/>
                <a:cs typeface="Poppins"/>
                <a:sym typeface="Poppins"/>
              </a:rPr>
              <a:t>Panel Size (In Thousands) - </a:t>
            </a:r>
            <a:r>
              <a:rPr lang="en-US" sz="1400" b="1" kern="0" dirty="0" err="1">
                <a:solidFill>
                  <a:srgbClr val="FFFFFF"/>
                </a:solidFill>
                <a:ea typeface="Poppins"/>
                <a:cs typeface="Poppins"/>
                <a:sym typeface="Poppins"/>
              </a:rPr>
              <a:t>ZoomRx</a:t>
            </a:r>
            <a:endParaRPr sz="1400" b="1" kern="0" dirty="0">
              <a:solidFill>
                <a:srgbClr val="FFFFFF"/>
              </a:solidFill>
              <a:ea typeface="Poppins"/>
              <a:cs typeface="Poppins"/>
              <a:sym typeface="Poppins"/>
            </a:endParaRPr>
          </a:p>
        </p:txBody>
      </p:sp>
      <p:sp>
        <p:nvSpPr>
          <p:cNvPr id="33" name="Google Shape;246;p7">
            <a:extLst>
              <a:ext uri="{FF2B5EF4-FFF2-40B4-BE49-F238E27FC236}">
                <a16:creationId xmlns:a16="http://schemas.microsoft.com/office/drawing/2014/main" id="{3F4A89C7-2AD5-B22B-0B37-524E12F75328}"/>
              </a:ext>
            </a:extLst>
          </p:cNvPr>
          <p:cNvSpPr txBox="1"/>
          <p:nvPr/>
        </p:nvSpPr>
        <p:spPr>
          <a:xfrm>
            <a:off x="8779508" y="1473258"/>
            <a:ext cx="3217878" cy="365748"/>
          </a:xfrm>
          <a:prstGeom prst="rect">
            <a:avLst/>
          </a:prstGeom>
          <a:noFill/>
          <a:ln>
            <a:noFill/>
          </a:ln>
        </p:spPr>
        <p:txBody>
          <a:bodyPr spcFirstLastPara="1" wrap="square" lIns="91425" tIns="45700" rIns="91425" bIns="45700" anchor="t" anchorCtr="0">
            <a:spAutoFit/>
          </a:bodyPr>
          <a:lstStyle/>
          <a:p>
            <a:pPr algn="ctr">
              <a:lnSpc>
                <a:spcPct val="120000"/>
              </a:lnSpc>
              <a:buClr>
                <a:srgbClr val="000000"/>
              </a:buClr>
              <a:buFont typeface="Arial"/>
              <a:buNone/>
              <a:defRPr/>
            </a:pPr>
            <a:r>
              <a:rPr lang="en-US" sz="1200" b="1" kern="0">
                <a:solidFill>
                  <a:srgbClr val="FFFFFF"/>
                </a:solidFill>
                <a:ea typeface="Poppins"/>
                <a:cs typeface="Poppins"/>
                <a:sym typeface="Poppins"/>
              </a:rPr>
              <a:t>ZoomRx Panel Size – Across Specialties</a:t>
            </a:r>
            <a:endParaRPr sz="1200" b="1" kern="0">
              <a:solidFill>
                <a:srgbClr val="FFFFFF"/>
              </a:solidFill>
              <a:ea typeface="Poppins"/>
              <a:cs typeface="Poppins"/>
              <a:sym typeface="Poppins"/>
            </a:endParaRPr>
          </a:p>
        </p:txBody>
      </p:sp>
      <p:sp>
        <p:nvSpPr>
          <p:cNvPr id="34" name="Title 1">
            <a:extLst>
              <a:ext uri="{FF2B5EF4-FFF2-40B4-BE49-F238E27FC236}">
                <a16:creationId xmlns:a16="http://schemas.microsoft.com/office/drawing/2014/main" id="{FD24E106-532C-D025-92A9-722105C6DC45}"/>
              </a:ext>
            </a:extLst>
          </p:cNvPr>
          <p:cNvSpPr txBox="1">
            <a:spLocks/>
          </p:cNvSpPr>
          <p:nvPr/>
        </p:nvSpPr>
        <p:spPr>
          <a:xfrm>
            <a:off x="550131" y="2819591"/>
            <a:ext cx="10642388"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algn="l">
              <a:defRPr/>
            </a:pPr>
            <a:endParaRPr lang="en-US" sz="2000" dirty="0">
              <a:solidFill>
                <a:srgbClr val="FFFFFF"/>
              </a:solidFill>
              <a:latin typeface="Manrope"/>
            </a:endParaRPr>
          </a:p>
        </p:txBody>
      </p:sp>
      <p:graphicFrame>
        <p:nvGraphicFramePr>
          <p:cNvPr id="4" name="Table 3">
            <a:extLst>
              <a:ext uri="{FF2B5EF4-FFF2-40B4-BE49-F238E27FC236}">
                <a16:creationId xmlns:a16="http://schemas.microsoft.com/office/drawing/2014/main" id="{D560CD14-38C2-F58B-6255-0579B2CB70B0}"/>
              </a:ext>
            </a:extLst>
          </p:cNvPr>
          <p:cNvGraphicFramePr>
            <a:graphicFrameLocks noGrp="1"/>
          </p:cNvGraphicFramePr>
          <p:nvPr>
            <p:extLst>
              <p:ext uri="{D42A27DB-BD31-4B8C-83A1-F6EECF244321}">
                <p14:modId xmlns:p14="http://schemas.microsoft.com/office/powerpoint/2010/main" val="2979419194"/>
              </p:ext>
            </p:extLst>
          </p:nvPr>
        </p:nvGraphicFramePr>
        <p:xfrm>
          <a:off x="8844047" y="1918188"/>
          <a:ext cx="3088800" cy="4333875"/>
        </p:xfrm>
        <a:graphic>
          <a:graphicData uri="http://schemas.openxmlformats.org/drawingml/2006/table">
            <a:tbl>
              <a:tblPr/>
              <a:tblGrid>
                <a:gridCol w="1828800">
                  <a:extLst>
                    <a:ext uri="{9D8B030D-6E8A-4147-A177-3AD203B41FA5}">
                      <a16:colId xmlns:a16="http://schemas.microsoft.com/office/drawing/2014/main" val="3014426740"/>
                    </a:ext>
                  </a:extLst>
                </a:gridCol>
                <a:gridCol w="1260000">
                  <a:extLst>
                    <a:ext uri="{9D8B030D-6E8A-4147-A177-3AD203B41FA5}">
                      <a16:colId xmlns:a16="http://schemas.microsoft.com/office/drawing/2014/main" val="1909287083"/>
                    </a:ext>
                  </a:extLst>
                </a:gridCol>
              </a:tblGrid>
              <a:tr h="333375">
                <a:tc>
                  <a:txBody>
                    <a:bodyPr/>
                    <a:lstStyle/>
                    <a:p>
                      <a:pPr algn="ctr" fontAlgn="base">
                        <a:lnSpc>
                          <a:spcPts val="1650"/>
                        </a:lnSpc>
                        <a:buNone/>
                      </a:pPr>
                      <a:r>
                        <a:rPr lang="en-US" sz="1200" b="1" i="0">
                          <a:solidFill>
                            <a:schemeClr val="tx1"/>
                          </a:solidFill>
                          <a:effectLst/>
                          <a:latin typeface="Manrope" pitchFamily="2" charset="0"/>
                        </a:rPr>
                        <a:t>Specialty</a:t>
                      </a:r>
                      <a:r>
                        <a:rPr lang="en-US" sz="1200" b="0" i="0">
                          <a:solidFill>
                            <a:schemeClr val="tx1"/>
                          </a:solidFill>
                          <a:effectLst/>
                          <a:latin typeface="Manrope" pitchFamily="2" charset="0"/>
                        </a:rPr>
                        <a:t>​</a:t>
                      </a:r>
                      <a:endParaRPr lang="en-US" b="0" i="0">
                        <a:solidFill>
                          <a:schemeClr val="tx1"/>
                        </a:solidFill>
                        <a:effectLst/>
                      </a:endParaRP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650"/>
                        </a:lnSpc>
                        <a:buNone/>
                      </a:pPr>
                      <a:r>
                        <a:rPr lang="en-US" sz="1200" b="1" i="0" dirty="0" err="1">
                          <a:solidFill>
                            <a:schemeClr val="tx1"/>
                          </a:solidFill>
                          <a:effectLst/>
                          <a:latin typeface="Manrope" pitchFamily="2" charset="0"/>
                        </a:rPr>
                        <a:t>ZoomRx</a:t>
                      </a:r>
                      <a:r>
                        <a:rPr lang="en-US" sz="1200" b="1" i="0" dirty="0">
                          <a:solidFill>
                            <a:schemeClr val="tx1"/>
                          </a:solidFill>
                          <a:effectLst/>
                          <a:latin typeface="Manrope" pitchFamily="2" charset="0"/>
                        </a:rPr>
                        <a:t> Panel</a:t>
                      </a:r>
                      <a:r>
                        <a:rPr lang="en-US" sz="1200" b="0" i="0" dirty="0">
                          <a:solidFill>
                            <a:schemeClr val="tx1"/>
                          </a:solidFill>
                          <a:effectLst/>
                          <a:latin typeface="Manrope" pitchFamily="2" charset="0"/>
                        </a:rPr>
                        <a:t>​</a:t>
                      </a:r>
                      <a:endParaRPr lang="en-US" b="0" i="0" dirty="0">
                        <a:solidFill>
                          <a:schemeClr val="tx1"/>
                        </a:solidFill>
                        <a:effectLst/>
                      </a:endParaRP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1597675939"/>
                  </a:ext>
                </a:extLst>
              </a:tr>
              <a:tr h="285750">
                <a:tc>
                  <a:txBody>
                    <a:bodyPr/>
                    <a:lstStyle/>
                    <a:p>
                      <a:pPr algn="ctr" fontAlgn="base">
                        <a:lnSpc>
                          <a:spcPts val="1425"/>
                        </a:lnSpc>
                        <a:buNone/>
                      </a:pPr>
                      <a:r>
                        <a:rPr lang="en-US" sz="1200" kern="0">
                          <a:solidFill>
                            <a:srgbClr val="FFFFFF"/>
                          </a:solidFill>
                          <a:latin typeface="+mn-lt"/>
                          <a:cs typeface="Poppins"/>
                        </a:rPr>
                        <a:t>Primary Care​</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9563​</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2699379174"/>
                  </a:ext>
                </a:extLst>
              </a:tr>
              <a:tr h="285750">
                <a:tc>
                  <a:txBody>
                    <a:bodyPr/>
                    <a:lstStyle/>
                    <a:p>
                      <a:pPr algn="ctr" fontAlgn="base">
                        <a:lnSpc>
                          <a:spcPts val="1425"/>
                        </a:lnSpc>
                        <a:buNone/>
                      </a:pPr>
                      <a:r>
                        <a:rPr lang="en-US" sz="1200" kern="0">
                          <a:solidFill>
                            <a:srgbClr val="FFFFFF"/>
                          </a:solidFill>
                          <a:latin typeface="+mn-lt"/>
                          <a:cs typeface="Poppins"/>
                        </a:rPr>
                        <a:t>Hematology/Oncology​</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2926​</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1662428277"/>
                  </a:ext>
                </a:extLst>
              </a:tr>
              <a:tr h="285750">
                <a:tc>
                  <a:txBody>
                    <a:bodyPr/>
                    <a:lstStyle/>
                    <a:p>
                      <a:pPr algn="ctr" fontAlgn="base">
                        <a:lnSpc>
                          <a:spcPts val="1425"/>
                        </a:lnSpc>
                        <a:buNone/>
                      </a:pPr>
                      <a:r>
                        <a:rPr lang="en-US" sz="1200" kern="0">
                          <a:solidFill>
                            <a:srgbClr val="FFFFFF"/>
                          </a:solidFill>
                          <a:latin typeface="+mn-lt"/>
                          <a:cs typeface="Poppins"/>
                        </a:rPr>
                        <a:t>Pediatrics​</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2444​</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1388100116"/>
                  </a:ext>
                </a:extLst>
              </a:tr>
              <a:tr h="285750">
                <a:tc>
                  <a:txBody>
                    <a:bodyPr/>
                    <a:lstStyle/>
                    <a:p>
                      <a:pPr algn="ctr" fontAlgn="base">
                        <a:lnSpc>
                          <a:spcPts val="1425"/>
                        </a:lnSpc>
                        <a:buNone/>
                      </a:pPr>
                      <a:r>
                        <a:rPr lang="en-US" sz="1200" kern="0">
                          <a:solidFill>
                            <a:srgbClr val="FFFFFF"/>
                          </a:solidFill>
                          <a:latin typeface="+mn-lt"/>
                          <a:cs typeface="Poppins"/>
                        </a:rPr>
                        <a:t>Emergency Medicine​</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2351​</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2636165929"/>
                  </a:ext>
                </a:extLst>
              </a:tr>
              <a:tr h="285750">
                <a:tc>
                  <a:txBody>
                    <a:bodyPr/>
                    <a:lstStyle/>
                    <a:p>
                      <a:pPr algn="ctr" fontAlgn="base">
                        <a:lnSpc>
                          <a:spcPts val="1425"/>
                        </a:lnSpc>
                        <a:buNone/>
                      </a:pPr>
                      <a:r>
                        <a:rPr lang="en-US" sz="1200" kern="0">
                          <a:solidFill>
                            <a:srgbClr val="FFFFFF"/>
                          </a:solidFill>
                          <a:latin typeface="+mn-lt"/>
                          <a:cs typeface="Poppins"/>
                        </a:rPr>
                        <a:t>Psychiatry​</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2182​</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2451848307"/>
                  </a:ext>
                </a:extLst>
              </a:tr>
              <a:tr h="285750">
                <a:tc>
                  <a:txBody>
                    <a:bodyPr/>
                    <a:lstStyle/>
                    <a:p>
                      <a:pPr algn="ctr" fontAlgn="base">
                        <a:lnSpc>
                          <a:spcPts val="1425"/>
                        </a:lnSpc>
                        <a:buNone/>
                      </a:pPr>
                      <a:r>
                        <a:rPr lang="en-US" sz="1200" kern="0">
                          <a:solidFill>
                            <a:srgbClr val="FFFFFF"/>
                          </a:solidFill>
                          <a:latin typeface="+mn-lt"/>
                          <a:cs typeface="Poppins"/>
                        </a:rPr>
                        <a:t>Surgery​</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2158​</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1207379345"/>
                  </a:ext>
                </a:extLst>
              </a:tr>
              <a:tr h="285750">
                <a:tc>
                  <a:txBody>
                    <a:bodyPr/>
                    <a:lstStyle/>
                    <a:p>
                      <a:pPr algn="ctr" fontAlgn="base">
                        <a:lnSpc>
                          <a:spcPts val="1425"/>
                        </a:lnSpc>
                        <a:buNone/>
                      </a:pPr>
                      <a:r>
                        <a:rPr lang="en-US" sz="1200" kern="0">
                          <a:solidFill>
                            <a:srgbClr val="FFFFFF"/>
                          </a:solidFill>
                          <a:latin typeface="+mn-lt"/>
                          <a:cs typeface="Poppins"/>
                        </a:rPr>
                        <a:t>Neurology​</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1862​</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147979549"/>
                  </a:ext>
                </a:extLst>
              </a:tr>
              <a:tr h="285750">
                <a:tc>
                  <a:txBody>
                    <a:bodyPr/>
                    <a:lstStyle/>
                    <a:p>
                      <a:pPr algn="ctr" fontAlgn="base">
                        <a:lnSpc>
                          <a:spcPts val="1425"/>
                        </a:lnSpc>
                        <a:buNone/>
                      </a:pPr>
                      <a:r>
                        <a:rPr lang="en-US" sz="1200" kern="0">
                          <a:solidFill>
                            <a:srgbClr val="FFFFFF"/>
                          </a:solidFill>
                          <a:latin typeface="+mn-lt"/>
                          <a:cs typeface="Poppins"/>
                        </a:rPr>
                        <a:t>Gastroenterology​</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1520​</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944013923"/>
                  </a:ext>
                </a:extLst>
              </a:tr>
              <a:tr h="285750">
                <a:tc>
                  <a:txBody>
                    <a:bodyPr/>
                    <a:lstStyle/>
                    <a:p>
                      <a:pPr algn="ctr" fontAlgn="base">
                        <a:lnSpc>
                          <a:spcPts val="1425"/>
                        </a:lnSpc>
                        <a:buNone/>
                      </a:pPr>
                      <a:r>
                        <a:rPr lang="en-US" sz="1200" kern="0">
                          <a:solidFill>
                            <a:srgbClr val="FFFFFF"/>
                          </a:solidFill>
                          <a:latin typeface="+mn-lt"/>
                          <a:cs typeface="Poppins"/>
                        </a:rPr>
                        <a:t>Anesthesiology​</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1294​</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4257525491"/>
                  </a:ext>
                </a:extLst>
              </a:tr>
              <a:tr h="285750">
                <a:tc>
                  <a:txBody>
                    <a:bodyPr/>
                    <a:lstStyle/>
                    <a:p>
                      <a:pPr algn="ctr" fontAlgn="base">
                        <a:lnSpc>
                          <a:spcPts val="1425"/>
                        </a:lnSpc>
                        <a:buNone/>
                      </a:pPr>
                      <a:r>
                        <a:rPr lang="en-US" sz="1200" kern="0">
                          <a:solidFill>
                            <a:srgbClr val="FFFFFF"/>
                          </a:solidFill>
                          <a:latin typeface="+mn-lt"/>
                          <a:cs typeface="Poppins"/>
                        </a:rPr>
                        <a:t>Obstetrics/Gynecology​</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1223​</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3362353149"/>
                  </a:ext>
                </a:extLst>
              </a:tr>
              <a:tr h="285750">
                <a:tc>
                  <a:txBody>
                    <a:bodyPr/>
                    <a:lstStyle/>
                    <a:p>
                      <a:pPr algn="ctr" fontAlgn="base">
                        <a:lnSpc>
                          <a:spcPts val="1425"/>
                        </a:lnSpc>
                        <a:buNone/>
                      </a:pPr>
                      <a:r>
                        <a:rPr lang="en-US" sz="1200" kern="0">
                          <a:solidFill>
                            <a:srgbClr val="FFFFFF"/>
                          </a:solidFill>
                          <a:latin typeface="+mn-lt"/>
                          <a:cs typeface="Poppins"/>
                        </a:rPr>
                        <a:t>Pharmacist​</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1151​</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3168485023"/>
                  </a:ext>
                </a:extLst>
              </a:tr>
              <a:tr h="285750">
                <a:tc>
                  <a:txBody>
                    <a:bodyPr/>
                    <a:lstStyle/>
                    <a:p>
                      <a:pPr algn="ctr" fontAlgn="base">
                        <a:lnSpc>
                          <a:spcPts val="1425"/>
                        </a:lnSpc>
                        <a:buNone/>
                      </a:pPr>
                      <a:r>
                        <a:rPr lang="en-US" sz="1200" kern="0">
                          <a:solidFill>
                            <a:srgbClr val="FFFFFF"/>
                          </a:solidFill>
                          <a:latin typeface="+mn-lt"/>
                          <a:cs typeface="Poppins"/>
                        </a:rPr>
                        <a:t>Cardiology​</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1088​</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1151296199"/>
                  </a:ext>
                </a:extLst>
              </a:tr>
              <a:tr h="285750">
                <a:tc>
                  <a:txBody>
                    <a:bodyPr/>
                    <a:lstStyle/>
                    <a:p>
                      <a:pPr algn="ctr" fontAlgn="base">
                        <a:lnSpc>
                          <a:spcPts val="1425"/>
                        </a:lnSpc>
                        <a:buNone/>
                      </a:pPr>
                      <a:r>
                        <a:rPr lang="en-US" sz="1200" kern="0">
                          <a:solidFill>
                            <a:srgbClr val="FFFFFF"/>
                          </a:solidFill>
                          <a:latin typeface="+mn-lt"/>
                          <a:cs typeface="Poppins"/>
                        </a:rPr>
                        <a:t>Dermatology​</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tc>
                  <a:txBody>
                    <a:bodyPr/>
                    <a:lstStyle/>
                    <a:p>
                      <a:pPr algn="ctr" fontAlgn="base">
                        <a:lnSpc>
                          <a:spcPts val="1425"/>
                        </a:lnSpc>
                        <a:buNone/>
                      </a:pPr>
                      <a:r>
                        <a:rPr lang="en-US" sz="1200" kern="0">
                          <a:solidFill>
                            <a:srgbClr val="FFFFFF"/>
                          </a:solidFill>
                          <a:latin typeface="+mn-lt"/>
                          <a:cs typeface="Poppins"/>
                        </a:rPr>
                        <a:t>1044​</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9525" cap="flat" cmpd="sng" algn="ctr">
                      <a:solidFill>
                        <a:srgbClr val="D2D9FB"/>
                      </a:solidFill>
                      <a:prstDash val="solid"/>
                      <a:round/>
                      <a:headEnd type="none" w="med" len="med"/>
                      <a:tailEnd type="none" w="med" len="med"/>
                    </a:lnB>
                    <a:noFill/>
                  </a:tcPr>
                </a:tc>
                <a:extLst>
                  <a:ext uri="{0D108BD9-81ED-4DB2-BD59-A6C34878D82A}">
                    <a16:rowId xmlns:a16="http://schemas.microsoft.com/office/drawing/2014/main" val="3058108283"/>
                  </a:ext>
                </a:extLst>
              </a:tr>
              <a:tr h="285750">
                <a:tc>
                  <a:txBody>
                    <a:bodyPr/>
                    <a:lstStyle/>
                    <a:p>
                      <a:pPr algn="ctr" fontAlgn="base">
                        <a:lnSpc>
                          <a:spcPts val="1425"/>
                        </a:lnSpc>
                        <a:buNone/>
                      </a:pPr>
                      <a:r>
                        <a:rPr lang="en-US" sz="1200" kern="0">
                          <a:solidFill>
                            <a:srgbClr val="FFFFFF"/>
                          </a:solidFill>
                          <a:latin typeface="+mn-lt"/>
                          <a:cs typeface="Poppins"/>
                        </a:rPr>
                        <a:t>NP/PA​</a:t>
                      </a:r>
                    </a:p>
                  </a:txBody>
                  <a:tcPr anchor="ctr">
                    <a:lnL w="12700" cap="flat" cmpd="sng" algn="ctr">
                      <a:solidFill>
                        <a:srgbClr val="000000"/>
                      </a:solidFill>
                      <a:prstDash val="solid"/>
                      <a:round/>
                      <a:headEnd type="none" w="med" len="med"/>
                      <a:tailEnd type="none" w="med" len="med"/>
                    </a:lnL>
                    <a:lnR w="9525" cap="flat" cmpd="sng" algn="ctr">
                      <a:solidFill>
                        <a:srgbClr val="D2D9FB"/>
                      </a:solidFill>
                      <a:prstDash val="solid"/>
                      <a:round/>
                      <a:headEnd type="none" w="med" len="med"/>
                      <a:tailEnd type="none" w="med" len="med"/>
                    </a:lnR>
                    <a:lnT w="9525" cap="flat" cmpd="sng" algn="ctr">
                      <a:solidFill>
                        <a:srgbClr val="D2D9FB"/>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kern="0" dirty="0">
                          <a:solidFill>
                            <a:srgbClr val="FFFFFF"/>
                          </a:solidFill>
                          <a:latin typeface="+mn-lt"/>
                          <a:cs typeface="Poppins"/>
                        </a:rPr>
                        <a:t>15289​</a:t>
                      </a:r>
                    </a:p>
                  </a:txBody>
                  <a:tcPr anchor="ctr">
                    <a:lnL w="9525" cap="flat" cmpd="sng" algn="ctr">
                      <a:solidFill>
                        <a:srgbClr val="D2D9FB"/>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D2D9FB"/>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5373212"/>
                  </a:ext>
                </a:extLst>
              </a:tr>
            </a:tbl>
          </a:graphicData>
        </a:graphic>
      </p:graphicFrame>
      <p:sp>
        <p:nvSpPr>
          <p:cNvPr id="2" name="Google Shape;155;p5">
            <a:extLst>
              <a:ext uri="{FF2B5EF4-FFF2-40B4-BE49-F238E27FC236}">
                <a16:creationId xmlns:a16="http://schemas.microsoft.com/office/drawing/2014/main" id="{5CED98C4-5C81-C8C3-47DA-F1CC550D0761}"/>
              </a:ext>
            </a:extLst>
          </p:cNvPr>
          <p:cNvSpPr txBox="1"/>
          <p:nvPr/>
        </p:nvSpPr>
        <p:spPr>
          <a:xfrm>
            <a:off x="416430" y="369277"/>
            <a:ext cx="11359139" cy="457200"/>
          </a:xfrm>
          <a:prstGeom prst="rect">
            <a:avLst/>
          </a:prstGeom>
          <a:noFill/>
          <a:ln>
            <a:noFill/>
          </a:ln>
        </p:spPr>
        <p:txBody>
          <a:bodyPr spcFirstLastPara="1" wrap="square" lIns="91425" tIns="45700" rIns="91425" bIns="45700" anchor="ctr" anchorCtr="0">
            <a:noAutofit/>
          </a:bodyPr>
          <a:lstStyle/>
          <a:p>
            <a:pPr marL="0" marR="0" lvl="0" indent="0" defTabSz="914400" rtl="0" eaLnBrk="1" fontAlgn="auto" latinLnBrk="0" hangingPunct="1">
              <a:lnSpc>
                <a:spcPct val="100000"/>
              </a:lnSpc>
              <a:spcBef>
                <a:spcPts val="0"/>
              </a:spcBef>
              <a:spcAft>
                <a:spcPts val="0"/>
              </a:spcAft>
              <a:buClrTx/>
              <a:buSzTx/>
              <a:buFont typeface="Arial"/>
              <a:buNone/>
              <a:tabLst/>
              <a:defRPr/>
            </a:pPr>
            <a:r>
              <a:rPr kumimoji="0" lang="en-US" sz="2000" b="1" u="none" strike="noStrike" kern="1200" cap="none" spc="0" normalizeH="0" baseline="0" noProof="0" dirty="0" err="1">
                <a:ln>
                  <a:noFill/>
                </a:ln>
                <a:solidFill>
                  <a:prstClr val="white"/>
                </a:solidFill>
                <a:effectLst/>
                <a:uLnTx/>
                <a:uFillTx/>
                <a:cs typeface="Arial"/>
                <a:sym typeface="Arial"/>
              </a:rPr>
              <a:t>ZoomRx</a:t>
            </a:r>
            <a:r>
              <a:rPr kumimoji="0" lang="en-US" sz="2000" b="1" u="none" strike="noStrike" kern="1200" cap="none" spc="0" normalizeH="0" baseline="0" noProof="0" dirty="0">
                <a:ln>
                  <a:noFill/>
                </a:ln>
                <a:solidFill>
                  <a:prstClr val="white"/>
                </a:solidFill>
                <a:effectLst/>
                <a:uLnTx/>
                <a:uFillTx/>
                <a:cs typeface="Arial"/>
                <a:sym typeface="Arial"/>
              </a:rPr>
              <a:t> has an engaged and stable in-house panel that enables robust and rapid insights and aligns to target audiences</a:t>
            </a:r>
          </a:p>
        </p:txBody>
      </p:sp>
    </p:spTree>
    <p:extLst>
      <p:ext uri="{BB962C8B-B14F-4D97-AF65-F5344CB8AC3E}">
        <p14:creationId xmlns:p14="http://schemas.microsoft.com/office/powerpoint/2010/main" val="9546870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49083EE4-BCA5-518D-E53F-8CA75FCB6E84}"/>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486C3986-DB83-9BBF-49EA-BDDFE90D31FA}"/>
              </a:ext>
            </a:extLst>
          </p:cNvPr>
          <p:cNvSpPr/>
          <p:nvPr/>
        </p:nvSpPr>
        <p:spPr>
          <a:xfrm>
            <a:off x="0" y="0"/>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2" name="Google Shape;155;p5">
            <a:extLst>
              <a:ext uri="{FF2B5EF4-FFF2-40B4-BE49-F238E27FC236}">
                <a16:creationId xmlns:a16="http://schemas.microsoft.com/office/drawing/2014/main" id="{CE712933-CA30-38EB-BA7F-845071B398E1}"/>
              </a:ext>
            </a:extLst>
          </p:cNvPr>
          <p:cNvSpPr txBox="1"/>
          <p:nvPr/>
        </p:nvSpPr>
        <p:spPr>
          <a:xfrm>
            <a:off x="416430" y="369277"/>
            <a:ext cx="11359139" cy="457200"/>
          </a:xfrm>
          <a:prstGeom prst="rect">
            <a:avLst/>
          </a:prstGeom>
          <a:noFill/>
          <a:ln>
            <a:noFill/>
          </a:ln>
        </p:spPr>
        <p:txBody>
          <a:bodyPr spcFirstLastPara="1" wrap="square" lIns="91425" tIns="45700" rIns="91425" bIns="45700" anchor="ctr" anchorCtr="0">
            <a:noAutofit/>
          </a:bodyPr>
          <a:lstStyle/>
          <a:p>
            <a:pPr lvl="0">
              <a:defRPr/>
            </a:pPr>
            <a:r>
              <a:rPr lang="en-US" sz="2000" b="1" dirty="0" err="1">
                <a:cs typeface="Arial"/>
                <a:sym typeface="Arial"/>
              </a:rPr>
              <a:t>ZoomRx</a:t>
            </a:r>
            <a:r>
              <a:rPr lang="en-US" sz="2000" b="1" dirty="0">
                <a:cs typeface="Arial"/>
                <a:sym typeface="Arial"/>
              </a:rPr>
              <a:t> ATUs provide clear metrics &amp; analytic frameworks for tracking</a:t>
            </a:r>
          </a:p>
        </p:txBody>
      </p:sp>
      <p:pic>
        <p:nvPicPr>
          <p:cNvPr id="3" name="Picture 2">
            <a:extLst>
              <a:ext uri="{FF2B5EF4-FFF2-40B4-BE49-F238E27FC236}">
                <a16:creationId xmlns:a16="http://schemas.microsoft.com/office/drawing/2014/main" id="{FBDD66E7-07E9-C228-E713-9C40E61B506D}"/>
              </a:ext>
            </a:extLst>
          </p:cNvPr>
          <p:cNvPicPr>
            <a:picLocks noChangeAspect="1"/>
          </p:cNvPicPr>
          <p:nvPr/>
        </p:nvPicPr>
        <p:blipFill>
          <a:blip r:embed="rId3"/>
          <a:stretch>
            <a:fillRect/>
          </a:stretch>
        </p:blipFill>
        <p:spPr>
          <a:xfrm>
            <a:off x="877325" y="4273498"/>
            <a:ext cx="2573888" cy="2551826"/>
          </a:xfrm>
          <a:prstGeom prst="rect">
            <a:avLst/>
          </a:prstGeom>
        </p:spPr>
      </p:pic>
      <p:sp>
        <p:nvSpPr>
          <p:cNvPr id="5" name="Google Shape;180;p6">
            <a:extLst>
              <a:ext uri="{FF2B5EF4-FFF2-40B4-BE49-F238E27FC236}">
                <a16:creationId xmlns:a16="http://schemas.microsoft.com/office/drawing/2014/main" id="{F1FC87A3-04B3-1CF7-1E49-3960D2593BB6}"/>
              </a:ext>
            </a:extLst>
          </p:cNvPr>
          <p:cNvSpPr/>
          <p:nvPr/>
        </p:nvSpPr>
        <p:spPr>
          <a:xfrm>
            <a:off x="1029112" y="1802144"/>
            <a:ext cx="2878077" cy="1260773"/>
          </a:xfrm>
          <a:prstGeom prst="roundRect">
            <a:avLst>
              <a:gd name="adj" fmla="val 7766"/>
            </a:avLst>
          </a:prstGeom>
          <a:noFill/>
          <a:ln>
            <a:solidFill>
              <a:srgbClr val="4472C4"/>
            </a:solidFill>
          </a:ln>
        </p:spPr>
        <p:txBody>
          <a:bodyPr spcFirstLastPara="1" wrap="square" lIns="91425" tIns="45700" rIns="91425" bIns="45700" anchor="ctr" anchorCtr="0">
            <a:noAutofit/>
          </a:bodyPr>
          <a:lstStyle/>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ea typeface="Poppins"/>
                <a:cs typeface="Poppins"/>
                <a:sym typeface="Poppins"/>
              </a:rPr>
              <a:t>Aided, Unaided Awareness</a:t>
            </a: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ea typeface="Poppins"/>
                <a:cs typeface="Poppins"/>
                <a:sym typeface="Poppins"/>
              </a:rPr>
              <a:t>Stated Importance</a:t>
            </a: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ea typeface="Poppins"/>
                <a:cs typeface="Poppins"/>
                <a:sym typeface="Poppins"/>
              </a:rPr>
              <a:t>Drivers, Barriers</a:t>
            </a:r>
            <a:endParaRPr kumimoji="0" lang="en-US" sz="1050" b="0" i="0" u="none" strike="noStrike" kern="0" cap="none" spc="0" normalizeH="0" baseline="0" noProof="0" dirty="0">
              <a:ln>
                <a:noFill/>
              </a:ln>
              <a:solidFill>
                <a:srgbClr val="000000"/>
              </a:solidFill>
              <a:effectLst/>
              <a:uLnTx/>
              <a:uFillTx/>
              <a:ea typeface="Poppins"/>
              <a:cs typeface="Poppins"/>
              <a:sym typeface="Poppins"/>
            </a:endParaRP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ea typeface="Poppins"/>
                <a:cs typeface="Poppins"/>
                <a:sym typeface="Poppins"/>
              </a:rPr>
              <a:t>NPS</a:t>
            </a: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ea typeface="Poppins"/>
                <a:cs typeface="Poppins"/>
                <a:sym typeface="Poppins"/>
              </a:rPr>
              <a:t>Current, Future Usage</a:t>
            </a:r>
            <a:endParaRPr lang="en-US" sz="1050" kern="0" dirty="0">
              <a:solidFill>
                <a:srgbClr val="FFFFFF"/>
              </a:solidFill>
              <a:ea typeface="Poppins"/>
              <a:cs typeface="Poppins"/>
              <a:sym typeface="Poppins"/>
            </a:endParaRP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ea typeface="Poppins"/>
                <a:cs typeface="Poppins"/>
                <a:sym typeface="Poppins"/>
              </a:rPr>
              <a:t>And more</a:t>
            </a:r>
          </a:p>
        </p:txBody>
      </p:sp>
      <p:sp>
        <p:nvSpPr>
          <p:cNvPr id="6" name="Google Shape;192;p6">
            <a:extLst>
              <a:ext uri="{FF2B5EF4-FFF2-40B4-BE49-F238E27FC236}">
                <a16:creationId xmlns:a16="http://schemas.microsoft.com/office/drawing/2014/main" id="{39989009-F851-F6E1-198D-7225904FC16D}"/>
              </a:ext>
            </a:extLst>
          </p:cNvPr>
          <p:cNvSpPr/>
          <p:nvPr/>
        </p:nvSpPr>
        <p:spPr>
          <a:xfrm>
            <a:off x="1029495" y="973485"/>
            <a:ext cx="2877312" cy="350138"/>
          </a:xfrm>
          <a:prstGeom prst="roundRect">
            <a:avLst>
              <a:gd name="adj" fmla="val 7766"/>
            </a:avLst>
          </a:prstGeom>
          <a:solidFill>
            <a:srgbClr val="1E41EB"/>
          </a:solidFill>
          <a:ln>
            <a:noFill/>
          </a:ln>
        </p:spPr>
        <p:txBody>
          <a:bodyPr spcFirstLastPara="1" wrap="square" lIns="91425" tIns="45700" rIns="91425" bIns="45700" anchor="ctr" anchorCtr="0">
            <a:noAutofit/>
          </a:bodyPr>
          <a:lstStyle/>
          <a:p>
            <a:pPr marL="0" marR="0" lvl="0" indent="0" algn="ctr" defTabSz="914377"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0" u="none" strike="noStrike" kern="1200" cap="none" spc="0" normalizeH="0" baseline="0" noProof="0">
                <a:ln>
                  <a:noFill/>
                </a:ln>
                <a:solidFill>
                  <a:srgbClr val="FDFBFF"/>
                </a:solidFill>
                <a:effectLst/>
                <a:uLnTx/>
                <a:uFillTx/>
                <a:ea typeface="Poppins"/>
                <a:cs typeface="Poppins"/>
                <a:sym typeface="Poppins"/>
              </a:rPr>
              <a:t>WHAT’S THE SITUATION?</a:t>
            </a:r>
            <a:endParaRPr kumimoji="0" lang="en-US" sz="1200" b="0" i="0" u="none" strike="noStrike" kern="1200" cap="none" spc="0" normalizeH="0" baseline="0" noProof="0">
              <a:ln>
                <a:noFill/>
              </a:ln>
              <a:solidFill>
                <a:srgbClr val="FDFBFF"/>
              </a:solidFill>
              <a:effectLst/>
              <a:uLnTx/>
              <a:uFillTx/>
              <a:ea typeface="Poppins"/>
              <a:cs typeface="Poppins"/>
              <a:sym typeface="Poppins"/>
            </a:endParaRPr>
          </a:p>
        </p:txBody>
      </p:sp>
      <p:pic>
        <p:nvPicPr>
          <p:cNvPr id="7" name="Google Shape;204;p6" descr="A picture containing text, toiletry, cosmetic, clipart&#10;&#10;Description automatically generated">
            <a:extLst>
              <a:ext uri="{FF2B5EF4-FFF2-40B4-BE49-F238E27FC236}">
                <a16:creationId xmlns:a16="http://schemas.microsoft.com/office/drawing/2014/main" id="{669ED4E1-61DF-4AA3-2D92-90E57B2DC1F8}"/>
              </a:ext>
            </a:extLst>
          </p:cNvPr>
          <p:cNvPicPr preferRelativeResize="0"/>
          <p:nvPr/>
        </p:nvPicPr>
        <p:blipFill rotWithShape="1">
          <a:blip r:embed="rId4">
            <a:alphaModFix/>
          </a:blip>
          <a:srcRect/>
          <a:stretch/>
        </p:blipFill>
        <p:spPr>
          <a:xfrm>
            <a:off x="3440592" y="1009150"/>
            <a:ext cx="361505" cy="278808"/>
          </a:xfrm>
          <a:prstGeom prst="rect">
            <a:avLst/>
          </a:prstGeom>
          <a:noFill/>
          <a:ln>
            <a:noFill/>
          </a:ln>
        </p:spPr>
      </p:pic>
      <p:sp>
        <p:nvSpPr>
          <p:cNvPr id="8" name="Google Shape;182;p6">
            <a:extLst>
              <a:ext uri="{FF2B5EF4-FFF2-40B4-BE49-F238E27FC236}">
                <a16:creationId xmlns:a16="http://schemas.microsoft.com/office/drawing/2014/main" id="{2A7A4985-2085-1B37-8061-EF99A49BD60E}"/>
              </a:ext>
            </a:extLst>
          </p:cNvPr>
          <p:cNvSpPr txBox="1"/>
          <p:nvPr/>
        </p:nvSpPr>
        <p:spPr>
          <a:xfrm>
            <a:off x="1450163" y="1327547"/>
            <a:ext cx="2035977" cy="253875"/>
          </a:xfrm>
          <a:prstGeom prst="rect">
            <a:avLst/>
          </a:prstGeom>
          <a:noFill/>
          <a:ln>
            <a:noFill/>
          </a:ln>
        </p:spPr>
        <p:txBody>
          <a:bodyPr spcFirstLastPara="1" wrap="square" lIns="45700" tIns="45700" rIns="45700" bIns="45700" anchor="ctr" anchorCtr="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050" b="0" i="0" u="none" strike="noStrike" kern="1200" cap="none" spc="0" normalizeH="0" baseline="0" noProof="0">
                <a:ln>
                  <a:noFill/>
                </a:ln>
                <a:solidFill>
                  <a:srgbClr val="FFFFFF"/>
                </a:solidFill>
                <a:effectLst/>
                <a:uLnTx/>
                <a:uFillTx/>
                <a:ea typeface="Poppins"/>
                <a:cs typeface="Poppins"/>
                <a:sym typeface="Poppins"/>
              </a:rPr>
              <a:t>Metrics</a:t>
            </a:r>
            <a:endParaRPr kumimoji="0" lang="en-US" sz="2400" b="0" i="0" u="none" strike="noStrike" kern="1200" cap="none" spc="0" normalizeH="0" baseline="0" noProof="0">
              <a:ln>
                <a:noFill/>
              </a:ln>
              <a:solidFill>
                <a:srgbClr val="FFFFFF"/>
              </a:solidFill>
              <a:effectLst/>
              <a:uLnTx/>
              <a:uFillTx/>
              <a:cs typeface="Arial"/>
              <a:sym typeface="Arial"/>
            </a:endParaRPr>
          </a:p>
        </p:txBody>
      </p:sp>
      <p:sp>
        <p:nvSpPr>
          <p:cNvPr id="9" name="Google Shape;188;p6">
            <a:extLst>
              <a:ext uri="{FF2B5EF4-FFF2-40B4-BE49-F238E27FC236}">
                <a16:creationId xmlns:a16="http://schemas.microsoft.com/office/drawing/2014/main" id="{AE61DFF5-9A58-B01B-CDA9-6876BA9CD2F7}"/>
              </a:ext>
            </a:extLst>
          </p:cNvPr>
          <p:cNvSpPr/>
          <p:nvPr/>
        </p:nvSpPr>
        <p:spPr>
          <a:xfrm>
            <a:off x="4391499" y="1802144"/>
            <a:ext cx="3164444" cy="1260773"/>
          </a:xfrm>
          <a:prstGeom prst="roundRect">
            <a:avLst>
              <a:gd name="adj" fmla="val 7766"/>
            </a:avLst>
          </a:prstGeom>
          <a:noFill/>
          <a:ln>
            <a:solidFill>
              <a:srgbClr val="4472C4"/>
            </a:solidFill>
          </a:ln>
        </p:spPr>
        <p:txBody>
          <a:bodyPr spcFirstLastPara="1" wrap="square" lIns="91425" tIns="45700" rIns="91425" bIns="45700" anchor="ctr" anchorCtr="0">
            <a:noAutofit/>
          </a:bodyPr>
          <a:lstStyle/>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ea typeface="Poppins"/>
                <a:cs typeface="Poppins"/>
                <a:sym typeface="Poppins"/>
              </a:rPr>
              <a:t>Attribute important / </a:t>
            </a:r>
            <a:r>
              <a:rPr kumimoji="0" lang="en-US" sz="1050" b="0" i="0" u="none" strike="noStrike" kern="0" cap="none" spc="0" normalizeH="0" baseline="0" noProof="0" dirty="0" err="1">
                <a:ln>
                  <a:noFill/>
                </a:ln>
                <a:solidFill>
                  <a:srgbClr val="FFFFFF"/>
                </a:solidFill>
                <a:effectLst/>
                <a:uLnTx/>
                <a:uFillTx/>
                <a:ea typeface="Poppins"/>
                <a:cs typeface="Poppins"/>
                <a:sym typeface="Poppins"/>
              </a:rPr>
              <a:t>MaxDiff</a:t>
            </a:r>
            <a:endParaRPr kumimoji="0" lang="en-US" sz="1050" b="0" i="0" u="none" strike="noStrike" kern="0" cap="none" spc="0" normalizeH="0" baseline="0" noProof="0" dirty="0">
              <a:ln>
                <a:noFill/>
              </a:ln>
              <a:solidFill>
                <a:srgbClr val="FFFFFF"/>
              </a:solidFill>
              <a:effectLst/>
              <a:uLnTx/>
              <a:uFillTx/>
              <a:ea typeface="Poppins"/>
              <a:cs typeface="Poppins"/>
              <a:sym typeface="Poppins"/>
            </a:endParaRP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ea typeface="Poppins"/>
                <a:cs typeface="Poppins"/>
                <a:sym typeface="Poppins"/>
              </a:rPr>
              <a:t>Patient Adoption Funnel</a:t>
            </a: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ea typeface="Poppins"/>
                <a:cs typeface="Poppins"/>
                <a:sym typeface="Poppins"/>
              </a:rPr>
              <a:t>Brand Equity Matrix</a:t>
            </a: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ea typeface="Poppins"/>
                <a:cs typeface="Poppins"/>
                <a:sym typeface="Poppins"/>
              </a:rPr>
              <a:t>Derived vs. Stated importance</a:t>
            </a:r>
            <a:endParaRPr lang="en-US" sz="1050" kern="0" dirty="0">
              <a:solidFill>
                <a:srgbClr val="FFFFFF"/>
              </a:solidFill>
              <a:ea typeface="Poppins"/>
              <a:cs typeface="Poppins"/>
              <a:sym typeface="Poppins"/>
            </a:endParaRP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ea typeface="Poppins"/>
                <a:cs typeface="Poppins"/>
                <a:sym typeface="Poppins"/>
              </a:rPr>
              <a:t>Perceptual Mapping</a:t>
            </a:r>
          </a:p>
        </p:txBody>
      </p:sp>
      <p:sp>
        <p:nvSpPr>
          <p:cNvPr id="10" name="Google Shape;199;p6">
            <a:extLst>
              <a:ext uri="{FF2B5EF4-FFF2-40B4-BE49-F238E27FC236}">
                <a16:creationId xmlns:a16="http://schemas.microsoft.com/office/drawing/2014/main" id="{28748709-67EE-7A6E-CFE4-706F8071B280}"/>
              </a:ext>
            </a:extLst>
          </p:cNvPr>
          <p:cNvSpPr/>
          <p:nvPr/>
        </p:nvSpPr>
        <p:spPr>
          <a:xfrm>
            <a:off x="4400092" y="973485"/>
            <a:ext cx="3164443" cy="350138"/>
          </a:xfrm>
          <a:prstGeom prst="roundRect">
            <a:avLst>
              <a:gd name="adj" fmla="val 7766"/>
            </a:avLst>
          </a:prstGeom>
          <a:solidFill>
            <a:srgbClr val="795DED"/>
          </a:solidFill>
          <a:ln>
            <a:noFill/>
          </a:ln>
        </p:spPr>
        <p:txBody>
          <a:bodyPr spcFirstLastPara="1" wrap="square" lIns="91425" tIns="45700" rIns="91425" bIns="45700" anchor="ctr" anchorCtr="0">
            <a:noAutofit/>
          </a:bodyPr>
          <a:lstStyle/>
          <a:p>
            <a:pPr marL="0" marR="0" lvl="0" indent="0" algn="ctr" defTabSz="914377"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0" u="none" strike="noStrike" kern="1200" cap="none" spc="0" normalizeH="0" baseline="0" noProof="0">
                <a:ln>
                  <a:noFill/>
                </a:ln>
                <a:solidFill>
                  <a:srgbClr val="FDFBFF"/>
                </a:solidFill>
                <a:effectLst/>
                <a:uLnTx/>
                <a:uFillTx/>
                <a:ea typeface="Poppins"/>
                <a:cs typeface="Poppins"/>
                <a:sym typeface="Poppins"/>
              </a:rPr>
              <a:t>SO WHAT?</a:t>
            </a:r>
            <a:endParaRPr kumimoji="0" lang="en-US" sz="1200" b="0" i="0" u="none" strike="noStrike" kern="1200" cap="none" spc="0" normalizeH="0" baseline="0" noProof="0">
              <a:ln>
                <a:noFill/>
              </a:ln>
              <a:solidFill>
                <a:srgbClr val="FDFBFF"/>
              </a:solidFill>
              <a:effectLst/>
              <a:uLnTx/>
              <a:uFillTx/>
              <a:ea typeface="Poppins"/>
              <a:cs typeface="Poppins"/>
              <a:sym typeface="Poppins"/>
            </a:endParaRPr>
          </a:p>
        </p:txBody>
      </p:sp>
      <p:pic>
        <p:nvPicPr>
          <p:cNvPr id="11" name="Google Shape;211;p6">
            <a:extLst>
              <a:ext uri="{FF2B5EF4-FFF2-40B4-BE49-F238E27FC236}">
                <a16:creationId xmlns:a16="http://schemas.microsoft.com/office/drawing/2014/main" id="{77C902C2-8B5B-A2C1-5902-7166E9E9936B}"/>
              </a:ext>
            </a:extLst>
          </p:cNvPr>
          <p:cNvPicPr preferRelativeResize="0"/>
          <p:nvPr/>
        </p:nvPicPr>
        <p:blipFill rotWithShape="1">
          <a:blip r:embed="rId5">
            <a:alphaModFix/>
          </a:blip>
          <a:srcRect/>
          <a:stretch/>
        </p:blipFill>
        <p:spPr>
          <a:xfrm>
            <a:off x="6793700" y="997017"/>
            <a:ext cx="347235" cy="303075"/>
          </a:xfrm>
          <a:prstGeom prst="rect">
            <a:avLst/>
          </a:prstGeom>
          <a:noFill/>
          <a:ln>
            <a:noFill/>
          </a:ln>
        </p:spPr>
      </p:pic>
      <p:sp>
        <p:nvSpPr>
          <p:cNvPr id="12" name="Google Shape;182;p6">
            <a:extLst>
              <a:ext uri="{FF2B5EF4-FFF2-40B4-BE49-F238E27FC236}">
                <a16:creationId xmlns:a16="http://schemas.microsoft.com/office/drawing/2014/main" id="{5A18FB0E-BF89-14AC-FD57-0E6345D795A1}"/>
              </a:ext>
            </a:extLst>
          </p:cNvPr>
          <p:cNvSpPr txBox="1"/>
          <p:nvPr/>
        </p:nvSpPr>
        <p:spPr>
          <a:xfrm>
            <a:off x="4519939" y="1327547"/>
            <a:ext cx="2924748" cy="415458"/>
          </a:xfrm>
          <a:prstGeom prst="rect">
            <a:avLst/>
          </a:prstGeom>
          <a:noFill/>
          <a:ln>
            <a:noFill/>
          </a:ln>
        </p:spPr>
        <p:txBody>
          <a:bodyPr spcFirstLastPara="1" wrap="square" lIns="45700" tIns="45700" rIns="45700" bIns="45700" anchor="ctr" anchorCtr="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050" b="0" i="0" u="none" strike="noStrike" kern="1200" cap="none" spc="0" normalizeH="0" baseline="0" noProof="0" dirty="0">
                <a:ln>
                  <a:noFill/>
                </a:ln>
                <a:solidFill>
                  <a:srgbClr val="FFFFFF"/>
                </a:solidFill>
                <a:effectLst/>
                <a:uLnTx/>
                <a:uFillTx/>
                <a:ea typeface="Poppins"/>
                <a:cs typeface="Poppins"/>
                <a:sym typeface="Poppins"/>
              </a:rPr>
              <a:t>Frameworks &amp; Benchmarks to link metrics </a:t>
            </a:r>
            <a:br>
              <a:rPr kumimoji="0" lang="en-US" sz="1050" b="0" i="0" u="none" strike="noStrike" kern="1200" cap="none" spc="0" normalizeH="0" baseline="0" noProof="0" dirty="0">
                <a:ln>
                  <a:noFill/>
                </a:ln>
                <a:solidFill>
                  <a:srgbClr val="FFFFFF"/>
                </a:solidFill>
                <a:effectLst/>
                <a:uLnTx/>
                <a:uFillTx/>
                <a:ea typeface="Poppins"/>
                <a:cs typeface="Poppins"/>
                <a:sym typeface="Poppins"/>
              </a:rPr>
            </a:br>
            <a:r>
              <a:rPr kumimoji="0" lang="en-US" sz="1050" b="0" i="0" u="none" strike="noStrike" kern="1200" cap="none" spc="0" normalizeH="0" baseline="0" noProof="0" dirty="0">
                <a:ln>
                  <a:noFill/>
                </a:ln>
                <a:solidFill>
                  <a:srgbClr val="FFFFFF"/>
                </a:solidFill>
                <a:effectLst/>
                <a:uLnTx/>
                <a:uFillTx/>
                <a:ea typeface="Poppins"/>
                <a:cs typeface="Poppins"/>
                <a:sym typeface="Poppins"/>
              </a:rPr>
              <a:t>to performance</a:t>
            </a:r>
            <a:endParaRPr kumimoji="0" lang="en-US" sz="2400" b="0" i="0" u="none" strike="noStrike" kern="1200" cap="none" spc="0" normalizeH="0" baseline="0" noProof="0" dirty="0">
              <a:ln>
                <a:noFill/>
              </a:ln>
              <a:solidFill>
                <a:srgbClr val="FFFFFF"/>
              </a:solidFill>
              <a:effectLst/>
              <a:uLnTx/>
              <a:uFillTx/>
              <a:cs typeface="Arial"/>
              <a:sym typeface="Arial"/>
            </a:endParaRPr>
          </a:p>
        </p:txBody>
      </p:sp>
      <p:sp>
        <p:nvSpPr>
          <p:cNvPr id="13" name="Google Shape;184;p6">
            <a:extLst>
              <a:ext uri="{FF2B5EF4-FFF2-40B4-BE49-F238E27FC236}">
                <a16:creationId xmlns:a16="http://schemas.microsoft.com/office/drawing/2014/main" id="{0618C628-FFFD-F97E-8286-0B5B03C6D14F}"/>
              </a:ext>
            </a:extLst>
          </p:cNvPr>
          <p:cNvSpPr/>
          <p:nvPr/>
        </p:nvSpPr>
        <p:spPr>
          <a:xfrm>
            <a:off x="7948838" y="1785195"/>
            <a:ext cx="3165885" cy="1260773"/>
          </a:xfrm>
          <a:prstGeom prst="roundRect">
            <a:avLst>
              <a:gd name="adj" fmla="val 7766"/>
            </a:avLst>
          </a:prstGeom>
          <a:noFill/>
          <a:ln>
            <a:solidFill>
              <a:srgbClr val="4472C4"/>
            </a:solidFill>
          </a:ln>
        </p:spPr>
        <p:txBody>
          <a:bodyPr spcFirstLastPara="1" wrap="square" lIns="91425" tIns="45700" rIns="0" bIns="45700" anchor="ctr" anchorCtr="0">
            <a:noAutofit/>
          </a:bodyPr>
          <a:lstStyle/>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cs typeface="Poppins"/>
                <a:sym typeface="Arial"/>
              </a:rPr>
              <a:t>Fix “leaks” in adoption funnel</a:t>
            </a: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cs typeface="Poppins"/>
                <a:sym typeface="Poppins"/>
              </a:rPr>
              <a:t>Enhance competitive positioning</a:t>
            </a: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cs typeface="Poppins"/>
                <a:sym typeface="Poppins"/>
              </a:rPr>
              <a:t>Understand patient preferences</a:t>
            </a: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cs typeface="Poppins"/>
                <a:sym typeface="Poppins"/>
              </a:rPr>
              <a:t>Act on implicit preferences</a:t>
            </a: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cs typeface="Poppins"/>
                <a:sym typeface="Poppins"/>
              </a:rPr>
              <a:t>Personalize </a:t>
            </a:r>
            <a:r>
              <a:rPr lang="en-US" sz="1050" kern="0" dirty="0">
                <a:solidFill>
                  <a:srgbClr val="FFFFFF"/>
                </a:solidFill>
                <a:cs typeface="Poppins"/>
                <a:sym typeface="Poppins"/>
              </a:rPr>
              <a:t>patient </a:t>
            </a:r>
            <a:r>
              <a:rPr kumimoji="0" lang="en-US" sz="1050" b="0" i="0" u="none" strike="noStrike" kern="0" cap="none" spc="0" normalizeH="0" baseline="0" noProof="0" dirty="0">
                <a:ln>
                  <a:noFill/>
                </a:ln>
                <a:solidFill>
                  <a:srgbClr val="FFFFFF"/>
                </a:solidFill>
                <a:effectLst/>
                <a:uLnTx/>
                <a:uFillTx/>
                <a:cs typeface="Poppins"/>
                <a:sym typeface="Poppins"/>
              </a:rPr>
              <a:t>communication</a:t>
            </a:r>
          </a:p>
          <a:p>
            <a:pPr marL="285744" marR="0" lvl="0" indent="-285744" algn="l" defTabSz="914377" rtl="0" eaLnBrk="1" fontAlgn="auto" latinLnBrk="0" hangingPunct="1">
              <a:lnSpc>
                <a:spcPct val="115000"/>
              </a:lnSpc>
              <a:spcBef>
                <a:spcPts val="0"/>
              </a:spcBef>
              <a:spcAft>
                <a:spcPts val="0"/>
              </a:spcAft>
              <a:buClr>
                <a:srgbClr val="FFFFFF"/>
              </a:buClr>
              <a:buSzPts val="1800"/>
              <a:buFont typeface="Arial"/>
              <a:buChar char="•"/>
              <a:tabLst/>
              <a:defRPr/>
            </a:pPr>
            <a:r>
              <a:rPr kumimoji="0" lang="en-US" sz="1050" b="0" i="0" u="none" strike="noStrike" kern="0" cap="none" spc="0" normalizeH="0" baseline="0" noProof="0" dirty="0">
                <a:ln>
                  <a:noFill/>
                </a:ln>
                <a:solidFill>
                  <a:srgbClr val="FFFFFF"/>
                </a:solidFill>
                <a:effectLst/>
                <a:uLnTx/>
                <a:uFillTx/>
                <a:cs typeface="Poppins"/>
                <a:sym typeface="Poppins"/>
              </a:rPr>
              <a:t>Optimize promotional tactics</a:t>
            </a:r>
          </a:p>
        </p:txBody>
      </p:sp>
      <p:sp>
        <p:nvSpPr>
          <p:cNvPr id="14" name="Google Shape;206;p6">
            <a:extLst>
              <a:ext uri="{FF2B5EF4-FFF2-40B4-BE49-F238E27FC236}">
                <a16:creationId xmlns:a16="http://schemas.microsoft.com/office/drawing/2014/main" id="{86E743E2-01EF-B013-226C-0F3271721478}"/>
              </a:ext>
            </a:extLst>
          </p:cNvPr>
          <p:cNvSpPr/>
          <p:nvPr/>
        </p:nvSpPr>
        <p:spPr>
          <a:xfrm>
            <a:off x="7948837" y="972935"/>
            <a:ext cx="3161447" cy="350138"/>
          </a:xfrm>
          <a:prstGeom prst="roundRect">
            <a:avLst>
              <a:gd name="adj" fmla="val 7766"/>
            </a:avLst>
          </a:prstGeom>
          <a:solidFill>
            <a:srgbClr val="39C7A5"/>
          </a:solidFill>
          <a:ln>
            <a:noFill/>
          </a:ln>
        </p:spPr>
        <p:txBody>
          <a:bodyPr spcFirstLastPara="1" wrap="square" lIns="91425" tIns="45700" rIns="91425" bIns="45700" anchor="ctr" anchorCtr="0">
            <a:noAutofit/>
          </a:bodyPr>
          <a:lstStyle/>
          <a:p>
            <a:pPr marL="0" marR="0" lvl="0" indent="0" algn="ctr" defTabSz="914377"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0" u="none" strike="noStrike" kern="1200" cap="none" spc="0" normalizeH="0" baseline="0" noProof="0">
                <a:ln>
                  <a:noFill/>
                </a:ln>
                <a:solidFill>
                  <a:srgbClr val="FDFBFF"/>
                </a:solidFill>
                <a:effectLst/>
                <a:uLnTx/>
                <a:uFillTx/>
                <a:ea typeface="Poppins"/>
                <a:cs typeface="Poppins"/>
                <a:sym typeface="Poppins"/>
              </a:rPr>
              <a:t>NOW WHAT?</a:t>
            </a:r>
            <a:endParaRPr kumimoji="0" lang="en-US" sz="1200" b="0" i="0" u="none" strike="noStrike" kern="1200" cap="none" spc="0" normalizeH="0" baseline="0" noProof="0">
              <a:ln>
                <a:noFill/>
              </a:ln>
              <a:solidFill>
                <a:srgbClr val="FDFBFF"/>
              </a:solidFill>
              <a:effectLst/>
              <a:uLnTx/>
              <a:uFillTx/>
              <a:ea typeface="Poppins"/>
              <a:cs typeface="Poppins"/>
              <a:sym typeface="Poppins"/>
            </a:endParaRPr>
          </a:p>
        </p:txBody>
      </p:sp>
      <p:pic>
        <p:nvPicPr>
          <p:cNvPr id="15" name="Picture 2">
            <a:extLst>
              <a:ext uri="{FF2B5EF4-FFF2-40B4-BE49-F238E27FC236}">
                <a16:creationId xmlns:a16="http://schemas.microsoft.com/office/drawing/2014/main" id="{DC1ADD5E-7DA5-DBA3-CC53-4C67C6C1AA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63672" y="1027563"/>
            <a:ext cx="278912" cy="240879"/>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182;p6">
            <a:extLst>
              <a:ext uri="{FF2B5EF4-FFF2-40B4-BE49-F238E27FC236}">
                <a16:creationId xmlns:a16="http://schemas.microsoft.com/office/drawing/2014/main" id="{92351D1B-11E7-239D-0158-C548DDAF386F}"/>
              </a:ext>
            </a:extLst>
          </p:cNvPr>
          <p:cNvSpPr txBox="1"/>
          <p:nvPr/>
        </p:nvSpPr>
        <p:spPr>
          <a:xfrm>
            <a:off x="8318671" y="1327547"/>
            <a:ext cx="2035977" cy="253875"/>
          </a:xfrm>
          <a:prstGeom prst="rect">
            <a:avLst/>
          </a:prstGeom>
          <a:noFill/>
          <a:ln>
            <a:noFill/>
          </a:ln>
        </p:spPr>
        <p:txBody>
          <a:bodyPr spcFirstLastPara="1" wrap="square" lIns="45700" tIns="45700" rIns="45700" bIns="45700" anchor="ctr" anchorCtr="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050" b="0" i="0" u="none" strike="noStrike" kern="1200" cap="none" spc="0" normalizeH="0" baseline="0" noProof="0">
                <a:ln>
                  <a:noFill/>
                </a:ln>
                <a:solidFill>
                  <a:srgbClr val="FFFFFF"/>
                </a:solidFill>
                <a:effectLst/>
                <a:uLnTx/>
                <a:uFillTx/>
                <a:ea typeface="+mn-ea"/>
                <a:cs typeface="Poppins"/>
                <a:sym typeface="Poppins"/>
              </a:rPr>
              <a:t>Actions</a:t>
            </a:r>
            <a:endParaRPr kumimoji="0" lang="en-US" sz="2400" b="0" i="0" u="none" strike="noStrike" kern="1200" cap="none" spc="0" normalizeH="0" baseline="0" noProof="0">
              <a:ln>
                <a:noFill/>
              </a:ln>
              <a:solidFill>
                <a:srgbClr val="FFFFFF"/>
              </a:solidFill>
              <a:effectLst/>
              <a:uLnTx/>
              <a:uFillTx/>
              <a:ea typeface="+mn-ea"/>
              <a:cs typeface="Arial"/>
              <a:sym typeface="Arial"/>
            </a:endParaRPr>
          </a:p>
        </p:txBody>
      </p:sp>
      <p:sp>
        <p:nvSpPr>
          <p:cNvPr id="17" name="Isosceles Triangle 16">
            <a:extLst>
              <a:ext uri="{FF2B5EF4-FFF2-40B4-BE49-F238E27FC236}">
                <a16:creationId xmlns:a16="http://schemas.microsoft.com/office/drawing/2014/main" id="{6EC4F018-9D68-A54D-CE14-70587BCDDDB7}"/>
              </a:ext>
            </a:extLst>
          </p:cNvPr>
          <p:cNvSpPr/>
          <p:nvPr/>
        </p:nvSpPr>
        <p:spPr>
          <a:xfrm rot="16200000" flipV="1">
            <a:off x="3396495" y="2313741"/>
            <a:ext cx="1463040" cy="182880"/>
          </a:xfrm>
          <a:prstGeom prst="triangle">
            <a:avLst/>
          </a:prstGeom>
          <a:solidFill>
            <a:srgbClr val="E7E6E6"/>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FFFFFF"/>
              </a:solidFill>
              <a:effectLst/>
              <a:uLnTx/>
              <a:uFillTx/>
              <a:ea typeface="+mn-ea"/>
              <a:cs typeface="+mn-cs"/>
              <a:sym typeface="Arial"/>
            </a:endParaRPr>
          </a:p>
        </p:txBody>
      </p:sp>
      <p:sp>
        <p:nvSpPr>
          <p:cNvPr id="18" name="Isosceles Triangle 17">
            <a:extLst>
              <a:ext uri="{FF2B5EF4-FFF2-40B4-BE49-F238E27FC236}">
                <a16:creationId xmlns:a16="http://schemas.microsoft.com/office/drawing/2014/main" id="{7883CC34-A3BF-C18C-A2A2-751AB7CC94CA}"/>
              </a:ext>
            </a:extLst>
          </p:cNvPr>
          <p:cNvSpPr/>
          <p:nvPr/>
        </p:nvSpPr>
        <p:spPr>
          <a:xfrm rot="16200000" flipV="1">
            <a:off x="7014889" y="2313741"/>
            <a:ext cx="1463040" cy="182880"/>
          </a:xfrm>
          <a:prstGeom prst="triangle">
            <a:avLst/>
          </a:prstGeom>
          <a:solidFill>
            <a:srgbClr val="E7E6E6"/>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FFFFFF"/>
              </a:solidFill>
              <a:effectLst/>
              <a:uLnTx/>
              <a:uFillTx/>
              <a:ea typeface="+mn-ea"/>
              <a:cs typeface="+mn-cs"/>
              <a:sym typeface="Arial"/>
            </a:endParaRPr>
          </a:p>
        </p:txBody>
      </p:sp>
      <p:pic>
        <p:nvPicPr>
          <p:cNvPr id="20" name="Picture 19">
            <a:extLst>
              <a:ext uri="{FF2B5EF4-FFF2-40B4-BE49-F238E27FC236}">
                <a16:creationId xmlns:a16="http://schemas.microsoft.com/office/drawing/2014/main" id="{7E7BB2B3-EC7F-2E23-2301-1C188A4EE91E}"/>
              </a:ext>
            </a:extLst>
          </p:cNvPr>
          <p:cNvPicPr>
            <a:picLocks noChangeAspect="1"/>
          </p:cNvPicPr>
          <p:nvPr/>
        </p:nvPicPr>
        <p:blipFill>
          <a:blip r:embed="rId7"/>
          <a:stretch>
            <a:fillRect/>
          </a:stretch>
        </p:blipFill>
        <p:spPr>
          <a:xfrm>
            <a:off x="8275481" y="4273498"/>
            <a:ext cx="2577564" cy="2551826"/>
          </a:xfrm>
          <a:prstGeom prst="rect">
            <a:avLst/>
          </a:prstGeom>
        </p:spPr>
      </p:pic>
      <p:sp>
        <p:nvSpPr>
          <p:cNvPr id="32" name="Rectangle 31">
            <a:extLst>
              <a:ext uri="{FF2B5EF4-FFF2-40B4-BE49-F238E27FC236}">
                <a16:creationId xmlns:a16="http://schemas.microsoft.com/office/drawing/2014/main" id="{4789F863-11B1-F409-98DB-68FC179FE4E7}"/>
              </a:ext>
            </a:extLst>
          </p:cNvPr>
          <p:cNvSpPr/>
          <p:nvPr/>
        </p:nvSpPr>
        <p:spPr>
          <a:xfrm>
            <a:off x="896548" y="3223791"/>
            <a:ext cx="3010259" cy="307777"/>
          </a:xfrm>
          <a:prstGeom prst="rect">
            <a:avLst/>
          </a:prstGeom>
          <a:solidFill>
            <a:srgbClr val="000000"/>
          </a:solidFill>
        </p:spPr>
        <p:txBody>
          <a:bodyPr wrap="square" lIns="91440" tIns="45720" rIns="91440" bIns="45720" anchor="t">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400" b="1" i="0" u="none" strike="noStrike" kern="0" cap="none" spc="0" normalizeH="0" baseline="0" noProof="0" dirty="0">
                <a:ln>
                  <a:noFill/>
                </a:ln>
                <a:solidFill>
                  <a:prstClr val="white"/>
                </a:solidFill>
                <a:effectLst/>
                <a:uLnTx/>
                <a:uFillTx/>
                <a:ea typeface="Roboto"/>
                <a:cs typeface="Poppins" panose="00000500000000000000" pitchFamily="2" charset="0"/>
                <a:sym typeface="Arial"/>
              </a:rPr>
              <a:t>Brand Equity Matrix</a:t>
            </a:r>
          </a:p>
        </p:txBody>
      </p:sp>
      <p:sp>
        <p:nvSpPr>
          <p:cNvPr id="35" name="Rectangle 34">
            <a:extLst>
              <a:ext uri="{FF2B5EF4-FFF2-40B4-BE49-F238E27FC236}">
                <a16:creationId xmlns:a16="http://schemas.microsoft.com/office/drawing/2014/main" id="{4CE01400-8BC3-410F-1E48-02F28C9B4040}"/>
              </a:ext>
            </a:extLst>
          </p:cNvPr>
          <p:cNvSpPr/>
          <p:nvPr/>
        </p:nvSpPr>
        <p:spPr>
          <a:xfrm>
            <a:off x="896548" y="3534834"/>
            <a:ext cx="3133201" cy="738664"/>
          </a:xfrm>
          <a:prstGeom prst="rect">
            <a:avLst/>
          </a:prstGeom>
          <a:solidFill>
            <a:srgbClr val="000000"/>
          </a:solidFill>
        </p:spPr>
        <p:txBody>
          <a:bodyPr wrap="square" lIns="91440" tIns="45720" rIns="91440" bIns="45720" anchor="t">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050" b="0" i="0" u="none" strike="noStrike" kern="0" cap="none" spc="0" normalizeH="0" baseline="0" noProof="0" dirty="0">
                <a:ln>
                  <a:noFill/>
                </a:ln>
                <a:solidFill>
                  <a:srgbClr val="FFFFFF"/>
                </a:solidFill>
                <a:effectLst/>
                <a:uLnTx/>
                <a:uFillTx/>
                <a:ea typeface="Roboto"/>
                <a:cs typeface="Poppins" panose="00000500000000000000" pitchFamily="2" charset="0"/>
                <a:sym typeface="Arial"/>
              </a:rPr>
              <a:t>The Brand Equity Matrix helps commercial teams to track the relative position of various brands and prepare appropriate strategies to grow their brand</a:t>
            </a:r>
          </a:p>
        </p:txBody>
      </p:sp>
      <p:cxnSp>
        <p:nvCxnSpPr>
          <p:cNvPr id="36" name="Straight Connector 35">
            <a:extLst>
              <a:ext uri="{FF2B5EF4-FFF2-40B4-BE49-F238E27FC236}">
                <a16:creationId xmlns:a16="http://schemas.microsoft.com/office/drawing/2014/main" id="{F729CAFC-143F-FD27-EF71-FDB070152730}"/>
              </a:ext>
            </a:extLst>
          </p:cNvPr>
          <p:cNvCxnSpPr>
            <a:cxnSpLocks/>
          </p:cNvCxnSpPr>
          <p:nvPr/>
        </p:nvCxnSpPr>
        <p:spPr>
          <a:xfrm>
            <a:off x="933334" y="3223791"/>
            <a:ext cx="0" cy="1280160"/>
          </a:xfrm>
          <a:prstGeom prst="line">
            <a:avLst/>
          </a:prstGeom>
          <a:noFill/>
          <a:ln w="19050" cap="flat" cmpd="sng" algn="ctr">
            <a:solidFill>
              <a:srgbClr val="2CBBC4"/>
            </a:solidFill>
            <a:prstDash val="solid"/>
          </a:ln>
          <a:effectLst/>
        </p:spPr>
      </p:cxnSp>
      <p:grpSp>
        <p:nvGrpSpPr>
          <p:cNvPr id="37" name="Group 36">
            <a:extLst>
              <a:ext uri="{FF2B5EF4-FFF2-40B4-BE49-F238E27FC236}">
                <a16:creationId xmlns:a16="http://schemas.microsoft.com/office/drawing/2014/main" id="{3A8B80A2-3433-686C-4047-BF4844918E44}"/>
              </a:ext>
            </a:extLst>
          </p:cNvPr>
          <p:cNvGrpSpPr/>
          <p:nvPr/>
        </p:nvGrpSpPr>
        <p:grpSpPr>
          <a:xfrm>
            <a:off x="4400092" y="3196623"/>
            <a:ext cx="3165884" cy="1105830"/>
            <a:chOff x="1801379" y="3472234"/>
            <a:chExt cx="3165884" cy="1105830"/>
          </a:xfrm>
        </p:grpSpPr>
        <p:sp>
          <p:nvSpPr>
            <p:cNvPr id="38" name="Rectangle 37">
              <a:extLst>
                <a:ext uri="{FF2B5EF4-FFF2-40B4-BE49-F238E27FC236}">
                  <a16:creationId xmlns:a16="http://schemas.microsoft.com/office/drawing/2014/main" id="{A440D52F-21DA-F240-16BE-0AC09DCE1A7A}"/>
                </a:ext>
              </a:extLst>
            </p:cNvPr>
            <p:cNvSpPr/>
            <p:nvPr/>
          </p:nvSpPr>
          <p:spPr>
            <a:xfrm>
              <a:off x="1801379" y="3472234"/>
              <a:ext cx="3165884" cy="307777"/>
            </a:xfrm>
            <a:prstGeom prst="rect">
              <a:avLst/>
            </a:prstGeom>
            <a:solidFill>
              <a:srgbClr val="000000"/>
            </a:solidFill>
          </p:spPr>
          <p:txBody>
            <a:bodyPr wrap="square" lIns="91440" tIns="45720" rIns="91440" bIns="45720" anchor="t">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400" b="1" i="0" u="none" strike="noStrike" kern="0" cap="none" spc="0" normalizeH="0" baseline="0" noProof="0" dirty="0">
                  <a:ln>
                    <a:noFill/>
                  </a:ln>
                  <a:solidFill>
                    <a:prstClr val="white"/>
                  </a:solidFill>
                  <a:effectLst/>
                  <a:uLnTx/>
                  <a:uFillTx/>
                  <a:ea typeface="Roboto"/>
                  <a:cs typeface="Poppins" panose="00000500000000000000" pitchFamily="2" charset="0"/>
                  <a:sym typeface="Arial"/>
                </a:rPr>
                <a:t>Patient Adoption Funnel</a:t>
              </a:r>
            </a:p>
          </p:txBody>
        </p:sp>
        <p:sp>
          <p:nvSpPr>
            <p:cNvPr id="39" name="Rectangle 38">
              <a:extLst>
                <a:ext uri="{FF2B5EF4-FFF2-40B4-BE49-F238E27FC236}">
                  <a16:creationId xmlns:a16="http://schemas.microsoft.com/office/drawing/2014/main" id="{B824C801-CA69-2F6D-2BDC-6833321D1167}"/>
                </a:ext>
              </a:extLst>
            </p:cNvPr>
            <p:cNvSpPr/>
            <p:nvPr/>
          </p:nvSpPr>
          <p:spPr>
            <a:xfrm>
              <a:off x="1801379" y="3839400"/>
              <a:ext cx="3133202" cy="738664"/>
            </a:xfrm>
            <a:prstGeom prst="rect">
              <a:avLst/>
            </a:prstGeom>
            <a:solidFill>
              <a:srgbClr val="000000"/>
            </a:solidFill>
          </p:spPr>
          <p:txBody>
            <a:bodyPr wrap="square" lIns="91440" tIns="45720" rIns="91440" bIns="45720" anchor="t">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050" b="0" i="0" u="none" strike="noStrike" kern="0" cap="none" spc="0" normalizeH="0" baseline="0" noProof="0" dirty="0">
                  <a:ln>
                    <a:noFill/>
                  </a:ln>
                  <a:solidFill>
                    <a:srgbClr val="FFFFFF"/>
                  </a:solidFill>
                  <a:effectLst/>
                  <a:uLnTx/>
                  <a:uFillTx/>
                  <a:ea typeface="Roboto"/>
                  <a:cs typeface="Poppins" panose="00000500000000000000" pitchFamily="2" charset="0"/>
                  <a:sym typeface="Arial"/>
                </a:rPr>
                <a:t>Understand the Treatment Journey (awareness, sources of info, perception, request, prescription) and fix “leaks” in the Adoption Funnel</a:t>
              </a:r>
            </a:p>
          </p:txBody>
        </p:sp>
      </p:grpSp>
      <p:grpSp>
        <p:nvGrpSpPr>
          <p:cNvPr id="40" name="Group 39">
            <a:extLst>
              <a:ext uri="{FF2B5EF4-FFF2-40B4-BE49-F238E27FC236}">
                <a16:creationId xmlns:a16="http://schemas.microsoft.com/office/drawing/2014/main" id="{53B0DA8B-EC44-BBAC-F997-9979A6EB9BBC}"/>
              </a:ext>
            </a:extLst>
          </p:cNvPr>
          <p:cNvGrpSpPr/>
          <p:nvPr/>
        </p:nvGrpSpPr>
        <p:grpSpPr>
          <a:xfrm>
            <a:off x="7997664" y="3196623"/>
            <a:ext cx="3133199" cy="1049707"/>
            <a:chOff x="4169126" y="3499402"/>
            <a:chExt cx="3133199" cy="1049707"/>
          </a:xfrm>
        </p:grpSpPr>
        <p:sp>
          <p:nvSpPr>
            <p:cNvPr id="41" name="Rectangle 40">
              <a:extLst>
                <a:ext uri="{FF2B5EF4-FFF2-40B4-BE49-F238E27FC236}">
                  <a16:creationId xmlns:a16="http://schemas.microsoft.com/office/drawing/2014/main" id="{CE72C59F-F05D-5B9E-71C4-BCEFB37C83D4}"/>
                </a:ext>
              </a:extLst>
            </p:cNvPr>
            <p:cNvSpPr/>
            <p:nvPr/>
          </p:nvSpPr>
          <p:spPr>
            <a:xfrm>
              <a:off x="4169126" y="3499402"/>
              <a:ext cx="2541241" cy="307777"/>
            </a:xfrm>
            <a:prstGeom prst="rect">
              <a:avLst/>
            </a:prstGeom>
            <a:solidFill>
              <a:srgbClr val="000000"/>
            </a:solidFill>
          </p:spPr>
          <p:txBody>
            <a:bodyPr wrap="square" lIns="91440" tIns="45720" rIns="91440" bIns="45720" anchor="t">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400" b="1" i="0" u="none" strike="noStrike" kern="0" cap="none" spc="0" normalizeH="0" baseline="0" noProof="0" dirty="0">
                  <a:ln>
                    <a:noFill/>
                  </a:ln>
                  <a:solidFill>
                    <a:prstClr val="white"/>
                  </a:solidFill>
                  <a:effectLst/>
                  <a:uLnTx/>
                  <a:uFillTx/>
                  <a:ea typeface="Roboto"/>
                  <a:cs typeface="Poppins" panose="00000500000000000000" pitchFamily="2" charset="0"/>
                  <a:sym typeface="Arial"/>
                </a:rPr>
                <a:t>Derived Importance</a:t>
              </a:r>
            </a:p>
          </p:txBody>
        </p:sp>
        <p:sp>
          <p:nvSpPr>
            <p:cNvPr id="42" name="Rectangle 41">
              <a:extLst>
                <a:ext uri="{FF2B5EF4-FFF2-40B4-BE49-F238E27FC236}">
                  <a16:creationId xmlns:a16="http://schemas.microsoft.com/office/drawing/2014/main" id="{94415596-53A4-6D2C-FB44-270AD1D94701}"/>
                </a:ext>
              </a:extLst>
            </p:cNvPr>
            <p:cNvSpPr/>
            <p:nvPr/>
          </p:nvSpPr>
          <p:spPr>
            <a:xfrm>
              <a:off x="4169126" y="3810445"/>
              <a:ext cx="3133199" cy="738664"/>
            </a:xfrm>
            <a:prstGeom prst="rect">
              <a:avLst/>
            </a:prstGeom>
            <a:solidFill>
              <a:srgbClr val="000000"/>
            </a:solidFill>
          </p:spPr>
          <p:txBody>
            <a:bodyPr wrap="square" lIns="91440" tIns="45720" rIns="91440" bIns="45720" anchor="t">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050" b="0" i="0" u="none" strike="noStrike" kern="0" cap="none" spc="0" normalizeH="0" baseline="0" noProof="0" dirty="0">
                  <a:ln>
                    <a:noFill/>
                  </a:ln>
                  <a:solidFill>
                    <a:srgbClr val="FFFFFF"/>
                  </a:solidFill>
                  <a:effectLst/>
                  <a:uLnTx/>
                  <a:uFillTx/>
                  <a:ea typeface="Roboto"/>
                  <a:cs typeface="Poppins" panose="00000500000000000000" pitchFamily="2" charset="0"/>
                  <a:sym typeface="Arial"/>
                </a:rPr>
                <a:t>There is always more than meets the eye. We use derived vs stated importance to understand how intrinsic factors impact </a:t>
              </a:r>
              <a:r>
                <a:rPr lang="en-US" sz="1050" kern="0" dirty="0">
                  <a:solidFill>
                    <a:srgbClr val="FFFFFF"/>
                  </a:solidFill>
                  <a:ea typeface="Roboto"/>
                  <a:cs typeface="Poppins" panose="00000500000000000000" pitchFamily="2" charset="0"/>
                  <a:sym typeface="Arial"/>
                </a:rPr>
                <a:t>patient treatment choice</a:t>
              </a:r>
              <a:endParaRPr kumimoji="0" lang="en-US" sz="1050" b="0" i="0" u="none" strike="noStrike" kern="0" cap="none" spc="0" normalizeH="0" baseline="0" noProof="0" dirty="0">
                <a:ln>
                  <a:noFill/>
                </a:ln>
                <a:solidFill>
                  <a:srgbClr val="FFFFFF"/>
                </a:solidFill>
                <a:effectLst/>
                <a:uLnTx/>
                <a:uFillTx/>
                <a:ea typeface="Roboto"/>
                <a:cs typeface="Poppins" panose="00000500000000000000" pitchFamily="2" charset="0"/>
                <a:sym typeface="Arial"/>
              </a:endParaRPr>
            </a:p>
          </p:txBody>
        </p:sp>
      </p:grpSp>
      <p:pic>
        <p:nvPicPr>
          <p:cNvPr id="43" name="Picture 2">
            <a:extLst>
              <a:ext uri="{FF2B5EF4-FFF2-40B4-BE49-F238E27FC236}">
                <a16:creationId xmlns:a16="http://schemas.microsoft.com/office/drawing/2014/main" id="{AC188960-6FA1-799C-C98E-A3785EA073A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9723" t="27353" r="5706" b="14736"/>
          <a:stretch/>
        </p:blipFill>
        <p:spPr bwMode="auto">
          <a:xfrm>
            <a:off x="4519939" y="4626884"/>
            <a:ext cx="2415568" cy="1861839"/>
          </a:xfrm>
          <a:prstGeom prst="rect">
            <a:avLst/>
          </a:prstGeom>
          <a:noFill/>
          <a:ln>
            <a:solidFill>
              <a:srgbClr val="1630AD"/>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90629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7B639-D6AE-E58B-E28D-FC96266476E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B065D19-CFDB-92C8-2533-000CDF585290}"/>
              </a:ext>
            </a:extLst>
          </p:cNvPr>
          <p:cNvSpPr/>
          <p:nvPr/>
        </p:nvSpPr>
        <p:spPr>
          <a:xfrm>
            <a:off x="0" y="0"/>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algn="ctr">
              <a:defRPr/>
            </a:pPr>
            <a:endParaRPr lang="en-US" kern="0">
              <a:solidFill>
                <a:srgbClr val="FFFFFF"/>
              </a:solidFill>
              <a:latin typeface="Manrope"/>
            </a:endParaRPr>
          </a:p>
        </p:txBody>
      </p:sp>
      <p:grpSp>
        <p:nvGrpSpPr>
          <p:cNvPr id="37" name="Group 36">
            <a:extLst>
              <a:ext uri="{FF2B5EF4-FFF2-40B4-BE49-F238E27FC236}">
                <a16:creationId xmlns:a16="http://schemas.microsoft.com/office/drawing/2014/main" id="{C3157CA2-A027-3F5E-035D-E748130234F9}"/>
              </a:ext>
            </a:extLst>
          </p:cNvPr>
          <p:cNvGrpSpPr/>
          <p:nvPr/>
        </p:nvGrpSpPr>
        <p:grpSpPr>
          <a:xfrm>
            <a:off x="55004" y="1973253"/>
            <a:ext cx="3356833" cy="4202794"/>
            <a:chOff x="178829" y="2297103"/>
            <a:chExt cx="3356833" cy="4202794"/>
          </a:xfrm>
        </p:grpSpPr>
        <p:sp>
          <p:nvSpPr>
            <p:cNvPr id="38" name="Teardrop 37">
              <a:extLst>
                <a:ext uri="{FF2B5EF4-FFF2-40B4-BE49-F238E27FC236}">
                  <a16:creationId xmlns:a16="http://schemas.microsoft.com/office/drawing/2014/main" id="{91219E8D-11B9-8EB0-AFEA-E549399985DA}"/>
                </a:ext>
              </a:extLst>
            </p:cNvPr>
            <p:cNvSpPr/>
            <p:nvPr/>
          </p:nvSpPr>
          <p:spPr>
            <a:xfrm rot="8117596">
              <a:off x="1306833" y="2297103"/>
              <a:ext cx="1107831" cy="1107831"/>
            </a:xfrm>
            <a:prstGeom prst="teardrop">
              <a:avLst/>
            </a:prstGeom>
            <a:solidFill>
              <a:srgbClr val="1F41EB"/>
            </a:solidFill>
            <a:ln w="19050" cap="flat" cmpd="sng" algn="ctr">
              <a:noFill/>
              <a:prstDash val="solid"/>
              <a:miter lim="800000"/>
            </a:ln>
            <a:effectLst>
              <a:outerShdw blurRad="1184475" algn="tl" rotWithShape="0">
                <a:prstClr val="black">
                  <a:alpha val="16563"/>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Arial"/>
                <a:sym typeface="Arial"/>
              </a:endParaRPr>
            </a:p>
          </p:txBody>
        </p:sp>
        <p:sp>
          <p:nvSpPr>
            <p:cNvPr id="39" name="Oval 38">
              <a:extLst>
                <a:ext uri="{FF2B5EF4-FFF2-40B4-BE49-F238E27FC236}">
                  <a16:creationId xmlns:a16="http://schemas.microsoft.com/office/drawing/2014/main" id="{64A770FE-583D-B47C-5E02-E409A8D704BE}"/>
                </a:ext>
              </a:extLst>
            </p:cNvPr>
            <p:cNvSpPr/>
            <p:nvPr/>
          </p:nvSpPr>
          <p:spPr>
            <a:xfrm rot="15100554">
              <a:off x="1442271" y="2434119"/>
              <a:ext cx="829945" cy="829945"/>
            </a:xfrm>
            <a:prstGeom prst="ellipse">
              <a:avLst/>
            </a:prstGeom>
            <a:gradFill flip="none" rotWithShape="1">
              <a:gsLst>
                <a:gs pos="50000">
                  <a:srgbClr val="1C1C2A">
                    <a:lumMod val="90000"/>
                    <a:lumOff val="10000"/>
                  </a:srgbClr>
                </a:gs>
                <a:gs pos="0">
                  <a:srgbClr val="000000">
                    <a:lumMod val="95000"/>
                    <a:lumOff val="5000"/>
                  </a:srgbClr>
                </a:gs>
                <a:gs pos="92000">
                  <a:srgbClr val="D5D5E9">
                    <a:lumMod val="75000"/>
                  </a:srgbClr>
                </a:gs>
              </a:gsLst>
              <a:lin ang="27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panose="02110004020202020204"/>
                <a:ea typeface="+mn-ea"/>
                <a:cs typeface="Arial"/>
                <a:sym typeface="Arial"/>
              </a:endParaRPr>
            </a:p>
          </p:txBody>
        </p:sp>
        <p:grpSp>
          <p:nvGrpSpPr>
            <p:cNvPr id="41" name="Group 40">
              <a:extLst>
                <a:ext uri="{FF2B5EF4-FFF2-40B4-BE49-F238E27FC236}">
                  <a16:creationId xmlns:a16="http://schemas.microsoft.com/office/drawing/2014/main" id="{B8CB75D1-E2CD-800B-7C7B-74001472E621}"/>
                </a:ext>
              </a:extLst>
            </p:cNvPr>
            <p:cNvGrpSpPr/>
            <p:nvPr/>
          </p:nvGrpSpPr>
          <p:grpSpPr>
            <a:xfrm>
              <a:off x="178829" y="3963493"/>
              <a:ext cx="3356833" cy="2536404"/>
              <a:chOff x="1155734" y="3992183"/>
              <a:chExt cx="3356833" cy="2536404"/>
            </a:xfrm>
          </p:grpSpPr>
          <p:sp>
            <p:nvSpPr>
              <p:cNvPr id="42" name="Google Shape;679;p79">
                <a:extLst>
                  <a:ext uri="{FF2B5EF4-FFF2-40B4-BE49-F238E27FC236}">
                    <a16:creationId xmlns:a16="http://schemas.microsoft.com/office/drawing/2014/main" id="{542C4BA8-D99F-EABE-3FFD-49D15C5AD061}"/>
                  </a:ext>
                </a:extLst>
              </p:cNvPr>
              <p:cNvSpPr txBox="1"/>
              <p:nvPr/>
            </p:nvSpPr>
            <p:spPr>
              <a:xfrm>
                <a:off x="1155734" y="3992183"/>
                <a:ext cx="3356833" cy="1720944"/>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626518" marR="626518" lvl="0" indent="0" algn="ctr" defTabSz="914400" rtl="0" eaLnBrk="1" fontAlgn="auto" latinLnBrk="0" hangingPunct="1">
                  <a:lnSpc>
                    <a:spcPct val="100000"/>
                  </a:lnSpc>
                  <a:spcBef>
                    <a:spcPts val="0"/>
                  </a:spcBef>
                  <a:spcAft>
                    <a:spcPts val="3067"/>
                  </a:spcAft>
                  <a:buClr>
                    <a:srgbClr val="000000"/>
                  </a:buClr>
                  <a:buSzTx/>
                  <a:buFont typeface="Arial"/>
                  <a:buNone/>
                  <a:tabLst/>
                  <a:defRPr/>
                </a:pPr>
                <a:r>
                  <a:rPr kumimoji="0" lang="en-IN" sz="1400" b="1" i="0" u="none" strike="noStrike" kern="1200" cap="none" spc="300" normalizeH="0" baseline="0" noProof="0">
                    <a:ln>
                      <a:noFill/>
                    </a:ln>
                    <a:solidFill>
                      <a:srgbClr val="FFFFFF"/>
                    </a:solidFill>
                    <a:effectLst/>
                    <a:uLnTx/>
                    <a:uFillTx/>
                    <a:latin typeface="Manrope" pitchFamily="2" charset="0"/>
                    <a:ea typeface="Proxima Nova Rg"/>
                    <a:cs typeface="Proxima Nova Rg"/>
                    <a:sym typeface="Proxima Nova"/>
                  </a:rPr>
                  <a:t>Maintain Consistency in Deliverables</a:t>
                </a:r>
                <a:endParaRPr kumimoji="0" sz="1400" b="1" i="0" u="none" strike="noStrike" kern="1200" cap="none" spc="300" normalizeH="0" baseline="0" noProof="0">
                  <a:ln>
                    <a:noFill/>
                  </a:ln>
                  <a:solidFill>
                    <a:srgbClr val="FFFFFF"/>
                  </a:solidFill>
                  <a:effectLst/>
                  <a:uLnTx/>
                  <a:uFillTx/>
                  <a:latin typeface="Manrope" pitchFamily="2" charset="0"/>
                  <a:ea typeface="Proxima Nova Rg"/>
                  <a:cs typeface="Proxima Nova Rg"/>
                  <a:sym typeface="Proxima Nova"/>
                </a:endParaRPr>
              </a:p>
            </p:txBody>
          </p:sp>
          <p:sp>
            <p:nvSpPr>
              <p:cNvPr id="43" name="TextBox 42">
                <a:extLst>
                  <a:ext uri="{FF2B5EF4-FFF2-40B4-BE49-F238E27FC236}">
                    <a16:creationId xmlns:a16="http://schemas.microsoft.com/office/drawing/2014/main" id="{EE62AE61-A34D-6FE7-B88D-AE2EE2DD5D2E}"/>
                  </a:ext>
                </a:extLst>
              </p:cNvPr>
              <p:cNvSpPr txBox="1"/>
              <p:nvPr/>
            </p:nvSpPr>
            <p:spPr>
              <a:xfrm>
                <a:off x="1487127" y="4802922"/>
                <a:ext cx="2770241" cy="1725665"/>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Manrope" pitchFamily="2" charset="0"/>
                    <a:ea typeface="+mn-ea"/>
                    <a:cs typeface="Arial"/>
                    <a:sym typeface="Arial"/>
                  </a:rPr>
                  <a:t>Review existing deliverables by current vendor (reports, leadership slides, dashboards, data feeds, etc) and ensure all these deliverables are replicated to maintain continuity from a KPI and reporting standpoint</a:t>
                </a:r>
                <a:endParaRPr kumimoji="0" lang="en-US" sz="1200" b="0" i="0" u="none" strike="noStrike" kern="1200" cap="none" spc="0" normalizeH="0" baseline="0" noProof="0">
                  <a:ln>
                    <a:noFill/>
                  </a:ln>
                  <a:solidFill>
                    <a:srgbClr val="FFFFFF"/>
                  </a:solidFill>
                  <a:effectLst/>
                  <a:uLnTx/>
                  <a:uFillTx/>
                  <a:latin typeface="Manrope" pitchFamily="2" charset="0"/>
                  <a:ea typeface="+mn-ea"/>
                  <a:cs typeface="Arial"/>
                  <a:sym typeface="Arial"/>
                </a:endParaRPr>
              </a:p>
            </p:txBody>
          </p:sp>
        </p:grpSp>
      </p:grpSp>
      <p:sp>
        <p:nvSpPr>
          <p:cNvPr id="44" name="Rectangle 43">
            <a:extLst>
              <a:ext uri="{FF2B5EF4-FFF2-40B4-BE49-F238E27FC236}">
                <a16:creationId xmlns:a16="http://schemas.microsoft.com/office/drawing/2014/main" id="{6972CF9C-ACB5-9F7C-FA7F-C844C69B5A2E}"/>
              </a:ext>
            </a:extLst>
          </p:cNvPr>
          <p:cNvSpPr/>
          <p:nvPr/>
        </p:nvSpPr>
        <p:spPr>
          <a:xfrm>
            <a:off x="0" y="3294783"/>
            <a:ext cx="12192000" cy="253733"/>
          </a:xfrm>
          <a:prstGeom prst="rect">
            <a:avLst/>
          </a:prstGeom>
          <a:solidFill>
            <a:srgbClr val="000000"/>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Arial"/>
              <a:sym typeface="Arial"/>
            </a:endParaRPr>
          </a:p>
        </p:txBody>
      </p:sp>
      <p:cxnSp>
        <p:nvCxnSpPr>
          <p:cNvPr id="45" name="Straight Connector 44">
            <a:extLst>
              <a:ext uri="{FF2B5EF4-FFF2-40B4-BE49-F238E27FC236}">
                <a16:creationId xmlns:a16="http://schemas.microsoft.com/office/drawing/2014/main" id="{0D164442-2790-2C35-C932-EA4857A60BCD}"/>
              </a:ext>
            </a:extLst>
          </p:cNvPr>
          <p:cNvCxnSpPr>
            <a:cxnSpLocks/>
          </p:cNvCxnSpPr>
          <p:nvPr/>
        </p:nvCxnSpPr>
        <p:spPr>
          <a:xfrm>
            <a:off x="52285" y="3418118"/>
            <a:ext cx="12125203" cy="0"/>
          </a:xfrm>
          <a:prstGeom prst="line">
            <a:avLst/>
          </a:prstGeom>
          <a:noFill/>
          <a:ln w="19050" cap="flat" cmpd="sng" algn="ctr">
            <a:solidFill>
              <a:srgbClr val="FFFFFF"/>
            </a:solidFill>
            <a:prstDash val="lgDash"/>
            <a:miter lim="800000"/>
          </a:ln>
          <a:effectLst/>
        </p:spPr>
      </p:cxnSp>
      <p:grpSp>
        <p:nvGrpSpPr>
          <p:cNvPr id="47" name="Group 46">
            <a:extLst>
              <a:ext uri="{FF2B5EF4-FFF2-40B4-BE49-F238E27FC236}">
                <a16:creationId xmlns:a16="http://schemas.microsoft.com/office/drawing/2014/main" id="{1AD63003-AC08-621B-787A-8F25E3A651BE}"/>
              </a:ext>
            </a:extLst>
          </p:cNvPr>
          <p:cNvGrpSpPr/>
          <p:nvPr/>
        </p:nvGrpSpPr>
        <p:grpSpPr>
          <a:xfrm>
            <a:off x="2912121" y="1973253"/>
            <a:ext cx="3356833" cy="3925795"/>
            <a:chOff x="178829" y="2297103"/>
            <a:chExt cx="3356833" cy="3925795"/>
          </a:xfrm>
        </p:grpSpPr>
        <p:sp>
          <p:nvSpPr>
            <p:cNvPr id="48" name="Teardrop 47">
              <a:extLst>
                <a:ext uri="{FF2B5EF4-FFF2-40B4-BE49-F238E27FC236}">
                  <a16:creationId xmlns:a16="http://schemas.microsoft.com/office/drawing/2014/main" id="{F3B2F421-B8BD-2494-BF01-CDB21BE634D5}"/>
                </a:ext>
              </a:extLst>
            </p:cNvPr>
            <p:cNvSpPr/>
            <p:nvPr/>
          </p:nvSpPr>
          <p:spPr>
            <a:xfrm rot="8117596">
              <a:off x="1306833" y="2297103"/>
              <a:ext cx="1107831" cy="1107831"/>
            </a:xfrm>
            <a:prstGeom prst="teardrop">
              <a:avLst/>
            </a:prstGeom>
            <a:solidFill>
              <a:srgbClr val="1F41EB"/>
            </a:solidFill>
            <a:ln w="19050" cap="flat" cmpd="sng" algn="ctr">
              <a:noFill/>
              <a:prstDash val="solid"/>
              <a:miter lim="800000"/>
            </a:ln>
            <a:effectLst>
              <a:outerShdw blurRad="1184475" algn="tl" rotWithShape="0">
                <a:prstClr val="black">
                  <a:alpha val="16563"/>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Arial"/>
                <a:sym typeface="Arial"/>
              </a:endParaRPr>
            </a:p>
          </p:txBody>
        </p:sp>
        <p:sp>
          <p:nvSpPr>
            <p:cNvPr id="49" name="Oval 48">
              <a:extLst>
                <a:ext uri="{FF2B5EF4-FFF2-40B4-BE49-F238E27FC236}">
                  <a16:creationId xmlns:a16="http://schemas.microsoft.com/office/drawing/2014/main" id="{BC5D6692-505F-CD87-3375-7FA0A036BB62}"/>
                </a:ext>
              </a:extLst>
            </p:cNvPr>
            <p:cNvSpPr/>
            <p:nvPr/>
          </p:nvSpPr>
          <p:spPr>
            <a:xfrm rot="15100554">
              <a:off x="1442271" y="2434119"/>
              <a:ext cx="829945" cy="829945"/>
            </a:xfrm>
            <a:prstGeom prst="ellipse">
              <a:avLst/>
            </a:prstGeom>
            <a:gradFill flip="none" rotWithShape="1">
              <a:gsLst>
                <a:gs pos="50000">
                  <a:srgbClr val="1C1C2A">
                    <a:lumMod val="90000"/>
                    <a:lumOff val="10000"/>
                  </a:srgbClr>
                </a:gs>
                <a:gs pos="0">
                  <a:srgbClr val="000000">
                    <a:lumMod val="95000"/>
                    <a:lumOff val="5000"/>
                  </a:srgbClr>
                </a:gs>
                <a:gs pos="92000">
                  <a:srgbClr val="D5D5E9">
                    <a:lumMod val="75000"/>
                  </a:srgbClr>
                </a:gs>
              </a:gsLst>
              <a:lin ang="27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panose="02110004020202020204"/>
                <a:ea typeface="+mn-ea"/>
                <a:cs typeface="Arial"/>
                <a:sym typeface="Arial"/>
              </a:endParaRPr>
            </a:p>
          </p:txBody>
        </p:sp>
        <p:grpSp>
          <p:nvGrpSpPr>
            <p:cNvPr id="51" name="Group 50">
              <a:extLst>
                <a:ext uri="{FF2B5EF4-FFF2-40B4-BE49-F238E27FC236}">
                  <a16:creationId xmlns:a16="http://schemas.microsoft.com/office/drawing/2014/main" id="{CE5B6224-9FE7-93A9-4837-67545AD2371A}"/>
                </a:ext>
              </a:extLst>
            </p:cNvPr>
            <p:cNvGrpSpPr/>
            <p:nvPr/>
          </p:nvGrpSpPr>
          <p:grpSpPr>
            <a:xfrm>
              <a:off x="178829" y="3963493"/>
              <a:ext cx="3356833" cy="2259405"/>
              <a:chOff x="1155734" y="3992183"/>
              <a:chExt cx="3356833" cy="2259405"/>
            </a:xfrm>
          </p:grpSpPr>
          <p:sp>
            <p:nvSpPr>
              <p:cNvPr id="52" name="Google Shape;679;p79">
                <a:extLst>
                  <a:ext uri="{FF2B5EF4-FFF2-40B4-BE49-F238E27FC236}">
                    <a16:creationId xmlns:a16="http://schemas.microsoft.com/office/drawing/2014/main" id="{6B8172C9-CEFC-D5DB-D602-AC736854717A}"/>
                  </a:ext>
                </a:extLst>
              </p:cNvPr>
              <p:cNvSpPr txBox="1"/>
              <p:nvPr/>
            </p:nvSpPr>
            <p:spPr>
              <a:xfrm>
                <a:off x="1155734" y="3992183"/>
                <a:ext cx="3356833" cy="1290056"/>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626518" marR="626518" lvl="0" indent="0" algn="ctr" defTabSz="914400" rtl="0" eaLnBrk="1" fontAlgn="auto" latinLnBrk="0" hangingPunct="1">
                  <a:lnSpc>
                    <a:spcPct val="100000"/>
                  </a:lnSpc>
                  <a:spcBef>
                    <a:spcPts val="0"/>
                  </a:spcBef>
                  <a:spcAft>
                    <a:spcPts val="3067"/>
                  </a:spcAft>
                  <a:buClr>
                    <a:srgbClr val="000000"/>
                  </a:buClr>
                  <a:buSzTx/>
                  <a:buFont typeface="Arial"/>
                  <a:buNone/>
                  <a:tabLst/>
                  <a:defRPr/>
                </a:pPr>
                <a:r>
                  <a:rPr kumimoji="0" lang="en-IN" sz="1400" b="1" i="0" u="none" strike="noStrike" kern="1200" cap="none" spc="300" normalizeH="0" baseline="0" noProof="0">
                    <a:ln>
                      <a:noFill/>
                    </a:ln>
                    <a:solidFill>
                      <a:srgbClr val="FFFFFF"/>
                    </a:solidFill>
                    <a:effectLst/>
                    <a:uLnTx/>
                    <a:uFillTx/>
                    <a:latin typeface="Manrope" pitchFamily="2" charset="0"/>
                    <a:ea typeface="Proxima Nova Rg"/>
                    <a:cs typeface="Proxima Nova Rg"/>
                    <a:sym typeface="Proxima Nova"/>
                  </a:rPr>
                  <a:t>Preserve Reporting Patterns</a:t>
                </a:r>
                <a:endParaRPr kumimoji="0" sz="1400" b="1" i="0" u="none" strike="noStrike" kern="1200" cap="none" spc="300" normalizeH="0" baseline="0" noProof="0">
                  <a:ln>
                    <a:noFill/>
                  </a:ln>
                  <a:solidFill>
                    <a:srgbClr val="FFFFFF"/>
                  </a:solidFill>
                  <a:effectLst/>
                  <a:uLnTx/>
                  <a:uFillTx/>
                  <a:latin typeface="Manrope" pitchFamily="2" charset="0"/>
                  <a:ea typeface="Proxima Nova Rg"/>
                  <a:cs typeface="Proxima Nova Rg"/>
                  <a:sym typeface="Proxima Nova"/>
                </a:endParaRPr>
              </a:p>
            </p:txBody>
          </p:sp>
          <p:sp>
            <p:nvSpPr>
              <p:cNvPr id="53" name="TextBox 52">
                <a:extLst>
                  <a:ext uri="{FF2B5EF4-FFF2-40B4-BE49-F238E27FC236}">
                    <a16:creationId xmlns:a16="http://schemas.microsoft.com/office/drawing/2014/main" id="{230D3CA3-BA58-FB2D-720D-A99AFB2F6A5B}"/>
                  </a:ext>
                </a:extLst>
              </p:cNvPr>
              <p:cNvSpPr txBox="1"/>
              <p:nvPr/>
            </p:nvSpPr>
            <p:spPr>
              <a:xfrm>
                <a:off x="1527863" y="4802922"/>
                <a:ext cx="2688768" cy="1448666"/>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Manrope" pitchFamily="2" charset="0"/>
                    <a:ea typeface="+mn-ea"/>
                    <a:cs typeface="Arial"/>
                    <a:sym typeface="Arial"/>
                  </a:rPr>
                  <a:t>Understand the current reporting cadence (monthly, quarterly, rolling, or exclusive)  and replicate it to avoid any disruption in trend analysis.</a:t>
                </a:r>
              </a:p>
            </p:txBody>
          </p:sp>
        </p:grpSp>
      </p:grpSp>
      <p:grpSp>
        <p:nvGrpSpPr>
          <p:cNvPr id="54" name="Group 53">
            <a:extLst>
              <a:ext uri="{FF2B5EF4-FFF2-40B4-BE49-F238E27FC236}">
                <a16:creationId xmlns:a16="http://schemas.microsoft.com/office/drawing/2014/main" id="{C107E82E-4BC1-514A-5E76-340D3ABBF7D0}"/>
              </a:ext>
            </a:extLst>
          </p:cNvPr>
          <p:cNvGrpSpPr/>
          <p:nvPr/>
        </p:nvGrpSpPr>
        <p:grpSpPr>
          <a:xfrm>
            <a:off x="5769238" y="1973253"/>
            <a:ext cx="3356833" cy="4202794"/>
            <a:chOff x="178829" y="2297103"/>
            <a:chExt cx="3356833" cy="4202794"/>
          </a:xfrm>
        </p:grpSpPr>
        <p:sp>
          <p:nvSpPr>
            <p:cNvPr id="55" name="Teardrop 54">
              <a:extLst>
                <a:ext uri="{FF2B5EF4-FFF2-40B4-BE49-F238E27FC236}">
                  <a16:creationId xmlns:a16="http://schemas.microsoft.com/office/drawing/2014/main" id="{64D426A9-B07E-4509-077F-26E61745FE0F}"/>
                </a:ext>
              </a:extLst>
            </p:cNvPr>
            <p:cNvSpPr/>
            <p:nvPr/>
          </p:nvSpPr>
          <p:spPr>
            <a:xfrm rot="8117596">
              <a:off x="1306833" y="2297103"/>
              <a:ext cx="1107831" cy="1107831"/>
            </a:xfrm>
            <a:prstGeom prst="teardrop">
              <a:avLst/>
            </a:prstGeom>
            <a:solidFill>
              <a:srgbClr val="1F41EB"/>
            </a:solidFill>
            <a:ln w="19050" cap="flat" cmpd="sng" algn="ctr">
              <a:noFill/>
              <a:prstDash val="solid"/>
              <a:miter lim="800000"/>
            </a:ln>
            <a:effectLst>
              <a:outerShdw blurRad="1184475" algn="tl" rotWithShape="0">
                <a:prstClr val="black">
                  <a:alpha val="16563"/>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Arial"/>
                <a:sym typeface="Arial"/>
              </a:endParaRPr>
            </a:p>
          </p:txBody>
        </p:sp>
        <p:sp>
          <p:nvSpPr>
            <p:cNvPr id="56" name="Oval 55">
              <a:extLst>
                <a:ext uri="{FF2B5EF4-FFF2-40B4-BE49-F238E27FC236}">
                  <a16:creationId xmlns:a16="http://schemas.microsoft.com/office/drawing/2014/main" id="{2E04995B-9772-8C8E-1806-42B03E07C021}"/>
                </a:ext>
              </a:extLst>
            </p:cNvPr>
            <p:cNvSpPr/>
            <p:nvPr/>
          </p:nvSpPr>
          <p:spPr>
            <a:xfrm rot="15100554">
              <a:off x="1442271" y="2434119"/>
              <a:ext cx="829945" cy="829945"/>
            </a:xfrm>
            <a:prstGeom prst="ellipse">
              <a:avLst/>
            </a:prstGeom>
            <a:gradFill flip="none" rotWithShape="1">
              <a:gsLst>
                <a:gs pos="50000">
                  <a:srgbClr val="1C1C2A">
                    <a:lumMod val="90000"/>
                    <a:lumOff val="10000"/>
                  </a:srgbClr>
                </a:gs>
                <a:gs pos="0">
                  <a:srgbClr val="000000">
                    <a:lumMod val="95000"/>
                    <a:lumOff val="5000"/>
                  </a:srgbClr>
                </a:gs>
                <a:gs pos="92000">
                  <a:srgbClr val="D5D5E9">
                    <a:lumMod val="75000"/>
                  </a:srgbClr>
                </a:gs>
              </a:gsLst>
              <a:lin ang="27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panose="02110004020202020204"/>
                <a:ea typeface="+mn-ea"/>
                <a:cs typeface="Arial"/>
                <a:sym typeface="Arial"/>
              </a:endParaRPr>
            </a:p>
          </p:txBody>
        </p:sp>
        <p:grpSp>
          <p:nvGrpSpPr>
            <p:cNvPr id="58" name="Group 57">
              <a:extLst>
                <a:ext uri="{FF2B5EF4-FFF2-40B4-BE49-F238E27FC236}">
                  <a16:creationId xmlns:a16="http://schemas.microsoft.com/office/drawing/2014/main" id="{7EF3501B-5430-AAE6-A54A-ED9BE6CBEDCC}"/>
                </a:ext>
              </a:extLst>
            </p:cNvPr>
            <p:cNvGrpSpPr/>
            <p:nvPr/>
          </p:nvGrpSpPr>
          <p:grpSpPr>
            <a:xfrm>
              <a:off x="178829" y="3963493"/>
              <a:ext cx="3356833" cy="2536404"/>
              <a:chOff x="1155734" y="3992183"/>
              <a:chExt cx="3356833" cy="2536404"/>
            </a:xfrm>
          </p:grpSpPr>
          <p:sp>
            <p:nvSpPr>
              <p:cNvPr id="59" name="Google Shape;679;p79">
                <a:extLst>
                  <a:ext uri="{FF2B5EF4-FFF2-40B4-BE49-F238E27FC236}">
                    <a16:creationId xmlns:a16="http://schemas.microsoft.com/office/drawing/2014/main" id="{6EA8C408-5ACC-F50E-A54D-4553C1AB1CC1}"/>
                  </a:ext>
                </a:extLst>
              </p:cNvPr>
              <p:cNvSpPr txBox="1"/>
              <p:nvPr/>
            </p:nvSpPr>
            <p:spPr>
              <a:xfrm>
                <a:off x="1155734" y="3992183"/>
                <a:ext cx="3356833" cy="1290056"/>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626518" marR="626518" lvl="0" indent="0" algn="ctr" defTabSz="914400" rtl="0" eaLnBrk="1" fontAlgn="auto" latinLnBrk="0" hangingPunct="1">
                  <a:lnSpc>
                    <a:spcPct val="100000"/>
                  </a:lnSpc>
                  <a:spcBef>
                    <a:spcPts val="0"/>
                  </a:spcBef>
                  <a:spcAft>
                    <a:spcPts val="3067"/>
                  </a:spcAft>
                  <a:buClr>
                    <a:srgbClr val="000000"/>
                  </a:buClr>
                  <a:buSzTx/>
                  <a:buFont typeface="Arial"/>
                  <a:buNone/>
                  <a:tabLst/>
                  <a:defRPr/>
                </a:pPr>
                <a:r>
                  <a:rPr kumimoji="0" lang="en-GB" sz="1400" b="1" i="0" u="none" strike="noStrike" kern="1200" cap="none" spc="300" normalizeH="0" baseline="0" noProof="0">
                    <a:ln>
                      <a:noFill/>
                    </a:ln>
                    <a:solidFill>
                      <a:srgbClr val="FFFFFF"/>
                    </a:solidFill>
                    <a:effectLst/>
                    <a:uLnTx/>
                    <a:uFillTx/>
                    <a:latin typeface="Manrope" pitchFamily="2" charset="0"/>
                    <a:ea typeface="Proxima Nova Rg"/>
                    <a:cs typeface="Proxima Nova Rg"/>
                    <a:sym typeface="Proxima Nova"/>
                  </a:rPr>
                  <a:t>Refine Survey for Actionable Insights</a:t>
                </a:r>
                <a:endParaRPr kumimoji="0" sz="1400" b="1" i="0" u="none" strike="noStrike" kern="1200" cap="none" spc="300" normalizeH="0" baseline="0" noProof="0">
                  <a:ln>
                    <a:noFill/>
                  </a:ln>
                  <a:solidFill>
                    <a:srgbClr val="FFFFFF"/>
                  </a:solidFill>
                  <a:effectLst/>
                  <a:uLnTx/>
                  <a:uFillTx/>
                  <a:latin typeface="Manrope" pitchFamily="2" charset="0"/>
                  <a:ea typeface="Proxima Nova Rg"/>
                  <a:cs typeface="Proxima Nova Rg"/>
                  <a:sym typeface="Proxima Nova"/>
                </a:endParaRPr>
              </a:p>
            </p:txBody>
          </p:sp>
          <p:sp>
            <p:nvSpPr>
              <p:cNvPr id="60" name="TextBox 59">
                <a:extLst>
                  <a:ext uri="{FF2B5EF4-FFF2-40B4-BE49-F238E27FC236}">
                    <a16:creationId xmlns:a16="http://schemas.microsoft.com/office/drawing/2014/main" id="{4C91A5CA-D57B-5156-C1F9-B2B5A499D5AB}"/>
                  </a:ext>
                </a:extLst>
              </p:cNvPr>
              <p:cNvSpPr txBox="1"/>
              <p:nvPr/>
            </p:nvSpPr>
            <p:spPr>
              <a:xfrm>
                <a:off x="1527863" y="4802922"/>
                <a:ext cx="2688768" cy="1725665"/>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GB" sz="1200" b="0" i="0" u="none" strike="noStrike" kern="1200" cap="none" spc="0" normalizeH="0" baseline="0" noProof="0" err="1">
                    <a:ln>
                      <a:noFill/>
                    </a:ln>
                    <a:solidFill>
                      <a:srgbClr val="FFFFFF"/>
                    </a:solidFill>
                    <a:effectLst/>
                    <a:uLnTx/>
                    <a:uFillTx/>
                    <a:latin typeface="Manrope" pitchFamily="2" charset="0"/>
                    <a:ea typeface="+mn-ea"/>
                    <a:cs typeface="Arial"/>
                    <a:sym typeface="Arial"/>
                  </a:rPr>
                  <a:t>ZoomRx</a:t>
                </a:r>
                <a:r>
                  <a:rPr kumimoji="0" lang="en-GB" sz="1200" b="0" i="0" u="none" strike="noStrike" kern="1200" cap="none" spc="0" normalizeH="0" baseline="0" noProof="0">
                    <a:ln>
                      <a:noFill/>
                    </a:ln>
                    <a:solidFill>
                      <a:srgbClr val="FFFFFF"/>
                    </a:solidFill>
                    <a:effectLst/>
                    <a:uLnTx/>
                    <a:uFillTx/>
                    <a:latin typeface="Manrope" pitchFamily="2" charset="0"/>
                    <a:ea typeface="+mn-ea"/>
                    <a:cs typeface="Arial"/>
                    <a:sym typeface="Arial"/>
                  </a:rPr>
                  <a:t> will collaborate to review KBQs and refine (or completely re-vamp if desired) the survey to provide more actionable insights and recommendations depending upon the brand needs.</a:t>
                </a:r>
              </a:p>
            </p:txBody>
          </p:sp>
        </p:grpSp>
      </p:grpSp>
      <p:grpSp>
        <p:nvGrpSpPr>
          <p:cNvPr id="61" name="Group 60">
            <a:extLst>
              <a:ext uri="{FF2B5EF4-FFF2-40B4-BE49-F238E27FC236}">
                <a16:creationId xmlns:a16="http://schemas.microsoft.com/office/drawing/2014/main" id="{3FDC169E-BD75-72B5-781A-0B79DBE9AE11}"/>
              </a:ext>
            </a:extLst>
          </p:cNvPr>
          <p:cNvGrpSpPr/>
          <p:nvPr/>
        </p:nvGrpSpPr>
        <p:grpSpPr>
          <a:xfrm>
            <a:off x="8626355" y="1973253"/>
            <a:ext cx="3356833" cy="3648796"/>
            <a:chOff x="178829" y="2297103"/>
            <a:chExt cx="3356833" cy="3648796"/>
          </a:xfrm>
        </p:grpSpPr>
        <p:sp>
          <p:nvSpPr>
            <p:cNvPr id="62" name="Teardrop 61">
              <a:extLst>
                <a:ext uri="{FF2B5EF4-FFF2-40B4-BE49-F238E27FC236}">
                  <a16:creationId xmlns:a16="http://schemas.microsoft.com/office/drawing/2014/main" id="{99422102-50E2-CB69-D058-5527A45B7FA9}"/>
                </a:ext>
              </a:extLst>
            </p:cNvPr>
            <p:cNvSpPr/>
            <p:nvPr/>
          </p:nvSpPr>
          <p:spPr>
            <a:xfrm rot="8117596">
              <a:off x="1306833" y="2297103"/>
              <a:ext cx="1107831" cy="1107831"/>
            </a:xfrm>
            <a:prstGeom prst="teardrop">
              <a:avLst/>
            </a:prstGeom>
            <a:solidFill>
              <a:srgbClr val="1F41EB"/>
            </a:solidFill>
            <a:ln w="19050" cap="flat" cmpd="sng" algn="ctr">
              <a:noFill/>
              <a:prstDash val="solid"/>
              <a:miter lim="800000"/>
            </a:ln>
            <a:effectLst>
              <a:outerShdw blurRad="1184475" algn="tl" rotWithShape="0">
                <a:prstClr val="black">
                  <a:alpha val="16563"/>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Arial"/>
                <a:sym typeface="Arial"/>
              </a:endParaRPr>
            </a:p>
          </p:txBody>
        </p:sp>
        <p:sp>
          <p:nvSpPr>
            <p:cNvPr id="63" name="Oval 62">
              <a:extLst>
                <a:ext uri="{FF2B5EF4-FFF2-40B4-BE49-F238E27FC236}">
                  <a16:creationId xmlns:a16="http://schemas.microsoft.com/office/drawing/2014/main" id="{EA714ED1-2779-44F1-1C61-CB0676664EAB}"/>
                </a:ext>
              </a:extLst>
            </p:cNvPr>
            <p:cNvSpPr/>
            <p:nvPr/>
          </p:nvSpPr>
          <p:spPr>
            <a:xfrm rot="15100554">
              <a:off x="1442271" y="2434119"/>
              <a:ext cx="829945" cy="829945"/>
            </a:xfrm>
            <a:prstGeom prst="ellipse">
              <a:avLst/>
            </a:prstGeom>
            <a:gradFill flip="none" rotWithShape="1">
              <a:gsLst>
                <a:gs pos="50000">
                  <a:srgbClr val="1C1C2A">
                    <a:lumMod val="90000"/>
                    <a:lumOff val="10000"/>
                  </a:srgbClr>
                </a:gs>
                <a:gs pos="0">
                  <a:srgbClr val="000000">
                    <a:lumMod val="95000"/>
                    <a:lumOff val="5000"/>
                  </a:srgbClr>
                </a:gs>
                <a:gs pos="92000">
                  <a:srgbClr val="D5D5E9">
                    <a:lumMod val="75000"/>
                  </a:srgbClr>
                </a:gs>
              </a:gsLst>
              <a:lin ang="27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panose="02110004020202020204"/>
                <a:ea typeface="+mn-ea"/>
                <a:cs typeface="Arial"/>
                <a:sym typeface="Arial"/>
              </a:endParaRPr>
            </a:p>
          </p:txBody>
        </p:sp>
        <p:grpSp>
          <p:nvGrpSpPr>
            <p:cNvPr id="65" name="Group 64">
              <a:extLst>
                <a:ext uri="{FF2B5EF4-FFF2-40B4-BE49-F238E27FC236}">
                  <a16:creationId xmlns:a16="http://schemas.microsoft.com/office/drawing/2014/main" id="{01BC9D34-510F-F152-3ABE-DD668A838973}"/>
                </a:ext>
              </a:extLst>
            </p:cNvPr>
            <p:cNvGrpSpPr/>
            <p:nvPr/>
          </p:nvGrpSpPr>
          <p:grpSpPr>
            <a:xfrm>
              <a:off x="178829" y="3963493"/>
              <a:ext cx="3356833" cy="1982406"/>
              <a:chOff x="1155734" y="3992183"/>
              <a:chExt cx="3356833" cy="1982406"/>
            </a:xfrm>
          </p:grpSpPr>
          <p:sp>
            <p:nvSpPr>
              <p:cNvPr id="66" name="Google Shape;679;p79">
                <a:extLst>
                  <a:ext uri="{FF2B5EF4-FFF2-40B4-BE49-F238E27FC236}">
                    <a16:creationId xmlns:a16="http://schemas.microsoft.com/office/drawing/2014/main" id="{AE938546-F830-44F5-3CAC-C686A484DFF0}"/>
                  </a:ext>
                </a:extLst>
              </p:cNvPr>
              <p:cNvSpPr txBox="1"/>
              <p:nvPr/>
            </p:nvSpPr>
            <p:spPr>
              <a:xfrm>
                <a:off x="1155734" y="3992183"/>
                <a:ext cx="3356833" cy="1290056"/>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626518" marR="626518" lvl="0" indent="0" algn="ctr" defTabSz="914400" rtl="0" eaLnBrk="1" fontAlgn="auto" latinLnBrk="0" hangingPunct="1">
                  <a:lnSpc>
                    <a:spcPct val="100000"/>
                  </a:lnSpc>
                  <a:spcBef>
                    <a:spcPts val="0"/>
                  </a:spcBef>
                  <a:spcAft>
                    <a:spcPts val="3067"/>
                  </a:spcAft>
                  <a:buClr>
                    <a:srgbClr val="000000"/>
                  </a:buClr>
                  <a:buSzTx/>
                  <a:buFont typeface="Arial"/>
                  <a:buNone/>
                  <a:tabLst/>
                  <a:defRPr/>
                </a:pPr>
                <a:r>
                  <a:rPr kumimoji="0" lang="en-IN" sz="1400" b="1" i="0" u="none" strike="noStrike" kern="1200" cap="none" spc="300" normalizeH="0" baseline="0" noProof="0">
                    <a:ln>
                      <a:noFill/>
                    </a:ln>
                    <a:solidFill>
                      <a:srgbClr val="FFFFFF"/>
                    </a:solidFill>
                    <a:effectLst/>
                    <a:uLnTx/>
                    <a:uFillTx/>
                    <a:latin typeface="Manrope" pitchFamily="2" charset="0"/>
                    <a:ea typeface="Proxima Nova Rg"/>
                    <a:cs typeface="Proxima Nova Rg"/>
                    <a:sym typeface="Proxima Nova"/>
                  </a:rPr>
                  <a:t>Interim Checkpoint for Alignment</a:t>
                </a:r>
                <a:endParaRPr kumimoji="0" sz="1400" b="1" i="0" u="none" strike="noStrike" kern="1200" cap="none" spc="300" normalizeH="0" baseline="0" noProof="0">
                  <a:ln>
                    <a:noFill/>
                  </a:ln>
                  <a:solidFill>
                    <a:srgbClr val="FFFFFF"/>
                  </a:solidFill>
                  <a:effectLst/>
                  <a:uLnTx/>
                  <a:uFillTx/>
                  <a:latin typeface="Manrope" pitchFamily="2" charset="0"/>
                  <a:ea typeface="Proxima Nova Rg"/>
                  <a:cs typeface="Proxima Nova Rg"/>
                  <a:sym typeface="Proxima Nova"/>
                </a:endParaRPr>
              </a:p>
            </p:txBody>
          </p:sp>
          <p:sp>
            <p:nvSpPr>
              <p:cNvPr id="67" name="TextBox 66">
                <a:extLst>
                  <a:ext uri="{FF2B5EF4-FFF2-40B4-BE49-F238E27FC236}">
                    <a16:creationId xmlns:a16="http://schemas.microsoft.com/office/drawing/2014/main" id="{F76B5A1A-8F15-DE45-8E46-9F5CE5832BAA}"/>
                  </a:ext>
                </a:extLst>
              </p:cNvPr>
              <p:cNvSpPr txBox="1"/>
              <p:nvPr/>
            </p:nvSpPr>
            <p:spPr>
              <a:xfrm>
                <a:off x="1527863" y="4802922"/>
                <a:ext cx="2688768" cy="1171667"/>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Manrope" pitchFamily="2" charset="0"/>
                    <a:ea typeface="+mn-ea"/>
                    <a:cs typeface="Arial"/>
                    <a:sym typeface="Arial"/>
                  </a:rPr>
                  <a:t>Share an interim report to align on findings. If there are significant differences from past waves, adjust the survey accordingly</a:t>
                </a:r>
              </a:p>
            </p:txBody>
          </p:sp>
        </p:grpSp>
      </p:grpSp>
      <p:pic>
        <p:nvPicPr>
          <p:cNvPr id="68" name="Picture 67" descr="A group of colorful papers&#10;&#10;Description automatically generated">
            <a:extLst>
              <a:ext uri="{FF2B5EF4-FFF2-40B4-BE49-F238E27FC236}">
                <a16:creationId xmlns:a16="http://schemas.microsoft.com/office/drawing/2014/main" id="{9077BC91-585A-6892-F477-402894CCA84A}"/>
              </a:ext>
            </a:extLst>
          </p:cNvPr>
          <p:cNvPicPr>
            <a:picLocks noChangeAspect="1"/>
          </p:cNvPicPr>
          <p:nvPr/>
        </p:nvPicPr>
        <p:blipFill>
          <a:blip r:embed="rId2"/>
          <a:stretch>
            <a:fillRect/>
          </a:stretch>
        </p:blipFill>
        <p:spPr>
          <a:xfrm>
            <a:off x="1420040" y="2260903"/>
            <a:ext cx="646001" cy="516801"/>
          </a:xfrm>
          <a:prstGeom prst="rect">
            <a:avLst/>
          </a:prstGeom>
        </p:spPr>
      </p:pic>
      <p:pic>
        <p:nvPicPr>
          <p:cNvPr id="70" name="Picture 69" descr="A hourglass with blue liquid inside&#10;&#10;Description automatically generated">
            <a:extLst>
              <a:ext uri="{FF2B5EF4-FFF2-40B4-BE49-F238E27FC236}">
                <a16:creationId xmlns:a16="http://schemas.microsoft.com/office/drawing/2014/main" id="{36740AAC-D710-D957-AD89-85AA2551FC62}"/>
              </a:ext>
            </a:extLst>
          </p:cNvPr>
          <p:cNvPicPr>
            <a:picLocks noChangeAspect="1"/>
          </p:cNvPicPr>
          <p:nvPr/>
        </p:nvPicPr>
        <p:blipFill>
          <a:blip r:embed="rId3"/>
          <a:stretch>
            <a:fillRect/>
          </a:stretch>
        </p:blipFill>
        <p:spPr>
          <a:xfrm>
            <a:off x="4440723" y="2219663"/>
            <a:ext cx="375821" cy="599281"/>
          </a:xfrm>
          <a:prstGeom prst="rect">
            <a:avLst/>
          </a:prstGeom>
        </p:spPr>
      </p:pic>
      <p:pic>
        <p:nvPicPr>
          <p:cNvPr id="71" name="Picture 70" descr="A light bulb with a paper plane and a paper plane&#10;&#10;Description automatically generated">
            <a:extLst>
              <a:ext uri="{FF2B5EF4-FFF2-40B4-BE49-F238E27FC236}">
                <a16:creationId xmlns:a16="http://schemas.microsoft.com/office/drawing/2014/main" id="{3426F449-3B90-18A3-FA32-DB0C1B254240}"/>
              </a:ext>
            </a:extLst>
          </p:cNvPr>
          <p:cNvPicPr>
            <a:picLocks noChangeAspect="1"/>
          </p:cNvPicPr>
          <p:nvPr/>
        </p:nvPicPr>
        <p:blipFill>
          <a:blip r:embed="rId4"/>
          <a:stretch>
            <a:fillRect/>
          </a:stretch>
        </p:blipFill>
        <p:spPr>
          <a:xfrm>
            <a:off x="7133485" y="2205136"/>
            <a:ext cx="628334" cy="628334"/>
          </a:xfrm>
          <a:prstGeom prst="rect">
            <a:avLst/>
          </a:prstGeom>
        </p:spPr>
      </p:pic>
      <p:pic>
        <p:nvPicPr>
          <p:cNvPr id="72" name="Picture 71" descr="A blue paper with a graph and a dart board&#10;&#10;Description automatically generated">
            <a:extLst>
              <a:ext uri="{FF2B5EF4-FFF2-40B4-BE49-F238E27FC236}">
                <a16:creationId xmlns:a16="http://schemas.microsoft.com/office/drawing/2014/main" id="{F794BF18-3839-C8AE-1E85-74CE564955F9}"/>
              </a:ext>
            </a:extLst>
          </p:cNvPr>
          <p:cNvPicPr>
            <a:picLocks noChangeAspect="1"/>
          </p:cNvPicPr>
          <p:nvPr/>
        </p:nvPicPr>
        <p:blipFill>
          <a:blip r:embed="rId5"/>
          <a:stretch>
            <a:fillRect/>
          </a:stretch>
        </p:blipFill>
        <p:spPr>
          <a:xfrm>
            <a:off x="10139575" y="2262946"/>
            <a:ext cx="572886" cy="515596"/>
          </a:xfrm>
          <a:prstGeom prst="rect">
            <a:avLst/>
          </a:prstGeom>
        </p:spPr>
      </p:pic>
      <p:sp>
        <p:nvSpPr>
          <p:cNvPr id="6" name="Google Shape;70;p2">
            <a:extLst>
              <a:ext uri="{FF2B5EF4-FFF2-40B4-BE49-F238E27FC236}">
                <a16:creationId xmlns:a16="http://schemas.microsoft.com/office/drawing/2014/main" id="{5FE85AB2-C733-7A25-EC08-7463EA37B60D}"/>
              </a:ext>
            </a:extLst>
          </p:cNvPr>
          <p:cNvSpPr txBox="1"/>
          <p:nvPr/>
        </p:nvSpPr>
        <p:spPr>
          <a:xfrm>
            <a:off x="0" y="246382"/>
            <a:ext cx="12192000" cy="707846"/>
          </a:xfrm>
          <a:prstGeom prst="rect">
            <a:avLst/>
          </a:prstGeom>
          <a:noFill/>
          <a:ln>
            <a:noFill/>
          </a:ln>
        </p:spPr>
        <p:txBody>
          <a:bodyPr spcFirstLastPara="1" wrap="square" lIns="91425" tIns="45700" rIns="91425" bIns="45700" anchor="t" anchorCtr="0">
            <a:spAutoFit/>
          </a:bodyPr>
          <a:lstStyle/>
          <a:p>
            <a:pPr lvl="0" defTabSz="914377">
              <a:buClr>
                <a:srgbClr val="000000"/>
              </a:buClr>
              <a:defRPr/>
            </a:pPr>
            <a:r>
              <a:rPr lang="en-US" sz="2000" b="1" kern="0" dirty="0">
                <a:solidFill>
                  <a:srgbClr val="FFFFFF"/>
                </a:solidFill>
                <a:latin typeface="Manrope" pitchFamily="2" charset="0"/>
                <a:ea typeface="Poppins"/>
                <a:cs typeface="Poppins"/>
                <a:sym typeface="Poppins"/>
              </a:rPr>
              <a:t>Switching to </a:t>
            </a:r>
            <a:r>
              <a:rPr lang="en-US" sz="2000" b="1" kern="0" dirty="0" err="1">
                <a:solidFill>
                  <a:srgbClr val="FFFFFF"/>
                </a:solidFill>
                <a:latin typeface="Manrope" pitchFamily="2" charset="0"/>
                <a:ea typeface="Poppins"/>
                <a:cs typeface="Poppins"/>
                <a:sym typeface="Poppins"/>
              </a:rPr>
              <a:t>ZoomRx</a:t>
            </a:r>
            <a:r>
              <a:rPr lang="en-US" sz="2000" b="1" kern="0" dirty="0">
                <a:solidFill>
                  <a:srgbClr val="FFFFFF"/>
                </a:solidFill>
                <a:latin typeface="Manrope" pitchFamily="2" charset="0"/>
                <a:ea typeface="Poppins"/>
                <a:cs typeface="Poppins"/>
                <a:sym typeface="Poppins"/>
              </a:rPr>
              <a:t>: We have extensive experience working with clients who switch to </a:t>
            </a:r>
            <a:r>
              <a:rPr lang="en-US" sz="2000" b="1" kern="0" dirty="0" err="1">
                <a:solidFill>
                  <a:srgbClr val="FFFFFF"/>
                </a:solidFill>
                <a:latin typeface="Manrope" pitchFamily="2" charset="0"/>
                <a:ea typeface="Poppins"/>
                <a:cs typeface="Poppins"/>
                <a:sym typeface="Poppins"/>
              </a:rPr>
              <a:t>ZoomRx</a:t>
            </a:r>
            <a:r>
              <a:rPr lang="en-US" sz="2000" b="1" kern="0" dirty="0">
                <a:solidFill>
                  <a:srgbClr val="FFFFFF"/>
                </a:solidFill>
                <a:latin typeface="Manrope" pitchFamily="2" charset="0"/>
                <a:ea typeface="Poppins"/>
                <a:cs typeface="Poppins"/>
                <a:sym typeface="Poppins"/>
              </a:rPr>
              <a:t> tracking from other vendors</a:t>
            </a:r>
            <a:endParaRPr lang="en-US" sz="2400" b="1" kern="0" dirty="0">
              <a:solidFill>
                <a:srgbClr val="FFFFFF"/>
              </a:solidFill>
              <a:latin typeface="Manrope" pitchFamily="2" charset="0"/>
              <a:ea typeface="Poppins"/>
              <a:cs typeface="Poppins"/>
              <a:sym typeface="Poppins"/>
            </a:endParaRPr>
          </a:p>
        </p:txBody>
      </p:sp>
      <p:sp>
        <p:nvSpPr>
          <p:cNvPr id="7" name="Rectangle 6">
            <a:extLst>
              <a:ext uri="{FF2B5EF4-FFF2-40B4-BE49-F238E27FC236}">
                <a16:creationId xmlns:a16="http://schemas.microsoft.com/office/drawing/2014/main" id="{3816ABC8-E8E5-5FFB-E6F5-D5DA27C7122F}"/>
              </a:ext>
            </a:extLst>
          </p:cNvPr>
          <p:cNvSpPr/>
          <p:nvPr/>
        </p:nvSpPr>
        <p:spPr>
          <a:xfrm>
            <a:off x="3600356" y="1262181"/>
            <a:ext cx="4991287" cy="338554"/>
          </a:xfrm>
          <a:prstGeom prst="rect">
            <a:avLst/>
          </a:prstGeom>
        </p:spPr>
        <p:txBody>
          <a:bodyPr wrap="square" lIns="91440" tIns="45720" rIns="91440" bIns="45720" anchor="t">
            <a:spAutoFit/>
          </a:bodyPr>
          <a:lstStyle/>
          <a:p>
            <a:pPr algn="ctr" defTabSz="914377">
              <a:buFont typeface="Arial"/>
              <a:buNone/>
              <a:defRPr/>
            </a:pPr>
            <a:r>
              <a:rPr lang="en-GB" sz="1600" b="1" err="1">
                <a:solidFill>
                  <a:srgbClr val="FFFFFF"/>
                </a:solidFill>
                <a:ea typeface="Roboto"/>
                <a:cs typeface="Poppins" panose="00000500000000000000" pitchFamily="2" charset="0"/>
                <a:sym typeface="Arial"/>
              </a:rPr>
              <a:t>ZoomRx</a:t>
            </a:r>
            <a:r>
              <a:rPr lang="en-GB" sz="1600" b="1">
                <a:solidFill>
                  <a:srgbClr val="FFFFFF"/>
                </a:solidFill>
                <a:ea typeface="Roboto"/>
                <a:cs typeface="Poppins" panose="00000500000000000000" pitchFamily="2" charset="0"/>
                <a:sym typeface="Arial"/>
              </a:rPr>
              <a:t>: Our Approach to Switching</a:t>
            </a:r>
            <a:endParaRPr lang="en-US" sz="1600" b="1" u="sng">
              <a:solidFill>
                <a:srgbClr val="FFFFFF"/>
              </a:solidFill>
              <a:ea typeface="Roboto"/>
              <a:cs typeface="Poppins" panose="00000500000000000000" pitchFamily="2" charset="0"/>
              <a:sym typeface="Arial"/>
            </a:endParaRPr>
          </a:p>
        </p:txBody>
      </p:sp>
    </p:spTree>
    <p:extLst>
      <p:ext uri="{BB962C8B-B14F-4D97-AF65-F5344CB8AC3E}">
        <p14:creationId xmlns:p14="http://schemas.microsoft.com/office/powerpoint/2010/main" val="2800068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7A4DC-8259-7A93-A0F3-7D07E9E441ED}"/>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B6D26527-0724-B75A-EF82-AD1A0525DD89}"/>
              </a:ext>
            </a:extLst>
          </p:cNvPr>
          <p:cNvSpPr/>
          <p:nvPr/>
        </p:nvSpPr>
        <p:spPr>
          <a:xfrm>
            <a:off x="0" y="0"/>
            <a:ext cx="12192000" cy="690013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white"/>
              </a:solidFill>
              <a:effectLst/>
              <a:uLnTx/>
              <a:uFillTx/>
              <a:latin typeface="Manrope" pitchFamily="2" charset="0"/>
              <a:ea typeface="+mn-ea"/>
              <a:cs typeface="+mn-cs"/>
            </a:endParaRPr>
          </a:p>
        </p:txBody>
      </p:sp>
      <p:sp>
        <p:nvSpPr>
          <p:cNvPr id="11" name="Rectangle 10">
            <a:extLst>
              <a:ext uri="{FF2B5EF4-FFF2-40B4-BE49-F238E27FC236}">
                <a16:creationId xmlns:a16="http://schemas.microsoft.com/office/drawing/2014/main" id="{273B83C2-C003-A7E3-CFC7-53E66B22FA11}"/>
              </a:ext>
            </a:extLst>
          </p:cNvPr>
          <p:cNvSpPr/>
          <p:nvPr/>
        </p:nvSpPr>
        <p:spPr>
          <a:xfrm>
            <a:off x="0" y="3657139"/>
            <a:ext cx="12191999" cy="795871"/>
          </a:xfrm>
          <a:prstGeom prst="rect">
            <a:avLst/>
          </a:prstGeom>
          <a:solidFill>
            <a:schemeClr val="accent1">
              <a:lumMod val="40000"/>
              <a:lumOff val="6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 name="Picture 9" descr="A colorful compass with a black background&#10;&#10;Description automatically generated">
            <a:extLst>
              <a:ext uri="{FF2B5EF4-FFF2-40B4-BE49-F238E27FC236}">
                <a16:creationId xmlns:a16="http://schemas.microsoft.com/office/drawing/2014/main" id="{A19B6B55-641B-84DE-F839-965E2F8E7754}"/>
              </a:ext>
            </a:extLst>
          </p:cNvPr>
          <p:cNvPicPr>
            <a:picLocks noChangeAspect="1"/>
          </p:cNvPicPr>
          <p:nvPr/>
        </p:nvPicPr>
        <p:blipFill>
          <a:blip r:embed="rId3"/>
          <a:stretch>
            <a:fillRect/>
          </a:stretch>
        </p:blipFill>
        <p:spPr>
          <a:xfrm>
            <a:off x="8971968" y="2845582"/>
            <a:ext cx="3043634" cy="3410237"/>
          </a:xfrm>
          <a:prstGeom prst="rect">
            <a:avLst/>
          </a:prstGeom>
        </p:spPr>
      </p:pic>
      <p:pic>
        <p:nvPicPr>
          <p:cNvPr id="16" name="Graphic 15">
            <a:extLst>
              <a:ext uri="{FF2B5EF4-FFF2-40B4-BE49-F238E27FC236}">
                <a16:creationId xmlns:a16="http://schemas.microsoft.com/office/drawing/2014/main" id="{3BBF677C-186D-0A9E-35A4-5EFF407AEDC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97508" y="338331"/>
            <a:ext cx="2189494" cy="394109"/>
          </a:xfrm>
          <a:prstGeom prst="rect">
            <a:avLst/>
          </a:prstGeom>
        </p:spPr>
      </p:pic>
      <p:sp>
        <p:nvSpPr>
          <p:cNvPr id="4" name="TextBox 3">
            <a:extLst>
              <a:ext uri="{FF2B5EF4-FFF2-40B4-BE49-F238E27FC236}">
                <a16:creationId xmlns:a16="http://schemas.microsoft.com/office/drawing/2014/main" id="{8641F0F0-CB76-9E31-4F6C-2D79F7CC077C}"/>
              </a:ext>
            </a:extLst>
          </p:cNvPr>
          <p:cNvSpPr txBox="1"/>
          <p:nvPr/>
        </p:nvSpPr>
        <p:spPr>
          <a:xfrm>
            <a:off x="76895" y="2662197"/>
            <a:ext cx="9752905" cy="1607428"/>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300000"/>
              </a:lnSpc>
              <a:spcBef>
                <a:spcPts val="0"/>
              </a:spcBef>
              <a:spcAft>
                <a:spcPts val="0"/>
              </a:spcAft>
              <a:buClrTx/>
              <a:buSzTx/>
              <a:buFontTx/>
              <a:buNone/>
              <a:tabLst/>
              <a:defRPr/>
            </a:pPr>
            <a:r>
              <a:rPr kumimoji="0" lang="en-US" sz="1800" b="0" i="0" u="none" strike="noStrike" kern="1200" cap="none" spc="300" normalizeH="0" baseline="0" noProof="0" dirty="0">
                <a:ln>
                  <a:noFill/>
                </a:ln>
                <a:solidFill>
                  <a:prstClr val="white"/>
                </a:solidFill>
                <a:effectLst/>
                <a:uLnTx/>
                <a:uFillTx/>
                <a:latin typeface="Manrope"/>
                <a:ea typeface="+mn-ea"/>
                <a:cs typeface="+mn-cs"/>
              </a:rPr>
              <a:t>1. INTRO TO ZOOMRX &amp; ATU PLATFORM</a:t>
            </a:r>
          </a:p>
          <a:p>
            <a:pPr marL="0" marR="0" lvl="0" indent="0" algn="l" defTabSz="914400" rtl="0" eaLnBrk="1" fontAlgn="auto" latinLnBrk="0" hangingPunct="1">
              <a:lnSpc>
                <a:spcPct val="300000"/>
              </a:lnSpc>
              <a:spcBef>
                <a:spcPts val="0"/>
              </a:spcBef>
              <a:spcAft>
                <a:spcPts val="0"/>
              </a:spcAft>
              <a:buClrTx/>
              <a:buSzTx/>
              <a:buFontTx/>
              <a:buNone/>
              <a:tabLst/>
              <a:defRPr/>
            </a:pPr>
            <a:r>
              <a:rPr kumimoji="0" lang="en-US" sz="1800" b="0" i="0" u="none" strike="noStrike" kern="1200" cap="none" spc="300" normalizeH="0" baseline="0" noProof="0" dirty="0">
                <a:ln>
                  <a:noFill/>
                </a:ln>
                <a:solidFill>
                  <a:prstClr val="white"/>
                </a:solidFill>
                <a:effectLst/>
                <a:uLnTx/>
                <a:uFillTx/>
                <a:latin typeface="Manrope"/>
                <a:ea typeface="+mn-ea"/>
                <a:cs typeface="+mn-cs"/>
              </a:rPr>
              <a:t>2. PFIZER/ZOOMRX PENBRAYA ATU PILOT</a:t>
            </a:r>
          </a:p>
        </p:txBody>
      </p:sp>
      <p:sp>
        <p:nvSpPr>
          <p:cNvPr id="2" name="Title 1">
            <a:extLst>
              <a:ext uri="{FF2B5EF4-FFF2-40B4-BE49-F238E27FC236}">
                <a16:creationId xmlns:a16="http://schemas.microsoft.com/office/drawing/2014/main" id="{95FAC72E-4CFE-C348-1AE9-064BA647E535}"/>
              </a:ext>
            </a:extLst>
          </p:cNvPr>
          <p:cNvSpPr txBox="1">
            <a:spLocks/>
          </p:cNvSpPr>
          <p:nvPr/>
        </p:nvSpPr>
        <p:spPr>
          <a:xfrm>
            <a:off x="129489" y="178981"/>
            <a:ext cx="11852797"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dirty="0" err="1">
                <a:ln>
                  <a:noFill/>
                </a:ln>
                <a:solidFill>
                  <a:srgbClr val="FFFFFF"/>
                </a:solidFill>
                <a:effectLst/>
                <a:uLnTx/>
                <a:uFillTx/>
                <a:latin typeface="Manrope" pitchFamily="2" charset="0"/>
                <a:ea typeface="+mj-ea"/>
                <a:cs typeface="+mj-cs"/>
              </a:rPr>
              <a:t>ZoomRx</a:t>
            </a:r>
            <a:r>
              <a:rPr kumimoji="0" lang="en-US" sz="2000" b="1" i="0" u="none" strike="noStrike" kern="1200" cap="none" spc="0" normalizeH="0" baseline="0" noProof="0" dirty="0">
                <a:ln>
                  <a:noFill/>
                </a:ln>
                <a:solidFill>
                  <a:srgbClr val="FFFFFF"/>
                </a:solidFill>
                <a:effectLst/>
                <a:uLnTx/>
                <a:uFillTx/>
                <a:latin typeface="Manrope" pitchFamily="2" charset="0"/>
                <a:ea typeface="+mj-ea"/>
                <a:cs typeface="+mj-cs"/>
              </a:rPr>
              <a:t> and Pfizer PENBRAYA ATU Pilot</a:t>
            </a:r>
          </a:p>
        </p:txBody>
      </p:sp>
    </p:spTree>
    <p:extLst>
      <p:ext uri="{BB962C8B-B14F-4D97-AF65-F5344CB8AC3E}">
        <p14:creationId xmlns:p14="http://schemas.microsoft.com/office/powerpoint/2010/main" val="159166355"/>
      </p:ext>
    </p:extLst>
  </p:cSld>
  <p:clrMapOvr>
    <a:masterClrMapping/>
  </p:clrMapOvr>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CD37B444-548B-AB62-2B5D-FD82ECA448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195E833-7402-0EC9-C91A-EA692F3ADE03}"/>
              </a:ext>
            </a:extLst>
          </p:cNvPr>
          <p:cNvSpPr/>
          <p:nvPr/>
        </p:nvSpPr>
        <p:spPr>
          <a:xfrm>
            <a:off x="0" y="39934"/>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mn-cs"/>
            </a:endParaRPr>
          </a:p>
        </p:txBody>
      </p:sp>
      <p:sp>
        <p:nvSpPr>
          <p:cNvPr id="3" name="Google Shape;70;p2">
            <a:extLst>
              <a:ext uri="{FF2B5EF4-FFF2-40B4-BE49-F238E27FC236}">
                <a16:creationId xmlns:a16="http://schemas.microsoft.com/office/drawing/2014/main" id="{541C5F95-F79A-11C3-3FAE-2EA9876DC45C}"/>
              </a:ext>
            </a:extLst>
          </p:cNvPr>
          <p:cNvSpPr txBox="1"/>
          <p:nvPr/>
        </p:nvSpPr>
        <p:spPr>
          <a:xfrm>
            <a:off x="0" y="397842"/>
            <a:ext cx="12192000" cy="369291"/>
          </a:xfrm>
          <a:prstGeom prst="rect">
            <a:avLst/>
          </a:prstGeom>
          <a:noFill/>
          <a:ln>
            <a:noFill/>
          </a:ln>
        </p:spPr>
        <p:txBody>
          <a:bodyPr spcFirstLastPara="1" wrap="square" lIns="91425" tIns="45700" rIns="91425" bIns="45700" anchor="t" anchorCtr="0">
            <a:spAutoFit/>
          </a:bodyPr>
          <a:lstStyle/>
          <a:p>
            <a:pPr marL="0" marR="0" lvl="0" indent="0" algn="l" defTabSz="914377" rtl="0" eaLnBrk="1" fontAlgn="auto" latinLnBrk="0" hangingPunct="1">
              <a:lnSpc>
                <a:spcPct val="100000"/>
              </a:lnSpc>
              <a:spcBef>
                <a:spcPts val="0"/>
              </a:spcBef>
              <a:spcAft>
                <a:spcPts val="0"/>
              </a:spcAft>
              <a:buClr>
                <a:srgbClr val="000000"/>
              </a:buClr>
              <a:buSzTx/>
              <a:buFontTx/>
              <a:buNone/>
              <a:tabLst/>
              <a:defRPr/>
            </a:pPr>
            <a:r>
              <a:rPr kumimoji="0" lang="en-US" sz="1800" b="1" i="0" u="none" strike="noStrike" kern="0" cap="none" spc="0" normalizeH="0" baseline="0" noProof="0" dirty="0" err="1">
                <a:ln>
                  <a:noFill/>
                </a:ln>
                <a:solidFill>
                  <a:srgbClr val="FFFFFF"/>
                </a:solidFill>
                <a:effectLst/>
                <a:uLnTx/>
                <a:uFillTx/>
                <a:latin typeface="Manrope"/>
                <a:ea typeface="Poppins"/>
                <a:cs typeface="Poppins"/>
                <a:sym typeface="Poppins"/>
              </a:rPr>
              <a:t>ZoomRx</a:t>
            </a:r>
            <a:r>
              <a:rPr kumimoji="0" lang="en-US" sz="1800" b="1" i="0" u="none" strike="noStrike" kern="0" cap="none" spc="0" normalizeH="0" baseline="0" noProof="0" dirty="0">
                <a:ln>
                  <a:noFill/>
                </a:ln>
                <a:solidFill>
                  <a:srgbClr val="FFFFFF"/>
                </a:solidFill>
                <a:effectLst/>
                <a:uLnTx/>
                <a:uFillTx/>
                <a:latin typeface="Manrope"/>
                <a:ea typeface="Poppins"/>
                <a:cs typeface="Poppins"/>
                <a:sym typeface="Poppins"/>
              </a:rPr>
              <a:t> </a:t>
            </a:r>
            <a:r>
              <a:rPr kumimoji="0" lang="en-US" sz="1800" b="1" i="0" u="none" strike="noStrike" kern="0" cap="none" spc="0" normalizeH="0" baseline="0" noProof="0" dirty="0" err="1">
                <a:ln>
                  <a:noFill/>
                </a:ln>
                <a:solidFill>
                  <a:srgbClr val="FFFFFF"/>
                </a:solidFill>
                <a:effectLst/>
                <a:uLnTx/>
                <a:uFillTx/>
                <a:latin typeface="Manrope"/>
                <a:ea typeface="Poppins"/>
                <a:cs typeface="Poppins"/>
                <a:sym typeface="Poppins"/>
              </a:rPr>
              <a:t>Penbraya</a:t>
            </a:r>
            <a:r>
              <a:rPr kumimoji="0" lang="en-US" sz="1800" b="1" i="0" u="none" strike="noStrike" kern="0" cap="none" spc="0" normalizeH="0" baseline="0" noProof="0" dirty="0">
                <a:ln>
                  <a:noFill/>
                </a:ln>
                <a:solidFill>
                  <a:srgbClr val="FFFFFF"/>
                </a:solidFill>
                <a:effectLst/>
                <a:uLnTx/>
                <a:uFillTx/>
                <a:latin typeface="Manrope"/>
                <a:ea typeface="Poppins"/>
                <a:cs typeface="Poppins"/>
                <a:sym typeface="Poppins"/>
              </a:rPr>
              <a:t> ATU Pilot Scope</a:t>
            </a:r>
            <a:endParaRPr kumimoji="0" lang="en-US" sz="2000" b="1" i="0" u="none" strike="noStrike" kern="0" cap="none" spc="0" normalizeH="0" baseline="0" noProof="0" dirty="0">
              <a:ln>
                <a:noFill/>
              </a:ln>
              <a:solidFill>
                <a:srgbClr val="FFFFFF"/>
              </a:solidFill>
              <a:effectLst/>
              <a:uLnTx/>
              <a:uFillTx/>
              <a:latin typeface="Manrope"/>
              <a:ea typeface="Poppins"/>
              <a:cs typeface="Poppins"/>
              <a:sym typeface="Poppins"/>
            </a:endParaRPr>
          </a:p>
        </p:txBody>
      </p:sp>
      <p:graphicFrame>
        <p:nvGraphicFramePr>
          <p:cNvPr id="18" name="Table 17">
            <a:extLst>
              <a:ext uri="{FF2B5EF4-FFF2-40B4-BE49-F238E27FC236}">
                <a16:creationId xmlns:a16="http://schemas.microsoft.com/office/drawing/2014/main" id="{BB39F851-3E55-4518-2A70-6628EDA02A5C}"/>
              </a:ext>
            </a:extLst>
          </p:cNvPr>
          <p:cNvGraphicFramePr>
            <a:graphicFrameLocks noGrp="1"/>
          </p:cNvGraphicFramePr>
          <p:nvPr>
            <p:extLst>
              <p:ext uri="{D42A27DB-BD31-4B8C-83A1-F6EECF244321}">
                <p14:modId xmlns:p14="http://schemas.microsoft.com/office/powerpoint/2010/main" val="215647395"/>
              </p:ext>
            </p:extLst>
          </p:nvPr>
        </p:nvGraphicFramePr>
        <p:xfrm>
          <a:off x="171479" y="1417465"/>
          <a:ext cx="8838647" cy="4991493"/>
        </p:xfrm>
        <a:graphic>
          <a:graphicData uri="http://schemas.openxmlformats.org/drawingml/2006/table">
            <a:tbl>
              <a:tblPr>
                <a:noFill/>
              </a:tblPr>
              <a:tblGrid>
                <a:gridCol w="1547845">
                  <a:extLst>
                    <a:ext uri="{9D8B030D-6E8A-4147-A177-3AD203B41FA5}">
                      <a16:colId xmlns:a16="http://schemas.microsoft.com/office/drawing/2014/main" val="4235715646"/>
                    </a:ext>
                  </a:extLst>
                </a:gridCol>
                <a:gridCol w="7290802">
                  <a:extLst>
                    <a:ext uri="{9D8B030D-6E8A-4147-A177-3AD203B41FA5}">
                      <a16:colId xmlns:a16="http://schemas.microsoft.com/office/drawing/2014/main" val="1057373700"/>
                    </a:ext>
                  </a:extLst>
                </a:gridCol>
              </a:tblGrid>
              <a:tr h="468322">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rtl="0">
                        <a:spcBef>
                          <a:spcPts val="0"/>
                        </a:spcBef>
                        <a:spcAft>
                          <a:spcPts val="0"/>
                        </a:spcAft>
                        <a:buClr>
                          <a:srgbClr val="002060"/>
                        </a:buClr>
                        <a:buSzPts val="1100"/>
                        <a:buFont typeface="Arial"/>
                        <a:buNone/>
                      </a:pPr>
                      <a:r>
                        <a:rPr lang="en-US" sz="1200" b="1" u="none" strike="noStrike" cap="none" dirty="0">
                          <a:solidFill>
                            <a:schemeClr val="tx1"/>
                          </a:solidFill>
                          <a:latin typeface="Manrope" pitchFamily="2" charset="0"/>
                          <a:ea typeface="Arial"/>
                          <a:cs typeface="Arial"/>
                          <a:sym typeface="Arial"/>
                        </a:rPr>
                        <a:t>Survey</a:t>
                      </a:r>
                      <a:endParaRPr sz="1200" u="none" strike="noStrike" cap="none" dirty="0">
                        <a:solidFill>
                          <a:schemeClr val="tx1"/>
                        </a:solidFill>
                        <a:latin typeface="Manrope" pitchFamily="2" charset="0"/>
                        <a:ea typeface="Arial"/>
                        <a:cs typeface="Arial"/>
                        <a:sym typeface="Arial"/>
                      </a:endParaRP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rtl="0">
                        <a:spcBef>
                          <a:spcPts val="0"/>
                        </a:spcBef>
                        <a:spcAft>
                          <a:spcPts val="0"/>
                        </a:spcAft>
                        <a:buClr>
                          <a:srgbClr val="002060"/>
                        </a:buClr>
                        <a:buSzPts val="1100"/>
                        <a:buFont typeface="Arial"/>
                        <a:buNone/>
                      </a:pPr>
                      <a:r>
                        <a:rPr lang="en-US" sz="1200" b="1" u="none" strike="noStrike" cap="none" dirty="0">
                          <a:solidFill>
                            <a:schemeClr val="tx1"/>
                          </a:solidFill>
                          <a:latin typeface="Manrope" pitchFamily="2" charset="0"/>
                          <a:ea typeface="Arial"/>
                          <a:cs typeface="Arial"/>
                          <a:sym typeface="Arial"/>
                        </a:rPr>
                        <a:t>Details</a:t>
                      </a:r>
                      <a:endParaRPr sz="2000" u="none" strike="noStrike" cap="none" dirty="0">
                        <a:solidFill>
                          <a:schemeClr val="tx1"/>
                        </a:solidFill>
                        <a:latin typeface="Manrope" pitchFamily="2" charset="0"/>
                        <a:ea typeface="Arial"/>
                        <a:cs typeface="Arial"/>
                        <a:sym typeface="Arial"/>
                      </a:endParaRP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398250369"/>
                  </a:ext>
                </a:extLst>
              </a:tr>
              <a:tr h="91440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rtl="0">
                        <a:spcBef>
                          <a:spcPts val="0"/>
                        </a:spcBef>
                        <a:spcAft>
                          <a:spcPts val="0"/>
                        </a:spcAft>
                        <a:buClr>
                          <a:srgbClr val="002060"/>
                        </a:buClr>
                        <a:buSzPts val="1100"/>
                        <a:buFont typeface="Arial"/>
                        <a:buNone/>
                      </a:pPr>
                      <a:r>
                        <a:rPr lang="en-US" sz="1200" b="1" i="0" u="none" strike="noStrike" cap="none" dirty="0">
                          <a:solidFill>
                            <a:schemeClr val="tx1"/>
                          </a:solidFill>
                          <a:latin typeface="Manrope" pitchFamily="2" charset="0"/>
                          <a:ea typeface="Arial"/>
                          <a:cs typeface="Arial"/>
                          <a:sym typeface="Arial"/>
                        </a:rPr>
                        <a:t>Sample and Segments</a:t>
                      </a:r>
                      <a:endParaRPr lang="en-US" sz="1200" b="0" i="0" u="none" strike="noStrike" cap="none" dirty="0">
                        <a:solidFill>
                          <a:schemeClr val="tx1"/>
                        </a:solidFill>
                        <a:latin typeface="Manrope" pitchFamily="2" charset="0"/>
                        <a:ea typeface="Arial"/>
                        <a:cs typeface="Arial"/>
                        <a:sym typeface="Arial"/>
                      </a:endParaRP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171450" marR="0" lvl="1" indent="-171450" algn="l" rtl="0">
                        <a:spcBef>
                          <a:spcPts val="0"/>
                        </a:spcBef>
                        <a:spcAft>
                          <a:spcPts val="0"/>
                        </a:spcAft>
                        <a:buClr>
                          <a:srgbClr val="595959"/>
                        </a:buClr>
                        <a:buSzPts val="1000"/>
                        <a:buFont typeface="Arial" panose="020B0604020202020204" pitchFamily="34" charset="0"/>
                        <a:buChar char="•"/>
                      </a:pPr>
                      <a:r>
                        <a:rPr lang="en-GB" sz="1100" b="0" dirty="0">
                          <a:solidFill>
                            <a:schemeClr val="tx1"/>
                          </a:solidFill>
                          <a:latin typeface="Manrope" pitchFamily="2" charset="0"/>
                        </a:rPr>
                        <a:t>N = 100 total HCPs (N = 80 PEDs; N = 20 PCPs)</a:t>
                      </a:r>
                    </a:p>
                    <a:p>
                      <a:pPr marL="171450" marR="0" lvl="1" indent="-171450" algn="l" rtl="0">
                        <a:spcBef>
                          <a:spcPts val="0"/>
                        </a:spcBef>
                        <a:spcAft>
                          <a:spcPts val="0"/>
                        </a:spcAft>
                        <a:buClr>
                          <a:srgbClr val="595959"/>
                        </a:buClr>
                        <a:buSzPts val="1000"/>
                        <a:buFont typeface="Arial" panose="020B0604020202020204" pitchFamily="34" charset="0"/>
                        <a:buChar char="•"/>
                      </a:pPr>
                      <a:r>
                        <a:rPr lang="en-GB" sz="1100" b="0" dirty="0">
                          <a:solidFill>
                            <a:schemeClr val="tx1"/>
                          </a:solidFill>
                          <a:latin typeface="Manrope" pitchFamily="2" charset="0"/>
                        </a:rPr>
                        <a:t>Loyalty segments: ~50% Tier 1, 25% Tier 2, 25% Tier 3</a:t>
                      </a: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1878819"/>
                  </a:ext>
                </a:extLst>
              </a:tr>
              <a:tr h="468322">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rtl="0">
                        <a:spcBef>
                          <a:spcPts val="0"/>
                        </a:spcBef>
                        <a:spcAft>
                          <a:spcPts val="0"/>
                        </a:spcAft>
                        <a:buClr>
                          <a:srgbClr val="002060"/>
                        </a:buClr>
                        <a:buSzPts val="1100"/>
                        <a:buFont typeface="Arial"/>
                        <a:buNone/>
                      </a:pPr>
                      <a:r>
                        <a:rPr lang="en-US" sz="1200" b="1" u="none" strike="noStrike" cap="none" dirty="0">
                          <a:solidFill>
                            <a:schemeClr val="tx1"/>
                          </a:solidFill>
                          <a:latin typeface="Manrope" pitchFamily="2" charset="0"/>
                          <a:ea typeface="Arial"/>
                          <a:cs typeface="Arial"/>
                          <a:sym typeface="Arial"/>
                        </a:rPr>
                        <a:t>Length of Survey</a:t>
                      </a:r>
                      <a:endParaRPr sz="1200" u="none" strike="noStrike" cap="none" dirty="0">
                        <a:solidFill>
                          <a:schemeClr val="tx1"/>
                        </a:solidFill>
                        <a:latin typeface="Manrope" pitchFamily="2" charset="0"/>
                        <a:ea typeface="Arial"/>
                        <a:cs typeface="Arial"/>
                        <a:sym typeface="Arial"/>
                      </a:endParaRP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91440" marR="0" lvl="0" indent="0" algn="ctr" rtl="0">
                        <a:spcBef>
                          <a:spcPts val="0"/>
                        </a:spcBef>
                        <a:spcAft>
                          <a:spcPts val="0"/>
                        </a:spcAft>
                        <a:buClr>
                          <a:srgbClr val="002060"/>
                        </a:buClr>
                        <a:buSzPts val="1000"/>
                        <a:buFont typeface="Arial"/>
                        <a:buNone/>
                      </a:pPr>
                      <a:r>
                        <a:rPr lang="en-US" sz="1100" u="none" strike="noStrike" kern="1200" cap="none" dirty="0">
                          <a:solidFill>
                            <a:schemeClr val="tx1"/>
                          </a:solidFill>
                          <a:latin typeface="Manrope" pitchFamily="2" charset="0"/>
                          <a:ea typeface="Arial"/>
                          <a:cs typeface="Arial"/>
                          <a:sym typeface="Arial"/>
                        </a:rPr>
                        <a:t>~25 minutes</a:t>
                      </a:r>
                      <a:endParaRPr sz="1100" u="none" strike="noStrike" kern="1200" cap="none" dirty="0">
                        <a:solidFill>
                          <a:schemeClr val="tx1"/>
                        </a:solidFill>
                        <a:latin typeface="Manrope" pitchFamily="2" charset="0"/>
                        <a:ea typeface="Arial"/>
                        <a:cs typeface="Arial"/>
                        <a:sym typeface="Arial"/>
                      </a:endParaRP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2770474"/>
                  </a:ext>
                </a:extLst>
              </a:tr>
              <a:tr h="468322">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rtl="0">
                        <a:spcBef>
                          <a:spcPts val="0"/>
                        </a:spcBef>
                        <a:spcAft>
                          <a:spcPts val="0"/>
                        </a:spcAft>
                        <a:buClr>
                          <a:srgbClr val="002060"/>
                        </a:buClr>
                        <a:buSzPts val="1100"/>
                        <a:buFont typeface="Arial"/>
                        <a:buNone/>
                      </a:pPr>
                      <a:r>
                        <a:rPr lang="en-GB" sz="1200" b="1" u="none" strike="noStrike" cap="none" dirty="0">
                          <a:solidFill>
                            <a:schemeClr val="tx1"/>
                          </a:solidFill>
                          <a:latin typeface="Manrope" pitchFamily="2" charset="0"/>
                          <a:ea typeface="Arial"/>
                          <a:cs typeface="Arial"/>
                          <a:sym typeface="Arial"/>
                        </a:rPr>
                        <a:t>Fielding Duration</a:t>
                      </a:r>
                      <a:endParaRPr sz="1200" b="1" u="none" strike="noStrike" cap="none" dirty="0">
                        <a:solidFill>
                          <a:schemeClr val="tx1"/>
                        </a:solidFill>
                        <a:latin typeface="Manrope" pitchFamily="2" charset="0"/>
                        <a:ea typeface="Arial"/>
                        <a:cs typeface="Arial"/>
                        <a:sym typeface="Arial"/>
                      </a:endParaRP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91440" marR="0" lvl="0" indent="0" algn="ctr" rtl="0">
                        <a:spcBef>
                          <a:spcPts val="0"/>
                        </a:spcBef>
                        <a:spcAft>
                          <a:spcPts val="0"/>
                        </a:spcAft>
                        <a:buClr>
                          <a:srgbClr val="002060"/>
                        </a:buClr>
                        <a:buSzPts val="1000"/>
                        <a:buFont typeface="Arial"/>
                        <a:buNone/>
                      </a:pPr>
                      <a:r>
                        <a:rPr lang="en-GB" sz="1100" u="none" strike="noStrike" cap="none" dirty="0">
                          <a:solidFill>
                            <a:schemeClr val="tx1"/>
                          </a:solidFill>
                          <a:latin typeface="Manrope" pitchFamily="2" charset="0"/>
                          <a:ea typeface="Arial"/>
                          <a:cs typeface="Arial"/>
                          <a:sym typeface="Arial"/>
                        </a:rPr>
                        <a:t>~4 weeks</a:t>
                      </a:r>
                      <a:endParaRPr lang="en-GB" sz="1100" u="none" strike="noStrike" kern="1200" cap="none" dirty="0">
                        <a:solidFill>
                          <a:schemeClr val="tx1"/>
                        </a:solidFill>
                        <a:latin typeface="Manrope" pitchFamily="2" charset="0"/>
                        <a:cs typeface="Arial"/>
                        <a:sym typeface="Arial"/>
                      </a:endParaRP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337270"/>
                  </a:ext>
                </a:extLst>
              </a:tr>
              <a:tr h="468322">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rtl="0">
                        <a:spcBef>
                          <a:spcPts val="0"/>
                        </a:spcBef>
                        <a:spcAft>
                          <a:spcPts val="0"/>
                        </a:spcAft>
                        <a:buClr>
                          <a:srgbClr val="002060"/>
                        </a:buClr>
                        <a:buSzPts val="1100"/>
                        <a:buFont typeface="Arial"/>
                        <a:buNone/>
                      </a:pPr>
                      <a:r>
                        <a:rPr lang="en-US" sz="1200" b="1" u="none" strike="noStrike" cap="none" dirty="0">
                          <a:solidFill>
                            <a:schemeClr val="tx1"/>
                          </a:solidFill>
                          <a:latin typeface="Manrope" pitchFamily="2" charset="0"/>
                          <a:ea typeface="Arial"/>
                          <a:cs typeface="Arial"/>
                          <a:sym typeface="Arial"/>
                        </a:rPr>
                        <a:t>Target Sample</a:t>
                      </a:r>
                      <a:endParaRPr lang="en-US" sz="2000" dirty="0">
                        <a:solidFill>
                          <a:schemeClr val="tx1"/>
                        </a:solidFill>
                        <a:latin typeface="Manrope" pitchFamily="2" charset="0"/>
                      </a:endParaRP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91440" marR="0" lvl="0" indent="0" algn="ctr" rtl="0">
                        <a:spcBef>
                          <a:spcPts val="0"/>
                        </a:spcBef>
                        <a:spcAft>
                          <a:spcPts val="0"/>
                        </a:spcAft>
                        <a:buClr>
                          <a:srgbClr val="002060"/>
                        </a:buClr>
                        <a:buSzPts val="1000"/>
                        <a:buFont typeface="Arial"/>
                        <a:buNone/>
                      </a:pPr>
                      <a:r>
                        <a:rPr lang="en-US" sz="1100" b="0" u="none" strike="noStrike" cap="none" dirty="0">
                          <a:solidFill>
                            <a:schemeClr val="tx1"/>
                          </a:solidFill>
                          <a:latin typeface="Manrope" pitchFamily="2" charset="0"/>
                          <a:ea typeface="Arial"/>
                          <a:cs typeface="Arial"/>
                          <a:sym typeface="Arial"/>
                        </a:rPr>
                        <a:t>Pfizer Target List MDs</a:t>
                      </a: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5609614"/>
                  </a:ext>
                </a:extLst>
              </a:tr>
              <a:tr h="82296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rtl="0">
                        <a:spcBef>
                          <a:spcPts val="0"/>
                        </a:spcBef>
                        <a:spcAft>
                          <a:spcPts val="0"/>
                        </a:spcAft>
                        <a:buClr>
                          <a:srgbClr val="002060"/>
                        </a:buClr>
                        <a:buSzPts val="1100"/>
                        <a:buFont typeface="Arial"/>
                        <a:buNone/>
                      </a:pPr>
                      <a:r>
                        <a:rPr lang="en-US" sz="1200" b="1" dirty="0">
                          <a:solidFill>
                            <a:schemeClr val="tx1"/>
                          </a:solidFill>
                          <a:latin typeface="Manrope" pitchFamily="2" charset="0"/>
                        </a:rPr>
                        <a:t>Key Screening Criteria</a:t>
                      </a: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262890" marR="0" lvl="0" indent="-171450" algn="l" rtl="0" eaLnBrk="1" fontAlgn="auto" latinLnBrk="0" hangingPunct="1">
                        <a:lnSpc>
                          <a:spcPct val="150000"/>
                        </a:lnSpc>
                        <a:spcBef>
                          <a:spcPts val="0"/>
                        </a:spcBef>
                        <a:spcAft>
                          <a:spcPts val="0"/>
                        </a:spcAft>
                        <a:buClrTx/>
                        <a:buSzTx/>
                        <a:buFont typeface="Arial" panose="020B0604020202020204" pitchFamily="34" charset="0"/>
                        <a:buChar char="•"/>
                      </a:pPr>
                      <a:r>
                        <a:rPr lang="en-US" sz="1100" b="0" i="0" u="none" strike="noStrike" kern="1200" cap="none" spc="0" normalizeH="0" baseline="0" noProof="0" dirty="0">
                          <a:ln>
                            <a:noFill/>
                          </a:ln>
                          <a:solidFill>
                            <a:schemeClr val="tx1"/>
                          </a:solidFill>
                          <a:effectLst/>
                          <a:uLnTx/>
                          <a:uFillTx/>
                          <a:latin typeface="Manrope" pitchFamily="2" charset="0"/>
                          <a:ea typeface="+mn-ea"/>
                          <a:cs typeface="Arial"/>
                        </a:rPr>
                        <a:t>Stock / administer </a:t>
                      </a:r>
                      <a:r>
                        <a:rPr lang="en-US" sz="1100" b="0" i="0" u="none" strike="noStrike" kern="1200" cap="none" spc="0" normalizeH="0" baseline="0" noProof="0" dirty="0" err="1">
                          <a:ln>
                            <a:noFill/>
                          </a:ln>
                          <a:solidFill>
                            <a:schemeClr val="tx1"/>
                          </a:solidFill>
                          <a:effectLst/>
                          <a:uLnTx/>
                          <a:uFillTx/>
                          <a:latin typeface="Manrope" pitchFamily="2" charset="0"/>
                          <a:ea typeface="+mn-ea"/>
                          <a:cs typeface="Arial"/>
                        </a:rPr>
                        <a:t>MenACWY</a:t>
                      </a:r>
                      <a:r>
                        <a:rPr lang="en-US" sz="1100" b="0" i="0" u="none" strike="noStrike" kern="1200" cap="none" spc="0" normalizeH="0" baseline="0" noProof="0" dirty="0">
                          <a:ln>
                            <a:noFill/>
                          </a:ln>
                          <a:solidFill>
                            <a:schemeClr val="tx1"/>
                          </a:solidFill>
                          <a:effectLst/>
                          <a:uLnTx/>
                          <a:uFillTx/>
                          <a:latin typeface="Manrope" pitchFamily="2" charset="0"/>
                          <a:ea typeface="+mn-ea"/>
                          <a:cs typeface="Arial"/>
                        </a:rPr>
                        <a:t> vaccines</a:t>
                      </a:r>
                    </a:p>
                    <a:p>
                      <a:pPr marL="262890" marR="0" lvl="0" indent="-171450" algn="l" rtl="0" eaLnBrk="1" fontAlgn="auto" latinLnBrk="0" hangingPunct="1">
                        <a:lnSpc>
                          <a:spcPct val="150000"/>
                        </a:lnSpc>
                        <a:spcBef>
                          <a:spcPts val="0"/>
                        </a:spcBef>
                        <a:spcAft>
                          <a:spcPts val="0"/>
                        </a:spcAft>
                        <a:buClrTx/>
                        <a:buSzTx/>
                        <a:buFont typeface="Arial" panose="020B0604020202020204" pitchFamily="34" charset="0"/>
                        <a:buChar char="•"/>
                      </a:pPr>
                      <a:r>
                        <a:rPr lang="en-US" sz="1100" b="0" i="0" u="none" strike="noStrike" kern="1200" cap="none" spc="0" normalizeH="0" baseline="0" noProof="0" dirty="0">
                          <a:ln>
                            <a:noFill/>
                          </a:ln>
                          <a:solidFill>
                            <a:schemeClr val="tx1"/>
                          </a:solidFill>
                          <a:effectLst/>
                          <a:uLnTx/>
                          <a:uFillTx/>
                          <a:latin typeface="Manrope" pitchFamily="2" charset="0"/>
                          <a:ea typeface="+mn-ea"/>
                          <a:cs typeface="Arial"/>
                        </a:rPr>
                        <a:t>Stock / administer </a:t>
                      </a:r>
                      <a:r>
                        <a:rPr lang="en-US" sz="1100" b="0" i="0" u="none" strike="noStrike" kern="1200" cap="none" spc="0" normalizeH="0" baseline="0" noProof="0" dirty="0" err="1">
                          <a:ln>
                            <a:noFill/>
                          </a:ln>
                          <a:solidFill>
                            <a:schemeClr val="tx1"/>
                          </a:solidFill>
                          <a:effectLst/>
                          <a:uLnTx/>
                          <a:uFillTx/>
                          <a:latin typeface="Manrope" pitchFamily="2" charset="0"/>
                          <a:ea typeface="+mn-ea"/>
                          <a:cs typeface="Arial"/>
                        </a:rPr>
                        <a:t>MenB</a:t>
                      </a:r>
                      <a:r>
                        <a:rPr lang="en-US" sz="1100" b="0" i="0" u="none" strike="noStrike" kern="1200" cap="none" spc="0" normalizeH="0" baseline="0" noProof="0" dirty="0">
                          <a:ln>
                            <a:noFill/>
                          </a:ln>
                          <a:solidFill>
                            <a:schemeClr val="tx1"/>
                          </a:solidFill>
                          <a:effectLst/>
                          <a:uLnTx/>
                          <a:uFillTx/>
                          <a:latin typeface="Manrope" pitchFamily="2" charset="0"/>
                          <a:ea typeface="+mn-ea"/>
                          <a:cs typeface="Arial"/>
                        </a:rPr>
                        <a:t> vaccines</a:t>
                      </a:r>
                    </a:p>
                    <a:p>
                      <a:pPr marL="262890" marR="0" lvl="0" indent="-171450" algn="l" rtl="0" eaLnBrk="1" fontAlgn="auto" latinLnBrk="0" hangingPunct="1">
                        <a:lnSpc>
                          <a:spcPct val="150000"/>
                        </a:lnSpc>
                        <a:spcBef>
                          <a:spcPts val="0"/>
                        </a:spcBef>
                        <a:spcAft>
                          <a:spcPts val="0"/>
                        </a:spcAft>
                        <a:buClrTx/>
                        <a:buSzTx/>
                        <a:buFont typeface="Arial" panose="020B0604020202020204" pitchFamily="34" charset="0"/>
                        <a:buChar char="•"/>
                      </a:pPr>
                      <a:r>
                        <a:rPr lang="en-US" sz="1100" b="0" i="0" u="none" strike="noStrike" kern="1200" cap="none" spc="0" normalizeH="0" baseline="0" noProof="0" dirty="0">
                          <a:ln>
                            <a:noFill/>
                          </a:ln>
                          <a:solidFill>
                            <a:schemeClr val="tx1"/>
                          </a:solidFill>
                          <a:effectLst/>
                          <a:uLnTx/>
                          <a:uFillTx/>
                          <a:latin typeface="Manrope" pitchFamily="2" charset="0"/>
                          <a:ea typeface="+mn-ea"/>
                          <a:cs typeface="Arial"/>
                        </a:rPr>
                        <a:t>At least 60% of patients 16 to 18 years of age must receive at least one dose of </a:t>
                      </a:r>
                      <a:r>
                        <a:rPr lang="en-US" sz="1100" b="0" i="0" u="none" strike="noStrike" kern="1200" cap="none" spc="0" normalizeH="0" baseline="0" noProof="0" dirty="0" err="1">
                          <a:ln>
                            <a:noFill/>
                          </a:ln>
                          <a:solidFill>
                            <a:schemeClr val="tx1"/>
                          </a:solidFill>
                          <a:effectLst/>
                          <a:uLnTx/>
                          <a:uFillTx/>
                          <a:latin typeface="Manrope" pitchFamily="2" charset="0"/>
                          <a:ea typeface="+mn-ea"/>
                          <a:cs typeface="Arial"/>
                        </a:rPr>
                        <a:t>MenACWY</a:t>
                      </a:r>
                      <a:r>
                        <a:rPr lang="en-US" sz="1100" b="0" i="0" u="none" strike="noStrike" kern="1200" cap="none" spc="0" normalizeH="0" baseline="0" noProof="0" dirty="0">
                          <a:ln>
                            <a:noFill/>
                          </a:ln>
                          <a:solidFill>
                            <a:schemeClr val="tx1"/>
                          </a:solidFill>
                          <a:effectLst/>
                          <a:uLnTx/>
                          <a:uFillTx/>
                          <a:latin typeface="Manrope" pitchFamily="2" charset="0"/>
                          <a:ea typeface="+mn-ea"/>
                          <a:cs typeface="Arial"/>
                        </a:rPr>
                        <a:t> vaccine and at least 20% must receive at least one dose of </a:t>
                      </a:r>
                      <a:r>
                        <a:rPr lang="en-US" sz="1100" b="0" i="0" u="none" strike="noStrike" kern="1200" cap="none" spc="0" normalizeH="0" baseline="0" noProof="0" dirty="0" err="1">
                          <a:ln>
                            <a:noFill/>
                          </a:ln>
                          <a:solidFill>
                            <a:schemeClr val="tx1"/>
                          </a:solidFill>
                          <a:effectLst/>
                          <a:uLnTx/>
                          <a:uFillTx/>
                          <a:latin typeface="Manrope" pitchFamily="2" charset="0"/>
                          <a:ea typeface="+mn-ea"/>
                          <a:cs typeface="Arial"/>
                        </a:rPr>
                        <a:t>MenACWY</a:t>
                      </a:r>
                      <a:r>
                        <a:rPr lang="en-US" sz="1100" b="0" i="0" u="none" strike="noStrike" kern="1200" cap="none" spc="0" normalizeH="0" baseline="0" noProof="0" dirty="0">
                          <a:ln>
                            <a:noFill/>
                          </a:ln>
                          <a:solidFill>
                            <a:schemeClr val="tx1"/>
                          </a:solidFill>
                          <a:effectLst/>
                          <a:uLnTx/>
                          <a:uFillTx/>
                          <a:latin typeface="Manrope" pitchFamily="2" charset="0"/>
                          <a:ea typeface="+mn-ea"/>
                          <a:cs typeface="Arial"/>
                        </a:rPr>
                        <a:t> + </a:t>
                      </a:r>
                      <a:r>
                        <a:rPr lang="en-US" sz="1100" b="0" i="0" u="none" strike="noStrike" kern="1200" cap="none" spc="0" normalizeH="0" baseline="0" noProof="0" dirty="0" err="1">
                          <a:ln>
                            <a:noFill/>
                          </a:ln>
                          <a:solidFill>
                            <a:schemeClr val="tx1"/>
                          </a:solidFill>
                          <a:effectLst/>
                          <a:uLnTx/>
                          <a:uFillTx/>
                          <a:latin typeface="Manrope" pitchFamily="2" charset="0"/>
                          <a:ea typeface="+mn-ea"/>
                          <a:cs typeface="Arial"/>
                        </a:rPr>
                        <a:t>MenB</a:t>
                      </a:r>
                      <a:r>
                        <a:rPr lang="en-US" sz="1100" b="0" i="0" u="none" strike="noStrike" kern="1200" cap="none" spc="0" normalizeH="0" baseline="0" noProof="0" dirty="0">
                          <a:ln>
                            <a:noFill/>
                          </a:ln>
                          <a:solidFill>
                            <a:schemeClr val="tx1"/>
                          </a:solidFill>
                          <a:effectLst/>
                          <a:uLnTx/>
                          <a:uFillTx/>
                          <a:latin typeface="Manrope" pitchFamily="2" charset="0"/>
                          <a:ea typeface="+mn-ea"/>
                          <a:cs typeface="Arial"/>
                        </a:rPr>
                        <a:t> vaccine</a:t>
                      </a:r>
                    </a:p>
                    <a:p>
                      <a:pPr marL="262890" marR="0" lvl="0" indent="-171450" algn="l" rtl="0" eaLnBrk="1" fontAlgn="auto" latinLnBrk="0" hangingPunct="1">
                        <a:lnSpc>
                          <a:spcPct val="150000"/>
                        </a:lnSpc>
                        <a:spcBef>
                          <a:spcPts val="0"/>
                        </a:spcBef>
                        <a:spcAft>
                          <a:spcPts val="0"/>
                        </a:spcAft>
                        <a:buClrTx/>
                        <a:buSzTx/>
                        <a:buFont typeface="Arial" panose="020B0604020202020204" pitchFamily="34" charset="0"/>
                        <a:buChar char="•"/>
                      </a:pPr>
                      <a:r>
                        <a:rPr lang="en-US" sz="1100" b="0" i="0" u="none" strike="noStrike" kern="1200" cap="none" spc="0" normalizeH="0" baseline="0" noProof="0" dirty="0">
                          <a:ln>
                            <a:noFill/>
                          </a:ln>
                          <a:solidFill>
                            <a:schemeClr val="tx1"/>
                          </a:solidFill>
                          <a:effectLst/>
                          <a:uLnTx/>
                          <a:uFillTx/>
                          <a:latin typeface="Manrope" pitchFamily="2" charset="0"/>
                          <a:ea typeface="+mn-ea"/>
                          <a:cs typeface="Arial"/>
                        </a:rPr>
                        <a:t>All must at least be open to vaccinating all their adolescent patients against all key meningococcal serogroups (ACWY and B)</a:t>
                      </a:r>
                    </a:p>
                  </a:txBody>
                  <a:tcPr marL="60750" marR="60750" marT="40500" marB="405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3331980"/>
                  </a:ext>
                </a:extLst>
              </a:tr>
              <a:tr h="64008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rtl="0">
                        <a:spcBef>
                          <a:spcPts val="0"/>
                        </a:spcBef>
                        <a:spcAft>
                          <a:spcPts val="0"/>
                        </a:spcAft>
                        <a:buClr>
                          <a:srgbClr val="002060"/>
                        </a:buClr>
                        <a:buSzPts val="1100"/>
                        <a:buFont typeface="Arial"/>
                        <a:buNone/>
                      </a:pPr>
                      <a:r>
                        <a:rPr lang="en-US" sz="1200" b="1" dirty="0">
                          <a:solidFill>
                            <a:schemeClr val="tx1"/>
                          </a:solidFill>
                          <a:latin typeface="Manrope" pitchFamily="2" charset="0"/>
                        </a:rPr>
                        <a:t>Deliverables</a:t>
                      </a:r>
                    </a:p>
                  </a:txBody>
                  <a:tcPr marL="91450" marR="91450" marT="45725" marB="457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91440" marR="0" lvl="0" indent="0" algn="l" rtl="0" eaLnBrk="1" fontAlgn="auto" latinLnBrk="0" hangingPunct="1">
                        <a:lnSpc>
                          <a:spcPct val="150000"/>
                        </a:lnSpc>
                        <a:spcBef>
                          <a:spcPts val="0"/>
                        </a:spcBef>
                        <a:spcAft>
                          <a:spcPts val="0"/>
                        </a:spcAft>
                        <a:buClrTx/>
                        <a:buSzTx/>
                        <a:buFont typeface="Arial" panose="020B0604020202020204" pitchFamily="34" charset="0"/>
                        <a:buNone/>
                      </a:pPr>
                      <a:r>
                        <a:rPr lang="en-US" sz="1100" b="0" i="0" u="none" strike="noStrike" kern="1200" cap="none" spc="0" normalizeH="0" baseline="0" noProof="0" dirty="0">
                          <a:ln>
                            <a:noFill/>
                          </a:ln>
                          <a:solidFill>
                            <a:schemeClr val="tx1"/>
                          </a:solidFill>
                          <a:effectLst/>
                          <a:uLnTx/>
                          <a:uFillTx/>
                          <a:latin typeface="Manrope" pitchFamily="2" charset="0"/>
                          <a:ea typeface="+mn-ea"/>
                          <a:cs typeface="Arial"/>
                        </a:rPr>
                        <a:t>Final Deep Dive Report</a:t>
                      </a:r>
                    </a:p>
                  </a:txBody>
                  <a:tcPr marL="60750" marR="60750" marT="40500" marB="405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1235982"/>
                  </a:ext>
                </a:extLst>
              </a:tr>
            </a:tbl>
          </a:graphicData>
        </a:graphic>
      </p:graphicFrame>
      <p:cxnSp>
        <p:nvCxnSpPr>
          <p:cNvPr id="19" name="Straight Connector 18">
            <a:extLst>
              <a:ext uri="{FF2B5EF4-FFF2-40B4-BE49-F238E27FC236}">
                <a16:creationId xmlns:a16="http://schemas.microsoft.com/office/drawing/2014/main" id="{D8D8F5E2-926B-FFE7-BA82-6C1B5A721620}"/>
              </a:ext>
            </a:extLst>
          </p:cNvPr>
          <p:cNvCxnSpPr>
            <a:cxnSpLocks/>
          </p:cNvCxnSpPr>
          <p:nvPr/>
        </p:nvCxnSpPr>
        <p:spPr>
          <a:xfrm>
            <a:off x="9149915" y="1300076"/>
            <a:ext cx="0" cy="5311533"/>
          </a:xfrm>
          <a:prstGeom prst="line">
            <a:avLst/>
          </a:prstGeom>
          <a:noFill/>
          <a:ln w="12700" cap="flat" cmpd="sng" algn="ctr">
            <a:solidFill>
              <a:sysClr val="window" lastClr="FFFFFF"/>
            </a:solidFill>
            <a:prstDash val="dash"/>
            <a:miter lim="800000"/>
          </a:ln>
          <a:effectLst/>
        </p:spPr>
      </p:cxnSp>
      <p:sp>
        <p:nvSpPr>
          <p:cNvPr id="22" name="TextBox 21">
            <a:extLst>
              <a:ext uri="{FF2B5EF4-FFF2-40B4-BE49-F238E27FC236}">
                <a16:creationId xmlns:a16="http://schemas.microsoft.com/office/drawing/2014/main" id="{FCF5A188-551F-86A3-EAA4-96B2EF0B498F}"/>
              </a:ext>
            </a:extLst>
          </p:cNvPr>
          <p:cNvSpPr txBox="1"/>
          <p:nvPr/>
        </p:nvSpPr>
        <p:spPr>
          <a:xfrm>
            <a:off x="9168328" y="3341156"/>
            <a:ext cx="3023672" cy="923330"/>
          </a:xfrm>
          <a:prstGeom prst="rect">
            <a:avLst/>
          </a:prstGeom>
          <a:noFill/>
        </p:spPr>
        <p:txBody>
          <a:bodyPr wrap="square">
            <a:spAutoFit/>
          </a:bodyPr>
          <a:lstStyle/>
          <a:p>
            <a:pPr marL="171450" marR="0" lvl="1" indent="-171450" algn="l" defTabSz="914400" rtl="0" eaLnBrk="1" fontAlgn="auto" latinLnBrk="0" hangingPunct="1">
              <a:lnSpc>
                <a:spcPct val="100000"/>
              </a:lnSpc>
              <a:spcBef>
                <a:spcPts val="0"/>
              </a:spcBef>
              <a:spcAft>
                <a:spcPts val="1200"/>
              </a:spcAft>
              <a:buClr>
                <a:srgbClr val="FFFFFF"/>
              </a:buClr>
              <a:buSzPts val="1000"/>
              <a:buFont typeface="Arial" panose="020B0604020202020204" pitchFamily="34" charset="0"/>
              <a:buChar char="•"/>
              <a:tabLst/>
              <a:defRPr/>
            </a:pPr>
            <a:r>
              <a:rPr kumimoji="0" lang="en-GB" sz="1100" i="0" u="none" strike="noStrike" kern="1200" cap="none" spc="0" normalizeH="0" baseline="0" noProof="0" dirty="0">
                <a:ln>
                  <a:noFill/>
                </a:ln>
                <a:solidFill>
                  <a:srgbClr val="FFFFFF"/>
                </a:solidFill>
                <a:effectLst/>
                <a:uLnTx/>
                <a:uFillTx/>
                <a:latin typeface="Manrope" pitchFamily="2" charset="0"/>
                <a:ea typeface="+mn-ea"/>
                <a:cs typeface="+mn-cs"/>
              </a:rPr>
              <a:t>The scope shown is for the zero-cost pilot wave</a:t>
            </a:r>
          </a:p>
          <a:p>
            <a:pPr marL="171450" marR="0" lvl="1" indent="-171450" algn="l" defTabSz="914400" rtl="0" eaLnBrk="1" fontAlgn="auto" latinLnBrk="0" hangingPunct="1">
              <a:lnSpc>
                <a:spcPct val="100000"/>
              </a:lnSpc>
              <a:spcBef>
                <a:spcPts val="0"/>
              </a:spcBef>
              <a:spcAft>
                <a:spcPts val="1200"/>
              </a:spcAft>
              <a:buClr>
                <a:srgbClr val="FFFFFF"/>
              </a:buClr>
              <a:buSzPts val="1000"/>
              <a:buFont typeface="Arial" panose="020B0604020202020204" pitchFamily="34" charset="0"/>
              <a:buChar char="•"/>
              <a:tabLst/>
              <a:defRPr/>
            </a:pPr>
            <a:r>
              <a:rPr kumimoji="0" lang="en-US" sz="1100" b="0" i="0" u="none" strike="noStrike" kern="1200" cap="none" spc="0" normalizeH="0" baseline="0" noProof="0" dirty="0">
                <a:ln>
                  <a:noFill/>
                </a:ln>
                <a:solidFill>
                  <a:srgbClr val="FFFFFF"/>
                </a:solidFill>
                <a:effectLst/>
                <a:uLnTx/>
                <a:uFillTx/>
                <a:latin typeface="Manrope" pitchFamily="2" charset="0"/>
                <a:ea typeface="+mn-ea"/>
                <a:cs typeface="+mn-cs"/>
              </a:rPr>
              <a:t>Any continuation waves will have </a:t>
            </a:r>
            <a:r>
              <a:rPr lang="en-US" sz="1100" dirty="0">
                <a:solidFill>
                  <a:srgbClr val="FFFFFF"/>
                </a:solidFill>
                <a:latin typeface="Manrope" pitchFamily="2" charset="0"/>
              </a:rPr>
              <a:t>an increased sample size and survey length</a:t>
            </a:r>
            <a:endParaRPr kumimoji="0" lang="en-US" sz="1100" b="0" i="0" u="none" strike="noStrike" kern="1200" cap="none" spc="0" normalizeH="0" baseline="0" noProof="0" dirty="0">
              <a:ln>
                <a:noFill/>
              </a:ln>
              <a:solidFill>
                <a:srgbClr val="FFFFFF"/>
              </a:solidFill>
              <a:effectLst/>
              <a:uLnTx/>
              <a:uFillTx/>
              <a:latin typeface="Manrope" pitchFamily="2" charset="0"/>
              <a:ea typeface="+mn-ea"/>
              <a:cs typeface="+mn-cs"/>
            </a:endParaRPr>
          </a:p>
        </p:txBody>
      </p:sp>
      <p:sp>
        <p:nvSpPr>
          <p:cNvPr id="5" name="TextBox 4">
            <a:extLst>
              <a:ext uri="{FF2B5EF4-FFF2-40B4-BE49-F238E27FC236}">
                <a16:creationId xmlns:a16="http://schemas.microsoft.com/office/drawing/2014/main" id="{C3E1B57E-F0A0-E4EF-72C0-E6F205850B99}"/>
              </a:ext>
            </a:extLst>
          </p:cNvPr>
          <p:cNvSpPr txBox="1"/>
          <p:nvPr/>
        </p:nvSpPr>
        <p:spPr>
          <a:xfrm>
            <a:off x="9100488" y="2999769"/>
            <a:ext cx="3023672" cy="276999"/>
          </a:xfrm>
          <a:prstGeom prst="rect">
            <a:avLst/>
          </a:prstGeom>
          <a:noFill/>
        </p:spPr>
        <p:txBody>
          <a:bodyPr wrap="square">
            <a:spAutoFit/>
          </a:bodyPr>
          <a:lstStyle/>
          <a:p>
            <a:pPr marL="0" marR="0" lvl="1" indent="0" algn="ctr" defTabSz="914400" rtl="0" eaLnBrk="1" fontAlgn="auto" latinLnBrk="0" hangingPunct="1">
              <a:lnSpc>
                <a:spcPct val="100000"/>
              </a:lnSpc>
              <a:spcBef>
                <a:spcPts val="0"/>
              </a:spcBef>
              <a:spcAft>
                <a:spcPts val="1200"/>
              </a:spcAft>
              <a:buClr>
                <a:srgbClr val="FFFFFF"/>
              </a:buClr>
              <a:buSzPts val="1000"/>
              <a:buFontTx/>
              <a:buNone/>
              <a:tabLst/>
              <a:defRPr/>
            </a:pPr>
            <a:r>
              <a:rPr lang="en-US" sz="1200" b="1" dirty="0">
                <a:solidFill>
                  <a:srgbClr val="FFCA41"/>
                </a:solidFill>
                <a:latin typeface="Manrope" pitchFamily="2" charset="0"/>
              </a:rPr>
              <a:t>Note on future waves</a:t>
            </a:r>
            <a:endParaRPr kumimoji="0" lang="en-US" sz="1200" b="1" i="0" u="none" strike="noStrike" kern="1200" cap="none" spc="0" normalizeH="0" baseline="0" noProof="0" dirty="0">
              <a:ln>
                <a:noFill/>
              </a:ln>
              <a:solidFill>
                <a:srgbClr val="FFCA41"/>
              </a:solidFill>
              <a:effectLst/>
              <a:uLnTx/>
              <a:uFillTx/>
              <a:latin typeface="Manrope" pitchFamily="2" charset="0"/>
              <a:ea typeface="+mn-ea"/>
              <a:cs typeface="+mn-cs"/>
            </a:endParaRPr>
          </a:p>
        </p:txBody>
      </p:sp>
    </p:spTree>
    <p:extLst>
      <p:ext uri="{BB962C8B-B14F-4D97-AF65-F5344CB8AC3E}">
        <p14:creationId xmlns:p14="http://schemas.microsoft.com/office/powerpoint/2010/main" val="1205027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7E7ABCA6-FE66-1DC2-B8CA-EC54E66C919C}"/>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F7027957-91FF-7DB2-F41B-6A708E2D09B3}"/>
              </a:ext>
            </a:extLst>
          </p:cNvPr>
          <p:cNvSpPr/>
          <p:nvPr/>
        </p:nvSpPr>
        <p:spPr>
          <a:xfrm>
            <a:off x="0" y="0"/>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mn-cs"/>
            </a:endParaRPr>
          </a:p>
        </p:txBody>
      </p:sp>
      <p:sp>
        <p:nvSpPr>
          <p:cNvPr id="34" name="Title 1">
            <a:extLst>
              <a:ext uri="{FF2B5EF4-FFF2-40B4-BE49-F238E27FC236}">
                <a16:creationId xmlns:a16="http://schemas.microsoft.com/office/drawing/2014/main" id="{3D5BD9AB-A846-4384-2944-980B9C821456}"/>
              </a:ext>
            </a:extLst>
          </p:cNvPr>
          <p:cNvSpPr txBox="1">
            <a:spLocks/>
          </p:cNvSpPr>
          <p:nvPr/>
        </p:nvSpPr>
        <p:spPr>
          <a:xfrm>
            <a:off x="0" y="2423961"/>
            <a:ext cx="10642388"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u="none" strike="noStrike" kern="1200" cap="none" spc="0" normalizeH="0" baseline="0" noProof="0" dirty="0">
              <a:ln>
                <a:noFill/>
              </a:ln>
              <a:solidFill>
                <a:srgbClr val="FFFFFF"/>
              </a:solidFill>
              <a:effectLst/>
              <a:uLnTx/>
              <a:uFillTx/>
              <a:latin typeface="Manrope"/>
              <a:ea typeface="+mj-ea"/>
              <a:cs typeface="+mj-cs"/>
            </a:endParaRPr>
          </a:p>
        </p:txBody>
      </p:sp>
      <p:sp>
        <p:nvSpPr>
          <p:cNvPr id="51" name="Title 1">
            <a:extLst>
              <a:ext uri="{FF2B5EF4-FFF2-40B4-BE49-F238E27FC236}">
                <a16:creationId xmlns:a16="http://schemas.microsoft.com/office/drawing/2014/main" id="{8F3BE0C8-8CF7-B27E-BC49-145D443C4D7D}"/>
              </a:ext>
            </a:extLst>
          </p:cNvPr>
          <p:cNvSpPr txBox="1">
            <a:spLocks/>
          </p:cNvSpPr>
          <p:nvPr/>
        </p:nvSpPr>
        <p:spPr>
          <a:xfrm>
            <a:off x="129489" y="178981"/>
            <a:ext cx="11852797"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u="none" strike="noStrike" kern="1200" cap="none" spc="0" normalizeH="0" baseline="0" noProof="0" dirty="0">
                <a:ln>
                  <a:noFill/>
                </a:ln>
                <a:solidFill>
                  <a:srgbClr val="FFFFFF"/>
                </a:solidFill>
                <a:effectLst/>
                <a:uLnTx/>
                <a:uFillTx/>
                <a:latin typeface="Manrope" pitchFamily="2" charset="0"/>
                <a:ea typeface="+mj-ea"/>
                <a:cs typeface="+mj-cs"/>
              </a:rPr>
              <a:t>Survey Outline</a:t>
            </a:r>
            <a:endParaRPr kumimoji="0" lang="en-US" sz="2000" b="1" i="0" u="none" strike="noStrike" kern="1200" cap="none" spc="0" normalizeH="0" baseline="0" noProof="0" dirty="0">
              <a:ln>
                <a:noFill/>
              </a:ln>
              <a:solidFill>
                <a:srgbClr val="FFFFFF"/>
              </a:solidFill>
              <a:effectLst/>
              <a:uLnTx/>
              <a:uFillTx/>
              <a:latin typeface="Manrope" pitchFamily="2" charset="0"/>
              <a:ea typeface="+mj-ea"/>
              <a:cs typeface="+mj-cs"/>
            </a:endParaRPr>
          </a:p>
        </p:txBody>
      </p:sp>
      <p:grpSp>
        <p:nvGrpSpPr>
          <p:cNvPr id="32" name="Group 31">
            <a:extLst>
              <a:ext uri="{FF2B5EF4-FFF2-40B4-BE49-F238E27FC236}">
                <a16:creationId xmlns:a16="http://schemas.microsoft.com/office/drawing/2014/main" id="{1CA2884D-A5C0-8D98-18C3-0BCD5ECE3E3F}"/>
              </a:ext>
            </a:extLst>
          </p:cNvPr>
          <p:cNvGrpSpPr/>
          <p:nvPr/>
        </p:nvGrpSpPr>
        <p:grpSpPr>
          <a:xfrm>
            <a:off x="1392671" y="1374735"/>
            <a:ext cx="2561214" cy="2277520"/>
            <a:chOff x="1392671" y="1374735"/>
            <a:chExt cx="2561214" cy="2277520"/>
          </a:xfrm>
        </p:grpSpPr>
        <p:sp>
          <p:nvSpPr>
            <p:cNvPr id="26" name="Rounded Rectangle 22">
              <a:extLst>
                <a:ext uri="{FF2B5EF4-FFF2-40B4-BE49-F238E27FC236}">
                  <a16:creationId xmlns:a16="http://schemas.microsoft.com/office/drawing/2014/main" id="{1BF4159C-89AA-23FF-9E22-2FB06CE4BF43}"/>
                </a:ext>
              </a:extLst>
            </p:cNvPr>
            <p:cNvSpPr/>
            <p:nvPr/>
          </p:nvSpPr>
          <p:spPr>
            <a:xfrm>
              <a:off x="1392671" y="1374735"/>
              <a:ext cx="2510971" cy="2277520"/>
            </a:xfrm>
            <a:prstGeom prst="roundRect">
              <a:avLst>
                <a:gd name="adj" fmla="val 7418"/>
              </a:avLst>
            </a:prstGeom>
            <a:solidFill>
              <a:srgbClr val="000000"/>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3" name="TextBox 2">
              <a:extLst>
                <a:ext uri="{FF2B5EF4-FFF2-40B4-BE49-F238E27FC236}">
                  <a16:creationId xmlns:a16="http://schemas.microsoft.com/office/drawing/2014/main" id="{3AE745BB-6424-F95C-5177-1F12C5AED5B3}"/>
                </a:ext>
              </a:extLst>
            </p:cNvPr>
            <p:cNvSpPr txBox="1"/>
            <p:nvPr/>
          </p:nvSpPr>
          <p:spPr>
            <a:xfrm>
              <a:off x="1442914" y="2200961"/>
              <a:ext cx="2510971" cy="954107"/>
            </a:xfrm>
            <a:prstGeom prst="rect">
              <a:avLst/>
            </a:prstGeom>
            <a:noFill/>
          </p:spPr>
          <p:txBody>
            <a:bodyPr wrap="square">
              <a:spAutoFit/>
            </a:bodyPr>
            <a:lstStyle/>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rPr>
                <a:t>Level of vaccine knowledge</a:t>
              </a:r>
            </a:p>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lang="en-GB" sz="1400" kern="0" dirty="0">
                  <a:solidFill>
                    <a:srgbClr val="FFFFFF"/>
                  </a:solidFill>
                  <a:latin typeface="Manrope" pitchFamily="2" charset="0"/>
                  <a:cs typeface="Poppins Light" pitchFamily="2" charset="77"/>
                  <a:sym typeface="Arial"/>
                </a:rPr>
                <a:t>P</a:t>
              </a:r>
              <a:r>
                <a:rPr kumimoji="0" lang="en-GB" sz="1400" b="0" i="0" u="none" strike="noStrike" kern="0" cap="none" spc="0" normalizeH="0" baseline="0" noProof="0" dirty="0" err="1">
                  <a:ln>
                    <a:noFill/>
                  </a:ln>
                  <a:solidFill>
                    <a:srgbClr val="FFFFFF"/>
                  </a:solidFill>
                  <a:effectLst/>
                  <a:uLnTx/>
                  <a:uFillTx/>
                  <a:latin typeface="Manrope" pitchFamily="2" charset="0"/>
                  <a:ea typeface="+mn-ea"/>
                  <a:cs typeface="Poppins Light" pitchFamily="2" charset="77"/>
                  <a:sym typeface="Arial"/>
                </a:rPr>
                <a:t>erceived</a:t>
              </a:r>
              <a:r>
                <a:rPr kumimoji="0" lang="en-GB"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rPr>
                <a:t> risk</a:t>
              </a:r>
            </a:p>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lang="en-GB" sz="1400" kern="0" dirty="0">
                  <a:solidFill>
                    <a:srgbClr val="FFFFFF"/>
                  </a:solidFill>
                  <a:latin typeface="Manrope" pitchFamily="2" charset="0"/>
                  <a:cs typeface="Poppins Light" pitchFamily="2" charset="77"/>
                  <a:sym typeface="Arial"/>
                </a:rPr>
                <a:t>U</a:t>
              </a:r>
              <a:r>
                <a:rPr kumimoji="0" lang="en-GB" sz="1400" b="0" i="0" u="none" strike="noStrike" kern="0" cap="none" spc="0" normalizeH="0" baseline="0" noProof="0" dirty="0" err="1">
                  <a:ln>
                    <a:noFill/>
                  </a:ln>
                  <a:solidFill>
                    <a:srgbClr val="FFFFFF"/>
                  </a:solidFill>
                  <a:effectLst/>
                  <a:uLnTx/>
                  <a:uFillTx/>
                  <a:latin typeface="Manrope" pitchFamily="2" charset="0"/>
                  <a:ea typeface="+mn-ea"/>
                  <a:cs typeface="Poppins Light" pitchFamily="2" charset="77"/>
                  <a:sym typeface="Arial"/>
                </a:rPr>
                <a:t>rgency</a:t>
              </a:r>
              <a:r>
                <a:rPr kumimoji="0" lang="en-GB"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rPr>
                <a:t> to vaccinate</a:t>
              </a:r>
            </a:p>
          </p:txBody>
        </p:sp>
        <p:sp>
          <p:nvSpPr>
            <p:cNvPr id="30" name="TextBox 29">
              <a:extLst>
                <a:ext uri="{FF2B5EF4-FFF2-40B4-BE49-F238E27FC236}">
                  <a16:creationId xmlns:a16="http://schemas.microsoft.com/office/drawing/2014/main" id="{81D21B88-BBE7-E98B-99E6-63793145170D}"/>
                </a:ext>
              </a:extLst>
            </p:cNvPr>
            <p:cNvSpPr txBox="1"/>
            <p:nvPr/>
          </p:nvSpPr>
          <p:spPr>
            <a:xfrm>
              <a:off x="1550167" y="1437177"/>
              <a:ext cx="2327047" cy="73866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DBBC4"/>
                  </a:solidFill>
                  <a:effectLst/>
                  <a:uLnTx/>
                  <a:uFillTx/>
                  <a:latin typeface="Manrope" pitchFamily="2" charset="0"/>
                  <a:ea typeface="+mn-ea"/>
                  <a:cs typeface="Poppins Light" pitchFamily="2" charset="77"/>
                  <a:sym typeface="Arial"/>
                </a:rPr>
                <a:t>Disease State Awareness &amp; Urgency to Discuss Vaccines</a:t>
              </a:r>
              <a:endParaRPr kumimoji="0" lang="en-GB" sz="1400" b="1" i="0" u="none" strike="noStrike" kern="0" cap="none" spc="0" normalizeH="0" baseline="0" noProof="0">
                <a:ln>
                  <a:noFill/>
                </a:ln>
                <a:solidFill>
                  <a:srgbClr val="2DBBC4"/>
                </a:solidFill>
                <a:effectLst/>
                <a:uLnTx/>
                <a:uFillTx/>
                <a:latin typeface="Manrope" pitchFamily="2" charset="0"/>
                <a:ea typeface="+mn-ea"/>
                <a:cs typeface="Poppins Light" pitchFamily="2" charset="77"/>
                <a:sym typeface="Arial"/>
              </a:endParaRPr>
            </a:p>
          </p:txBody>
        </p:sp>
      </p:grpSp>
      <p:grpSp>
        <p:nvGrpSpPr>
          <p:cNvPr id="21" name="Group 20">
            <a:extLst>
              <a:ext uri="{FF2B5EF4-FFF2-40B4-BE49-F238E27FC236}">
                <a16:creationId xmlns:a16="http://schemas.microsoft.com/office/drawing/2014/main" id="{BC503EF3-290B-2474-CCFF-FEBEAA239DD8}"/>
              </a:ext>
            </a:extLst>
          </p:cNvPr>
          <p:cNvGrpSpPr/>
          <p:nvPr/>
        </p:nvGrpSpPr>
        <p:grpSpPr>
          <a:xfrm>
            <a:off x="4523887" y="1374735"/>
            <a:ext cx="2510971" cy="2277520"/>
            <a:chOff x="4369614" y="1374735"/>
            <a:chExt cx="2510971" cy="2277520"/>
          </a:xfrm>
        </p:grpSpPr>
        <p:sp>
          <p:nvSpPr>
            <p:cNvPr id="4" name="Rounded Rectangle 23">
              <a:extLst>
                <a:ext uri="{FF2B5EF4-FFF2-40B4-BE49-F238E27FC236}">
                  <a16:creationId xmlns:a16="http://schemas.microsoft.com/office/drawing/2014/main" id="{CB11C418-404D-E2F9-535E-2A55AEAEF8A0}"/>
                </a:ext>
              </a:extLst>
            </p:cNvPr>
            <p:cNvSpPr/>
            <p:nvPr/>
          </p:nvSpPr>
          <p:spPr>
            <a:xfrm>
              <a:off x="4369614" y="1374735"/>
              <a:ext cx="2510971" cy="2277520"/>
            </a:xfrm>
            <a:prstGeom prst="roundRect">
              <a:avLst>
                <a:gd name="adj" fmla="val 7418"/>
              </a:avLst>
            </a:prstGeom>
            <a:solidFill>
              <a:srgbClr val="000000"/>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6" name="TextBox 5">
              <a:extLst>
                <a:ext uri="{FF2B5EF4-FFF2-40B4-BE49-F238E27FC236}">
                  <a16:creationId xmlns:a16="http://schemas.microsoft.com/office/drawing/2014/main" id="{0893EB32-448C-70E9-2BCD-41E17DA94843}"/>
                </a:ext>
              </a:extLst>
            </p:cNvPr>
            <p:cNvSpPr txBox="1"/>
            <p:nvPr/>
          </p:nvSpPr>
          <p:spPr>
            <a:xfrm>
              <a:off x="4369614" y="1510784"/>
              <a:ext cx="251097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DE613F"/>
                  </a:solidFill>
                  <a:effectLst/>
                  <a:uLnTx/>
                  <a:uFillTx/>
                  <a:latin typeface="Manrope" pitchFamily="2" charset="0"/>
                  <a:ea typeface="+mn-ea"/>
                  <a:cs typeface="Poppins Light" pitchFamily="2" charset="77"/>
                  <a:sym typeface="Arial"/>
                </a:rPr>
                <a:t>Current Vaccine Preferences</a:t>
              </a:r>
              <a:endParaRPr kumimoji="0" lang="en-GB" sz="1400" b="1" i="0" u="none" strike="noStrike" kern="0" cap="none" spc="0" normalizeH="0" baseline="0" noProof="0">
                <a:ln>
                  <a:noFill/>
                </a:ln>
                <a:solidFill>
                  <a:srgbClr val="DE613F"/>
                </a:solidFill>
                <a:effectLst/>
                <a:uLnTx/>
                <a:uFillTx/>
                <a:latin typeface="Manrope" pitchFamily="2" charset="0"/>
                <a:ea typeface="+mn-ea"/>
                <a:cs typeface="Poppins Light" pitchFamily="2" charset="77"/>
                <a:sym typeface="Arial"/>
              </a:endParaRPr>
            </a:p>
          </p:txBody>
        </p:sp>
        <p:sp>
          <p:nvSpPr>
            <p:cNvPr id="7" name="TextBox 6">
              <a:extLst>
                <a:ext uri="{FF2B5EF4-FFF2-40B4-BE49-F238E27FC236}">
                  <a16:creationId xmlns:a16="http://schemas.microsoft.com/office/drawing/2014/main" id="{12AA2E25-B4DD-48F8-B201-39022B63C0A1}"/>
                </a:ext>
              </a:extLst>
            </p:cNvPr>
            <p:cNvSpPr txBox="1"/>
            <p:nvPr/>
          </p:nvSpPr>
          <p:spPr>
            <a:xfrm>
              <a:off x="4369614" y="2030256"/>
              <a:ext cx="2510970" cy="1169551"/>
            </a:xfrm>
            <a:prstGeom prst="rect">
              <a:avLst/>
            </a:prstGeom>
            <a:noFill/>
          </p:spPr>
          <p:txBody>
            <a:bodyPr wrap="square">
              <a:spAutoFit/>
            </a:bodyPr>
            <a:lstStyle/>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rPr>
                <a:t>Familiarity meningococcal vaccines</a:t>
              </a:r>
            </a:p>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kumimoji="0" lang="en-GB"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rPr>
                <a:t>Current stocking</a:t>
              </a:r>
            </a:p>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kumimoji="0" lang="en-GB"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rPr>
                <a:t>Current recommendation/ administration</a:t>
              </a:r>
            </a:p>
          </p:txBody>
        </p:sp>
      </p:grpSp>
      <p:grpSp>
        <p:nvGrpSpPr>
          <p:cNvPr id="20" name="Group 19">
            <a:extLst>
              <a:ext uri="{FF2B5EF4-FFF2-40B4-BE49-F238E27FC236}">
                <a16:creationId xmlns:a16="http://schemas.microsoft.com/office/drawing/2014/main" id="{6F32D855-9DFA-1A08-E460-3448C727B057}"/>
              </a:ext>
            </a:extLst>
          </p:cNvPr>
          <p:cNvGrpSpPr/>
          <p:nvPr/>
        </p:nvGrpSpPr>
        <p:grpSpPr>
          <a:xfrm>
            <a:off x="7655104" y="1374735"/>
            <a:ext cx="2537398" cy="2277520"/>
            <a:chOff x="7655104" y="1374735"/>
            <a:chExt cx="2537398" cy="2277520"/>
          </a:xfrm>
        </p:grpSpPr>
        <p:sp>
          <p:nvSpPr>
            <p:cNvPr id="17" name="Rounded Rectangle 24">
              <a:extLst>
                <a:ext uri="{FF2B5EF4-FFF2-40B4-BE49-F238E27FC236}">
                  <a16:creationId xmlns:a16="http://schemas.microsoft.com/office/drawing/2014/main" id="{D0BA5B6A-B0C6-F94F-EEC9-07F09AADD794}"/>
                </a:ext>
              </a:extLst>
            </p:cNvPr>
            <p:cNvSpPr/>
            <p:nvPr/>
          </p:nvSpPr>
          <p:spPr>
            <a:xfrm>
              <a:off x="7681531" y="1374735"/>
              <a:ext cx="2510971" cy="2277520"/>
            </a:xfrm>
            <a:prstGeom prst="roundRect">
              <a:avLst>
                <a:gd name="adj" fmla="val 7418"/>
              </a:avLst>
            </a:prstGeom>
            <a:solidFill>
              <a:srgbClr val="000000"/>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10" name="TextBox 9">
              <a:extLst>
                <a:ext uri="{FF2B5EF4-FFF2-40B4-BE49-F238E27FC236}">
                  <a16:creationId xmlns:a16="http://schemas.microsoft.com/office/drawing/2014/main" id="{CC5F09C7-8F14-F8BB-D784-1DD3AB1F8090}"/>
                </a:ext>
              </a:extLst>
            </p:cNvPr>
            <p:cNvSpPr txBox="1"/>
            <p:nvPr/>
          </p:nvSpPr>
          <p:spPr>
            <a:xfrm>
              <a:off x="7655104" y="1513226"/>
              <a:ext cx="251097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err="1">
                  <a:ln>
                    <a:noFill/>
                  </a:ln>
                  <a:solidFill>
                    <a:srgbClr val="FBCB42"/>
                  </a:solidFill>
                  <a:effectLst/>
                  <a:uLnTx/>
                  <a:uFillTx/>
                  <a:latin typeface="Manrope" pitchFamily="2" charset="0"/>
                  <a:ea typeface="+mn-ea"/>
                  <a:cs typeface="Poppins Light" pitchFamily="2" charset="77"/>
                  <a:sym typeface="Arial"/>
                </a:rPr>
                <a:t>Penbraya</a:t>
              </a:r>
              <a:r>
                <a:rPr kumimoji="0" lang="en-US" sz="1400" b="1" i="0" u="none" strike="noStrike" kern="0" cap="none" spc="0" normalizeH="0" baseline="0" noProof="0">
                  <a:ln>
                    <a:noFill/>
                  </a:ln>
                  <a:solidFill>
                    <a:srgbClr val="FBCB42"/>
                  </a:solidFill>
                  <a:effectLst/>
                  <a:uLnTx/>
                  <a:uFillTx/>
                  <a:latin typeface="Manrope" pitchFamily="2" charset="0"/>
                  <a:ea typeface="+mn-ea"/>
                  <a:cs typeface="Poppins Light" pitchFamily="2" charset="77"/>
                  <a:sym typeface="Arial"/>
                </a:rPr>
                <a:t> Branded Evaluation</a:t>
              </a:r>
              <a:endParaRPr kumimoji="0" lang="en-GB" sz="1400" b="1" i="0" u="none" strike="noStrike" kern="0" cap="none" spc="0" normalizeH="0" baseline="0" noProof="0">
                <a:ln>
                  <a:noFill/>
                </a:ln>
                <a:solidFill>
                  <a:srgbClr val="FBCB42"/>
                </a:solidFill>
                <a:effectLst/>
                <a:uLnTx/>
                <a:uFillTx/>
                <a:latin typeface="Manrope" pitchFamily="2" charset="0"/>
                <a:ea typeface="+mn-ea"/>
                <a:cs typeface="Poppins Light" pitchFamily="2" charset="77"/>
                <a:sym typeface="Arial"/>
              </a:endParaRPr>
            </a:p>
          </p:txBody>
        </p:sp>
        <p:sp>
          <p:nvSpPr>
            <p:cNvPr id="15" name="TextBox 14">
              <a:extLst>
                <a:ext uri="{FF2B5EF4-FFF2-40B4-BE49-F238E27FC236}">
                  <a16:creationId xmlns:a16="http://schemas.microsoft.com/office/drawing/2014/main" id="{FA03DEDD-EC44-B414-B00A-DF2EF59EE246}"/>
                </a:ext>
              </a:extLst>
            </p:cNvPr>
            <p:cNvSpPr txBox="1"/>
            <p:nvPr/>
          </p:nvSpPr>
          <p:spPr>
            <a:xfrm>
              <a:off x="7655104" y="2032698"/>
              <a:ext cx="2510970" cy="1169551"/>
            </a:xfrm>
            <a:prstGeom prst="rect">
              <a:avLst/>
            </a:prstGeom>
            <a:noFill/>
          </p:spPr>
          <p:txBody>
            <a:bodyPr wrap="square">
              <a:spAutoFit/>
            </a:bodyPr>
            <a:lstStyle/>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lang="en-US" sz="1400" kern="0" dirty="0" err="1">
                  <a:solidFill>
                    <a:srgbClr val="FFFFFF"/>
                  </a:solidFill>
                  <a:latin typeface="Manrope" pitchFamily="2" charset="0"/>
                  <a:cs typeface="Poppins Light" pitchFamily="2" charset="77"/>
                  <a:sym typeface="Arial"/>
                </a:rPr>
                <a:t>Im</a:t>
              </a:r>
              <a:r>
                <a:rPr kumimoji="0" lang="en-US"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rPr>
                <a:t>pression of </a:t>
              </a:r>
              <a:r>
                <a:rPr kumimoji="0" lang="en-US" sz="1400" b="0" i="0" u="none" strike="noStrike" kern="0" cap="none" spc="0" normalizeH="0" baseline="0" noProof="0" dirty="0" err="1">
                  <a:ln>
                    <a:noFill/>
                  </a:ln>
                  <a:solidFill>
                    <a:srgbClr val="FFFFFF"/>
                  </a:solidFill>
                  <a:effectLst/>
                  <a:uLnTx/>
                  <a:uFillTx/>
                  <a:latin typeface="Manrope" pitchFamily="2" charset="0"/>
                  <a:ea typeface="+mn-ea"/>
                  <a:cs typeface="Poppins Light" pitchFamily="2" charset="77"/>
                  <a:sym typeface="Arial"/>
                </a:rPr>
                <a:t>Penbraya</a:t>
              </a:r>
              <a:endParaRPr kumimoji="0" lang="en-US"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endParaRPr>
            </a:p>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kumimoji="0" lang="en-GB"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rPr>
                <a:t>Likelihood to recommend/stock </a:t>
              </a:r>
              <a:r>
                <a:rPr kumimoji="0" lang="en-GB" sz="1400" b="0" i="0" u="none" strike="noStrike" kern="0" cap="none" spc="0" normalizeH="0" baseline="0" noProof="0" dirty="0" err="1">
                  <a:ln>
                    <a:noFill/>
                  </a:ln>
                  <a:solidFill>
                    <a:srgbClr val="FFFFFF"/>
                  </a:solidFill>
                  <a:effectLst/>
                  <a:uLnTx/>
                  <a:uFillTx/>
                  <a:latin typeface="Manrope" pitchFamily="2" charset="0"/>
                  <a:ea typeface="+mn-ea"/>
                  <a:cs typeface="Poppins Light" pitchFamily="2" charset="77"/>
                  <a:sym typeface="Arial"/>
                </a:rPr>
                <a:t>Penbraya</a:t>
              </a:r>
              <a:endParaRPr kumimoji="0" lang="en-GB"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endParaRPr>
            </a:p>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lang="en-GB" sz="1400" kern="0" dirty="0">
                  <a:solidFill>
                    <a:srgbClr val="FFFFFF"/>
                  </a:solidFill>
                  <a:latin typeface="Manrope" pitchFamily="2" charset="0"/>
                  <a:cs typeface="Poppins Light" pitchFamily="2" charset="77"/>
                  <a:sym typeface="Arial"/>
                </a:rPr>
                <a:t>F</a:t>
              </a:r>
              <a:r>
                <a:rPr kumimoji="0" lang="en-GB" sz="1400" b="0" i="0" u="none" strike="noStrike" kern="0" cap="none" spc="0" normalizeH="0" baseline="0" noProof="0" dirty="0" err="1">
                  <a:ln>
                    <a:noFill/>
                  </a:ln>
                  <a:solidFill>
                    <a:srgbClr val="FFFFFF"/>
                  </a:solidFill>
                  <a:effectLst/>
                  <a:uLnTx/>
                  <a:uFillTx/>
                  <a:latin typeface="Manrope" pitchFamily="2" charset="0"/>
                  <a:ea typeface="+mn-ea"/>
                  <a:cs typeface="Poppins Light" pitchFamily="2" charset="77"/>
                  <a:sym typeface="Arial"/>
                </a:rPr>
                <a:t>uture</a:t>
              </a:r>
              <a:r>
                <a:rPr kumimoji="0" lang="en-GB"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rPr>
                <a:t> adoption</a:t>
              </a:r>
            </a:p>
          </p:txBody>
        </p:sp>
      </p:grpSp>
      <p:grpSp>
        <p:nvGrpSpPr>
          <p:cNvPr id="22" name="Group 21">
            <a:extLst>
              <a:ext uri="{FF2B5EF4-FFF2-40B4-BE49-F238E27FC236}">
                <a16:creationId xmlns:a16="http://schemas.microsoft.com/office/drawing/2014/main" id="{814BB6AE-EC76-5F6C-17DF-9E467EE32313}"/>
              </a:ext>
            </a:extLst>
          </p:cNvPr>
          <p:cNvGrpSpPr/>
          <p:nvPr/>
        </p:nvGrpSpPr>
        <p:grpSpPr>
          <a:xfrm>
            <a:off x="1392670" y="3994653"/>
            <a:ext cx="2510971" cy="2277520"/>
            <a:chOff x="1392670" y="3994653"/>
            <a:chExt cx="2510971" cy="2277520"/>
          </a:xfrm>
        </p:grpSpPr>
        <p:sp>
          <p:nvSpPr>
            <p:cNvPr id="36" name="Rounded Rectangle 25">
              <a:extLst>
                <a:ext uri="{FF2B5EF4-FFF2-40B4-BE49-F238E27FC236}">
                  <a16:creationId xmlns:a16="http://schemas.microsoft.com/office/drawing/2014/main" id="{A94AA6EC-1F45-B6FF-56C0-BD295898A26D}"/>
                </a:ext>
              </a:extLst>
            </p:cNvPr>
            <p:cNvSpPr/>
            <p:nvPr/>
          </p:nvSpPr>
          <p:spPr>
            <a:xfrm>
              <a:off x="1392670" y="3994653"/>
              <a:ext cx="2510971" cy="2277520"/>
            </a:xfrm>
            <a:prstGeom prst="roundRect">
              <a:avLst>
                <a:gd name="adj" fmla="val 7418"/>
              </a:avLst>
            </a:prstGeom>
            <a:solidFill>
              <a:srgbClr val="000000"/>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16" name="TextBox 15">
              <a:extLst>
                <a:ext uri="{FF2B5EF4-FFF2-40B4-BE49-F238E27FC236}">
                  <a16:creationId xmlns:a16="http://schemas.microsoft.com/office/drawing/2014/main" id="{5DEE7EC7-7847-4DF5-7C71-1E01AC1394A0}"/>
                </a:ext>
              </a:extLst>
            </p:cNvPr>
            <p:cNvSpPr txBox="1"/>
            <p:nvPr/>
          </p:nvSpPr>
          <p:spPr>
            <a:xfrm>
              <a:off x="1865567" y="4126523"/>
              <a:ext cx="1565176"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92D050"/>
                  </a:solidFill>
                  <a:effectLst/>
                  <a:uLnTx/>
                  <a:uFillTx/>
                  <a:latin typeface="Manrope" pitchFamily="2" charset="0"/>
                  <a:ea typeface="+mn-ea"/>
                  <a:cs typeface="Poppins Light" pitchFamily="2" charset="77"/>
                  <a:sym typeface="Arial"/>
                </a:rPr>
                <a:t>Barriers to Prescribing</a:t>
              </a:r>
              <a:endParaRPr kumimoji="0" lang="en-GB" sz="1400" b="1" i="0" u="none" strike="noStrike" kern="0" cap="none" spc="0" normalizeH="0" baseline="0" noProof="0">
                <a:ln>
                  <a:noFill/>
                </a:ln>
                <a:solidFill>
                  <a:srgbClr val="92D050"/>
                </a:solidFill>
                <a:effectLst/>
                <a:uLnTx/>
                <a:uFillTx/>
                <a:latin typeface="Manrope" pitchFamily="2" charset="0"/>
                <a:ea typeface="+mn-ea"/>
                <a:cs typeface="Poppins Light" pitchFamily="2" charset="77"/>
                <a:sym typeface="Arial"/>
              </a:endParaRPr>
            </a:p>
          </p:txBody>
        </p:sp>
        <p:sp>
          <p:nvSpPr>
            <p:cNvPr id="18" name="TextBox 17">
              <a:extLst>
                <a:ext uri="{FF2B5EF4-FFF2-40B4-BE49-F238E27FC236}">
                  <a16:creationId xmlns:a16="http://schemas.microsoft.com/office/drawing/2014/main" id="{FC6EC681-6EB3-8DF6-7B4D-1C12EE144B47}"/>
                </a:ext>
              </a:extLst>
            </p:cNvPr>
            <p:cNvSpPr txBox="1"/>
            <p:nvPr/>
          </p:nvSpPr>
          <p:spPr>
            <a:xfrm>
              <a:off x="1392671" y="4655842"/>
              <a:ext cx="2510970" cy="1384995"/>
            </a:xfrm>
            <a:prstGeom prst="rect">
              <a:avLst/>
            </a:prstGeom>
            <a:noFill/>
          </p:spPr>
          <p:txBody>
            <a:bodyPr wrap="square">
              <a:spAutoFit/>
            </a:bodyPr>
            <a:lstStyle/>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lang="en-US" sz="1400" kern="0">
                  <a:solidFill>
                    <a:srgbClr val="FFFFFF"/>
                  </a:solidFill>
                  <a:latin typeface="Manrope" pitchFamily="2" charset="0"/>
                  <a:cs typeface="Poppins Light" pitchFamily="2" charset="77"/>
                  <a:sym typeface="Arial"/>
                </a:rPr>
                <a:t>Challenges experienced or anticipated</a:t>
              </a:r>
            </a:p>
            <a:p>
              <a:pPr marR="0" lvl="0" defTabSz="914400" rtl="0" eaLnBrk="1" fontAlgn="auto" latinLnBrk="0" hangingPunct="1">
                <a:spcBef>
                  <a:spcPts val="0"/>
                </a:spcBef>
                <a:spcAft>
                  <a:spcPts val="0"/>
                </a:spcAft>
                <a:buClrTx/>
                <a:buSzTx/>
                <a:tabLst/>
                <a:defRPr/>
              </a:pPr>
              <a:r>
                <a:rPr lang="en-US" sz="1400" kern="0">
                  <a:solidFill>
                    <a:srgbClr val="FFFFFF"/>
                  </a:solidFill>
                  <a:latin typeface="Manrope" pitchFamily="2" charset="0"/>
                  <a:cs typeface="Poppins Light" pitchFamily="2" charset="77"/>
                  <a:sym typeface="Arial"/>
                </a:rPr>
                <a:t>    - Storage/logistics</a:t>
              </a:r>
            </a:p>
            <a:p>
              <a:pPr marR="0" lvl="0" defTabSz="914400" rtl="0" eaLnBrk="1" fontAlgn="auto" latinLnBrk="0" hangingPunct="1">
                <a:spcBef>
                  <a:spcPts val="0"/>
                </a:spcBef>
                <a:spcAft>
                  <a:spcPts val="0"/>
                </a:spcAft>
                <a:buClrTx/>
                <a:buSzTx/>
                <a:tabLst/>
                <a:defRPr/>
              </a:pPr>
              <a:r>
                <a:rPr kumimoji="0" lang="en-US" sz="1400" b="0" i="0" u="none" strike="noStrike" kern="0" cap="none" spc="0" normalizeH="0" baseline="0" noProof="0">
                  <a:ln>
                    <a:noFill/>
                  </a:ln>
                  <a:solidFill>
                    <a:srgbClr val="FFFFFF"/>
                  </a:solidFill>
                  <a:effectLst/>
                  <a:uLnTx/>
                  <a:uFillTx/>
                  <a:latin typeface="Manrope" pitchFamily="2" charset="0"/>
                  <a:ea typeface="+mn-ea"/>
                  <a:cs typeface="Poppins Light" pitchFamily="2" charset="77"/>
                  <a:sym typeface="Arial"/>
                </a:rPr>
                <a:t>    -</a:t>
              </a:r>
              <a:r>
                <a:rPr lang="en-US" sz="1400" kern="0">
                  <a:solidFill>
                    <a:srgbClr val="FFFFFF"/>
                  </a:solidFill>
                  <a:latin typeface="Manrope" pitchFamily="2" charset="0"/>
                  <a:cs typeface="Poppins Light" pitchFamily="2" charset="77"/>
                  <a:sym typeface="Arial"/>
                </a:rPr>
                <a:t> </a:t>
              </a:r>
              <a:r>
                <a:rPr kumimoji="0" lang="en-US" sz="1400" b="0" i="0" u="none" strike="noStrike" kern="0" cap="none" spc="0" normalizeH="0" baseline="0" noProof="0">
                  <a:ln>
                    <a:noFill/>
                  </a:ln>
                  <a:solidFill>
                    <a:srgbClr val="FFFFFF"/>
                  </a:solidFill>
                  <a:effectLst/>
                  <a:uLnTx/>
                  <a:uFillTx/>
                  <a:latin typeface="Manrope" pitchFamily="2" charset="0"/>
                  <a:ea typeface="+mn-ea"/>
                  <a:cs typeface="Poppins Light" pitchFamily="2" charset="77"/>
                  <a:sym typeface="Arial"/>
                </a:rPr>
                <a:t>Scheduling</a:t>
              </a:r>
            </a:p>
            <a:p>
              <a:pPr marR="0" lvl="0" defTabSz="914400" rtl="0" eaLnBrk="1" fontAlgn="auto" latinLnBrk="0" hangingPunct="1">
                <a:spcBef>
                  <a:spcPts val="0"/>
                </a:spcBef>
                <a:spcAft>
                  <a:spcPts val="0"/>
                </a:spcAft>
                <a:buClrTx/>
                <a:buSzTx/>
                <a:tabLst/>
                <a:defRPr/>
              </a:pPr>
              <a:r>
                <a:rPr lang="en-US" sz="1400" kern="0">
                  <a:solidFill>
                    <a:srgbClr val="FFFFFF"/>
                  </a:solidFill>
                  <a:latin typeface="Manrope" pitchFamily="2" charset="0"/>
                  <a:cs typeface="Poppins Light" pitchFamily="2" charset="77"/>
                  <a:sym typeface="Arial"/>
                </a:rPr>
                <a:t>    - Contracting/Costs </a:t>
              </a:r>
            </a:p>
            <a:p>
              <a:pPr marR="0" lvl="0" defTabSz="914400" rtl="0" eaLnBrk="1" fontAlgn="auto" latinLnBrk="0" hangingPunct="1">
                <a:spcBef>
                  <a:spcPts val="0"/>
                </a:spcBef>
                <a:spcAft>
                  <a:spcPts val="0"/>
                </a:spcAft>
                <a:buClrTx/>
                <a:buSzTx/>
                <a:tabLst/>
                <a:defRPr/>
              </a:pPr>
              <a:r>
                <a:rPr kumimoji="0" lang="en-US" sz="1400" b="0" i="0" u="none" strike="noStrike" kern="0" cap="none" spc="0" normalizeH="0" baseline="0" noProof="0">
                  <a:ln>
                    <a:noFill/>
                  </a:ln>
                  <a:solidFill>
                    <a:srgbClr val="FFFFFF"/>
                  </a:solidFill>
                  <a:effectLst/>
                  <a:uLnTx/>
                  <a:uFillTx/>
                  <a:latin typeface="Manrope" pitchFamily="2" charset="0"/>
                  <a:ea typeface="+mn-ea"/>
                  <a:cs typeface="Poppins Light" pitchFamily="2" charset="77"/>
                  <a:sym typeface="Arial"/>
                </a:rPr>
                <a:t>    - Insurance</a:t>
              </a:r>
              <a:endParaRPr kumimoji="0" lang="en-GB" sz="1400" b="0" i="0" u="none" strike="noStrike" kern="0" cap="none" spc="0" normalizeH="0" baseline="0" noProof="0">
                <a:ln>
                  <a:noFill/>
                </a:ln>
                <a:solidFill>
                  <a:srgbClr val="FFFFFF"/>
                </a:solidFill>
                <a:effectLst/>
                <a:uLnTx/>
                <a:uFillTx/>
                <a:latin typeface="Manrope" pitchFamily="2" charset="0"/>
                <a:ea typeface="+mn-ea"/>
                <a:cs typeface="Poppins Light" pitchFamily="2" charset="77"/>
                <a:sym typeface="Arial"/>
              </a:endParaRPr>
            </a:p>
          </p:txBody>
        </p:sp>
      </p:grpSp>
      <p:grpSp>
        <p:nvGrpSpPr>
          <p:cNvPr id="25" name="Group 24">
            <a:extLst>
              <a:ext uri="{FF2B5EF4-FFF2-40B4-BE49-F238E27FC236}">
                <a16:creationId xmlns:a16="http://schemas.microsoft.com/office/drawing/2014/main" id="{5CF966FB-63EC-0472-B542-820D25ADEF93}"/>
              </a:ext>
            </a:extLst>
          </p:cNvPr>
          <p:cNvGrpSpPr/>
          <p:nvPr/>
        </p:nvGrpSpPr>
        <p:grpSpPr>
          <a:xfrm>
            <a:off x="4523885" y="3994653"/>
            <a:ext cx="2510971" cy="2277520"/>
            <a:chOff x="1392670" y="3994653"/>
            <a:chExt cx="2510971" cy="2277520"/>
          </a:xfrm>
        </p:grpSpPr>
        <p:sp>
          <p:nvSpPr>
            <p:cNvPr id="27" name="Rounded Rectangle 25">
              <a:extLst>
                <a:ext uri="{FF2B5EF4-FFF2-40B4-BE49-F238E27FC236}">
                  <a16:creationId xmlns:a16="http://schemas.microsoft.com/office/drawing/2014/main" id="{295A155B-5875-31EC-C4A0-1C3A61529437}"/>
                </a:ext>
              </a:extLst>
            </p:cNvPr>
            <p:cNvSpPr/>
            <p:nvPr/>
          </p:nvSpPr>
          <p:spPr>
            <a:xfrm>
              <a:off x="1392670" y="3994653"/>
              <a:ext cx="2510971" cy="2277520"/>
            </a:xfrm>
            <a:prstGeom prst="roundRect">
              <a:avLst>
                <a:gd name="adj" fmla="val 7418"/>
              </a:avLst>
            </a:prstGeom>
            <a:solidFill>
              <a:srgbClr val="000000"/>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28" name="TextBox 27">
              <a:extLst>
                <a:ext uri="{FF2B5EF4-FFF2-40B4-BE49-F238E27FC236}">
                  <a16:creationId xmlns:a16="http://schemas.microsoft.com/office/drawing/2014/main" id="{2DC8E297-9155-7E35-C450-029B460916A1}"/>
                </a:ext>
              </a:extLst>
            </p:cNvPr>
            <p:cNvSpPr txBox="1"/>
            <p:nvPr/>
          </p:nvSpPr>
          <p:spPr>
            <a:xfrm>
              <a:off x="1634084" y="4140955"/>
              <a:ext cx="2028142"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DBBC4"/>
                  </a:solidFill>
                  <a:effectLst/>
                  <a:uLnTx/>
                  <a:uFillTx/>
                  <a:latin typeface="Manrope" pitchFamily="2" charset="0"/>
                  <a:ea typeface="+mn-ea"/>
                  <a:cs typeface="Poppins Light" pitchFamily="2" charset="77"/>
                  <a:sym typeface="Arial"/>
                </a:rPr>
                <a:t>Competitive Evaluation</a:t>
              </a:r>
              <a:endParaRPr kumimoji="0" lang="en-GB" sz="1400" b="1" i="0" u="none" strike="noStrike" kern="0" cap="none" spc="0" normalizeH="0" baseline="0" noProof="0">
                <a:ln>
                  <a:noFill/>
                </a:ln>
                <a:solidFill>
                  <a:srgbClr val="2DBBC4"/>
                </a:solidFill>
                <a:effectLst/>
                <a:uLnTx/>
                <a:uFillTx/>
                <a:latin typeface="Manrope" pitchFamily="2" charset="0"/>
                <a:ea typeface="+mn-ea"/>
                <a:cs typeface="Poppins Light" pitchFamily="2" charset="77"/>
                <a:sym typeface="Arial"/>
              </a:endParaRPr>
            </a:p>
          </p:txBody>
        </p:sp>
        <p:sp>
          <p:nvSpPr>
            <p:cNvPr id="29" name="TextBox 28">
              <a:extLst>
                <a:ext uri="{FF2B5EF4-FFF2-40B4-BE49-F238E27FC236}">
                  <a16:creationId xmlns:a16="http://schemas.microsoft.com/office/drawing/2014/main" id="{7A383140-F6E7-60B6-EF3F-365123709B0E}"/>
                </a:ext>
              </a:extLst>
            </p:cNvPr>
            <p:cNvSpPr txBox="1"/>
            <p:nvPr/>
          </p:nvSpPr>
          <p:spPr>
            <a:xfrm>
              <a:off x="1392671" y="4655842"/>
              <a:ext cx="2510970" cy="954107"/>
            </a:xfrm>
            <a:prstGeom prst="rect">
              <a:avLst/>
            </a:prstGeom>
            <a:noFill/>
          </p:spPr>
          <p:txBody>
            <a:bodyPr wrap="square">
              <a:spAutoFit/>
            </a:bodyPr>
            <a:lstStyle/>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lang="en-US" sz="1400" kern="0" dirty="0">
                  <a:solidFill>
                    <a:srgbClr val="FFFFFF"/>
                  </a:solidFill>
                  <a:latin typeface="Manrope" pitchFamily="2" charset="0"/>
                  <a:cs typeface="Poppins Light" pitchFamily="2" charset="77"/>
                  <a:sym typeface="Arial"/>
                </a:rPr>
                <a:t>Positioning vs competitors (</a:t>
              </a:r>
              <a:r>
                <a:rPr lang="en-US" sz="1400" kern="0" dirty="0" err="1">
                  <a:solidFill>
                    <a:srgbClr val="FFFFFF"/>
                  </a:solidFill>
                  <a:latin typeface="Manrope" pitchFamily="2" charset="0"/>
                  <a:cs typeface="Poppins Light" pitchFamily="2" charset="77"/>
                  <a:sym typeface="Arial"/>
                </a:rPr>
                <a:t>Penmenvy</a:t>
              </a:r>
              <a:r>
                <a:rPr lang="en-US" sz="1400" kern="0" dirty="0">
                  <a:solidFill>
                    <a:srgbClr val="FFFFFF"/>
                  </a:solidFill>
                  <a:latin typeface="Manrope" pitchFamily="2" charset="0"/>
                  <a:cs typeface="Poppins Light" pitchFamily="2" charset="77"/>
                  <a:sym typeface="Arial"/>
                </a:rPr>
                <a:t>)</a:t>
              </a:r>
            </a:p>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kumimoji="0" lang="en-GB" sz="1400" b="0" i="0" u="none" strike="noStrike" kern="0" cap="none" spc="0" normalizeH="0" baseline="0" noProof="0" dirty="0">
                  <a:ln>
                    <a:noFill/>
                  </a:ln>
                  <a:solidFill>
                    <a:srgbClr val="FFFFFF"/>
                  </a:solidFill>
                  <a:effectLst/>
                  <a:uLnTx/>
                  <a:uFillTx/>
                  <a:latin typeface="Manrope" pitchFamily="2" charset="0"/>
                  <a:ea typeface="+mn-ea"/>
                  <a:cs typeface="Poppins Light" pitchFamily="2" charset="77"/>
                  <a:sym typeface="Arial"/>
                </a:rPr>
                <a:t>Comparative perceptions</a:t>
              </a:r>
            </a:p>
            <a:p>
              <a:pPr marL="171450" indent="-171450">
                <a:buFont typeface="Arial" panose="020B0604020202020204" pitchFamily="34" charset="0"/>
                <a:buChar char="•"/>
                <a:defRPr/>
              </a:pPr>
              <a:r>
                <a:rPr lang="en-GB" sz="1400" kern="0" dirty="0">
                  <a:solidFill>
                    <a:srgbClr val="FFFFFF"/>
                  </a:solidFill>
                  <a:latin typeface="Manrope" pitchFamily="2" charset="0"/>
                  <a:cs typeface="Poppins Light" pitchFamily="2" charset="77"/>
                  <a:sym typeface="Arial"/>
                </a:rPr>
                <a:t>Future adoption</a:t>
              </a:r>
            </a:p>
          </p:txBody>
        </p:sp>
      </p:grpSp>
      <p:sp>
        <p:nvSpPr>
          <p:cNvPr id="39" name="Google Shape;160;p5">
            <a:extLst>
              <a:ext uri="{FF2B5EF4-FFF2-40B4-BE49-F238E27FC236}">
                <a16:creationId xmlns:a16="http://schemas.microsoft.com/office/drawing/2014/main" id="{EA37FC45-02CF-BCA5-CA54-87B5EBEB3335}"/>
              </a:ext>
            </a:extLst>
          </p:cNvPr>
          <p:cNvSpPr txBox="1"/>
          <p:nvPr/>
        </p:nvSpPr>
        <p:spPr>
          <a:xfrm>
            <a:off x="1021664" y="1142036"/>
            <a:ext cx="624680" cy="735690"/>
          </a:xfrm>
          <a:prstGeom prst="ellipse">
            <a:avLst/>
          </a:prstGeom>
          <a:solidFill>
            <a:srgbClr val="00000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800" b="1" kern="0">
                <a:solidFill>
                  <a:srgbClr val="2DBBC4"/>
                </a:solidFill>
                <a:latin typeface="Playfair Display Black"/>
                <a:ea typeface="Poppins"/>
                <a:cs typeface="Poppins"/>
                <a:sym typeface="Poppins"/>
              </a:rPr>
              <a:t>1</a:t>
            </a:r>
            <a:endParaRPr kumimoji="0" lang="en-US" sz="2800" b="1" i="0" u="none" strike="noStrike" kern="0" cap="none" spc="0" normalizeH="0" baseline="0" noProof="0">
              <a:ln>
                <a:noFill/>
              </a:ln>
              <a:solidFill>
                <a:srgbClr val="2DBBC4"/>
              </a:solidFill>
              <a:effectLst/>
              <a:uLnTx/>
              <a:uFillTx/>
              <a:cs typeface="Poppins"/>
              <a:sym typeface="Arial"/>
            </a:endParaRPr>
          </a:p>
        </p:txBody>
      </p:sp>
      <p:grpSp>
        <p:nvGrpSpPr>
          <p:cNvPr id="33" name="Group 32">
            <a:extLst>
              <a:ext uri="{FF2B5EF4-FFF2-40B4-BE49-F238E27FC236}">
                <a16:creationId xmlns:a16="http://schemas.microsoft.com/office/drawing/2014/main" id="{FD924C64-9A6E-F6A3-73D1-C798B53F44C2}"/>
              </a:ext>
            </a:extLst>
          </p:cNvPr>
          <p:cNvGrpSpPr/>
          <p:nvPr/>
        </p:nvGrpSpPr>
        <p:grpSpPr>
          <a:xfrm>
            <a:off x="7655100" y="4000937"/>
            <a:ext cx="2510971" cy="2277520"/>
            <a:chOff x="1392670" y="3994653"/>
            <a:chExt cx="2510971" cy="2277520"/>
          </a:xfrm>
        </p:grpSpPr>
        <p:sp>
          <p:nvSpPr>
            <p:cNvPr id="35" name="Rounded Rectangle 25">
              <a:extLst>
                <a:ext uri="{FF2B5EF4-FFF2-40B4-BE49-F238E27FC236}">
                  <a16:creationId xmlns:a16="http://schemas.microsoft.com/office/drawing/2014/main" id="{9BA0EE74-D911-0BA2-9FE4-50335CC7C40A}"/>
                </a:ext>
              </a:extLst>
            </p:cNvPr>
            <p:cNvSpPr/>
            <p:nvPr/>
          </p:nvSpPr>
          <p:spPr>
            <a:xfrm>
              <a:off x="1392670" y="3994653"/>
              <a:ext cx="2510971" cy="2277520"/>
            </a:xfrm>
            <a:prstGeom prst="roundRect">
              <a:avLst>
                <a:gd name="adj" fmla="val 7418"/>
              </a:avLst>
            </a:prstGeom>
            <a:solidFill>
              <a:srgbClr val="000000"/>
            </a:solidFill>
            <a:ln w="254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Arial"/>
                <a:sym typeface="Arial"/>
              </a:endParaRPr>
            </a:p>
          </p:txBody>
        </p:sp>
        <p:sp>
          <p:nvSpPr>
            <p:cNvPr id="37" name="TextBox 36">
              <a:extLst>
                <a:ext uri="{FF2B5EF4-FFF2-40B4-BE49-F238E27FC236}">
                  <a16:creationId xmlns:a16="http://schemas.microsoft.com/office/drawing/2014/main" id="{7F7491B6-BAB7-AA28-3D38-449012DA2FC6}"/>
                </a:ext>
              </a:extLst>
            </p:cNvPr>
            <p:cNvSpPr txBox="1"/>
            <p:nvPr/>
          </p:nvSpPr>
          <p:spPr>
            <a:xfrm>
              <a:off x="1634698" y="4140955"/>
              <a:ext cx="222397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DE613F"/>
                  </a:solidFill>
                  <a:effectLst/>
                  <a:uLnTx/>
                  <a:uFillTx/>
                  <a:latin typeface="Manrope" pitchFamily="2" charset="0"/>
                  <a:ea typeface="+mn-ea"/>
                  <a:cs typeface="Poppins Light" pitchFamily="2" charset="77"/>
                  <a:sym typeface="Arial"/>
                </a:rPr>
                <a:t>Vaccine Manufacturers &amp; Sales Engagement</a:t>
              </a:r>
              <a:endParaRPr kumimoji="0" lang="en-GB" sz="1400" b="1" i="0" u="none" strike="noStrike" kern="0" cap="none" spc="0" normalizeH="0" baseline="0" noProof="0">
                <a:ln>
                  <a:noFill/>
                </a:ln>
                <a:solidFill>
                  <a:srgbClr val="DE613F"/>
                </a:solidFill>
                <a:effectLst/>
                <a:uLnTx/>
                <a:uFillTx/>
                <a:latin typeface="Manrope" pitchFamily="2" charset="0"/>
                <a:ea typeface="+mn-ea"/>
                <a:cs typeface="Poppins Light" pitchFamily="2" charset="77"/>
                <a:sym typeface="Arial"/>
              </a:endParaRPr>
            </a:p>
          </p:txBody>
        </p:sp>
        <p:sp>
          <p:nvSpPr>
            <p:cNvPr id="38" name="TextBox 37">
              <a:extLst>
                <a:ext uri="{FF2B5EF4-FFF2-40B4-BE49-F238E27FC236}">
                  <a16:creationId xmlns:a16="http://schemas.microsoft.com/office/drawing/2014/main" id="{49AC5787-5719-F674-A667-0E674D1C756C}"/>
                </a:ext>
              </a:extLst>
            </p:cNvPr>
            <p:cNvSpPr txBox="1"/>
            <p:nvPr/>
          </p:nvSpPr>
          <p:spPr>
            <a:xfrm>
              <a:off x="1392671" y="4655842"/>
              <a:ext cx="2510970" cy="307777"/>
            </a:xfrm>
            <a:prstGeom prst="rect">
              <a:avLst/>
            </a:prstGeom>
            <a:noFill/>
          </p:spPr>
          <p:txBody>
            <a:bodyPr wrap="square">
              <a:spAutoFit/>
            </a:bodyPr>
            <a:lstStyle/>
            <a:p>
              <a:pPr marL="171450" marR="0" lvl="0" indent="-171450" defTabSz="914400" rtl="0" eaLnBrk="1" fontAlgn="auto" latinLnBrk="0" hangingPunct="1">
                <a:spcBef>
                  <a:spcPts val="0"/>
                </a:spcBef>
                <a:spcAft>
                  <a:spcPts val="0"/>
                </a:spcAft>
                <a:buClrTx/>
                <a:buSzTx/>
                <a:buFont typeface="Arial" panose="020B0604020202020204" pitchFamily="34" charset="0"/>
                <a:buChar char="•"/>
                <a:tabLst/>
                <a:defRPr/>
              </a:pPr>
              <a:r>
                <a:rPr lang="en-US" sz="1400" kern="0">
                  <a:solidFill>
                    <a:srgbClr val="FFFFFF"/>
                  </a:solidFill>
                  <a:latin typeface="Manrope" pitchFamily="2" charset="0"/>
                  <a:cs typeface="Poppins Light" pitchFamily="2" charset="77"/>
                  <a:sym typeface="Arial"/>
                </a:rPr>
                <a:t>Rep engagement</a:t>
              </a:r>
            </a:p>
          </p:txBody>
        </p:sp>
      </p:grpSp>
      <p:sp>
        <p:nvSpPr>
          <p:cNvPr id="43" name="Google Shape;160;p5">
            <a:extLst>
              <a:ext uri="{FF2B5EF4-FFF2-40B4-BE49-F238E27FC236}">
                <a16:creationId xmlns:a16="http://schemas.microsoft.com/office/drawing/2014/main" id="{1AD7E0E2-BB27-90DA-BF64-0A2D828854C2}"/>
              </a:ext>
            </a:extLst>
          </p:cNvPr>
          <p:cNvSpPr txBox="1"/>
          <p:nvPr/>
        </p:nvSpPr>
        <p:spPr>
          <a:xfrm>
            <a:off x="4211545" y="1142036"/>
            <a:ext cx="624680" cy="735690"/>
          </a:xfrm>
          <a:prstGeom prst="ellipse">
            <a:avLst/>
          </a:prstGeom>
          <a:solidFill>
            <a:srgbClr val="00000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800" b="1" kern="0">
                <a:solidFill>
                  <a:srgbClr val="DE613F"/>
                </a:solidFill>
                <a:latin typeface="Playfair Display Black"/>
                <a:ea typeface="Poppins"/>
                <a:cs typeface="Poppins"/>
                <a:sym typeface="Poppins"/>
              </a:rPr>
              <a:t>2</a:t>
            </a:r>
            <a:endParaRPr kumimoji="0" lang="en-US" sz="2800" b="1" i="0" u="none" strike="noStrike" kern="0" cap="none" spc="0" normalizeH="0" baseline="0" noProof="0">
              <a:ln>
                <a:noFill/>
              </a:ln>
              <a:solidFill>
                <a:srgbClr val="DE613F"/>
              </a:solidFill>
              <a:effectLst/>
              <a:uLnTx/>
              <a:uFillTx/>
              <a:cs typeface="Poppins"/>
              <a:sym typeface="Arial"/>
            </a:endParaRPr>
          </a:p>
        </p:txBody>
      </p:sp>
      <p:sp>
        <p:nvSpPr>
          <p:cNvPr id="44" name="Google Shape;160;p5">
            <a:extLst>
              <a:ext uri="{FF2B5EF4-FFF2-40B4-BE49-F238E27FC236}">
                <a16:creationId xmlns:a16="http://schemas.microsoft.com/office/drawing/2014/main" id="{8A3A1434-745E-8551-9457-65330E688F78}"/>
              </a:ext>
            </a:extLst>
          </p:cNvPr>
          <p:cNvSpPr txBox="1"/>
          <p:nvPr/>
        </p:nvSpPr>
        <p:spPr>
          <a:xfrm>
            <a:off x="7365848" y="1192945"/>
            <a:ext cx="624680" cy="735690"/>
          </a:xfrm>
          <a:prstGeom prst="ellipse">
            <a:avLst/>
          </a:prstGeom>
          <a:solidFill>
            <a:srgbClr val="00000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800" b="1" kern="0">
                <a:solidFill>
                  <a:srgbClr val="FBCB42"/>
                </a:solidFill>
                <a:latin typeface="Playfair Display Black"/>
                <a:ea typeface="Poppins"/>
                <a:cs typeface="Poppins"/>
                <a:sym typeface="Poppins"/>
              </a:rPr>
              <a:t>3</a:t>
            </a:r>
            <a:endParaRPr kumimoji="0" lang="en-US" sz="2800" b="1" i="0" u="none" strike="noStrike" kern="0" cap="none" spc="0" normalizeH="0" baseline="0" noProof="0">
              <a:ln>
                <a:noFill/>
              </a:ln>
              <a:solidFill>
                <a:srgbClr val="FBCB42"/>
              </a:solidFill>
              <a:effectLst/>
              <a:uLnTx/>
              <a:uFillTx/>
              <a:cs typeface="Poppins"/>
              <a:sym typeface="Arial"/>
            </a:endParaRPr>
          </a:p>
        </p:txBody>
      </p:sp>
      <p:sp>
        <p:nvSpPr>
          <p:cNvPr id="45" name="Google Shape;160;p5">
            <a:extLst>
              <a:ext uri="{FF2B5EF4-FFF2-40B4-BE49-F238E27FC236}">
                <a16:creationId xmlns:a16="http://schemas.microsoft.com/office/drawing/2014/main" id="{9583BC42-3BBF-C9B1-E563-2AB5C93331CB}"/>
              </a:ext>
            </a:extLst>
          </p:cNvPr>
          <p:cNvSpPr txBox="1"/>
          <p:nvPr/>
        </p:nvSpPr>
        <p:spPr>
          <a:xfrm>
            <a:off x="1022435" y="3814070"/>
            <a:ext cx="624680" cy="735690"/>
          </a:xfrm>
          <a:prstGeom prst="ellipse">
            <a:avLst/>
          </a:prstGeom>
          <a:solidFill>
            <a:srgbClr val="00000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800" b="1" kern="0">
                <a:solidFill>
                  <a:srgbClr val="92D050"/>
                </a:solidFill>
                <a:latin typeface="Playfair Display Black"/>
                <a:ea typeface="Poppins"/>
                <a:cs typeface="Poppins"/>
                <a:sym typeface="Poppins"/>
              </a:rPr>
              <a:t>4</a:t>
            </a:r>
            <a:endParaRPr kumimoji="0" lang="en-US" sz="2800" b="1" i="0" u="none" strike="noStrike" kern="0" cap="none" spc="0" normalizeH="0" baseline="0" noProof="0">
              <a:ln>
                <a:noFill/>
              </a:ln>
              <a:solidFill>
                <a:srgbClr val="92D050"/>
              </a:solidFill>
              <a:effectLst/>
              <a:uLnTx/>
              <a:uFillTx/>
              <a:cs typeface="Poppins"/>
              <a:sym typeface="Arial"/>
            </a:endParaRPr>
          </a:p>
        </p:txBody>
      </p:sp>
      <p:sp>
        <p:nvSpPr>
          <p:cNvPr id="46" name="Google Shape;160;p5">
            <a:extLst>
              <a:ext uri="{FF2B5EF4-FFF2-40B4-BE49-F238E27FC236}">
                <a16:creationId xmlns:a16="http://schemas.microsoft.com/office/drawing/2014/main" id="{22FFFE0F-DAA9-C1C4-010A-DD4609B40C73}"/>
              </a:ext>
            </a:extLst>
          </p:cNvPr>
          <p:cNvSpPr txBox="1"/>
          <p:nvPr/>
        </p:nvSpPr>
        <p:spPr>
          <a:xfrm>
            <a:off x="4241322" y="3814070"/>
            <a:ext cx="624680" cy="735690"/>
          </a:xfrm>
          <a:prstGeom prst="ellipse">
            <a:avLst/>
          </a:prstGeom>
          <a:solidFill>
            <a:srgbClr val="00000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800" b="1" kern="0">
                <a:solidFill>
                  <a:srgbClr val="2DBBC4"/>
                </a:solidFill>
                <a:latin typeface="Playfair Display Black"/>
                <a:ea typeface="Poppins"/>
                <a:cs typeface="Poppins"/>
                <a:sym typeface="Poppins"/>
              </a:rPr>
              <a:t>5</a:t>
            </a:r>
            <a:endParaRPr kumimoji="0" lang="en-US" sz="2800" b="1" i="0" u="none" strike="noStrike" kern="0" cap="none" spc="0" normalizeH="0" baseline="0" noProof="0">
              <a:ln>
                <a:noFill/>
              </a:ln>
              <a:solidFill>
                <a:srgbClr val="2DBBC4"/>
              </a:solidFill>
              <a:effectLst/>
              <a:uLnTx/>
              <a:uFillTx/>
              <a:cs typeface="Poppins"/>
              <a:sym typeface="Arial"/>
            </a:endParaRPr>
          </a:p>
        </p:txBody>
      </p:sp>
      <p:sp>
        <p:nvSpPr>
          <p:cNvPr id="50" name="Google Shape;160;p5">
            <a:extLst>
              <a:ext uri="{FF2B5EF4-FFF2-40B4-BE49-F238E27FC236}">
                <a16:creationId xmlns:a16="http://schemas.microsoft.com/office/drawing/2014/main" id="{3C5703C6-C5C8-749B-A799-FB91C879EACF}"/>
              </a:ext>
            </a:extLst>
          </p:cNvPr>
          <p:cNvSpPr txBox="1"/>
          <p:nvPr/>
        </p:nvSpPr>
        <p:spPr>
          <a:xfrm>
            <a:off x="7317419" y="3814070"/>
            <a:ext cx="624680" cy="735690"/>
          </a:xfrm>
          <a:prstGeom prst="ellipse">
            <a:avLst/>
          </a:prstGeom>
          <a:solidFill>
            <a:srgbClr val="00000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800" b="1" kern="0">
                <a:solidFill>
                  <a:srgbClr val="DE613F"/>
                </a:solidFill>
                <a:latin typeface="Playfair Display Black"/>
                <a:ea typeface="Poppins"/>
                <a:cs typeface="Poppins"/>
                <a:sym typeface="Poppins"/>
              </a:rPr>
              <a:t>6</a:t>
            </a:r>
            <a:endParaRPr kumimoji="0" lang="en-US" sz="2800" b="1" i="0" u="none" strike="noStrike" kern="0" cap="none" spc="0" normalizeH="0" baseline="0" noProof="0">
              <a:ln>
                <a:noFill/>
              </a:ln>
              <a:solidFill>
                <a:srgbClr val="DE613F"/>
              </a:solidFill>
              <a:effectLst/>
              <a:uLnTx/>
              <a:uFillTx/>
              <a:cs typeface="Poppins"/>
              <a:sym typeface="Arial"/>
            </a:endParaRPr>
          </a:p>
        </p:txBody>
      </p:sp>
    </p:spTree>
    <p:extLst>
      <p:ext uri="{BB962C8B-B14F-4D97-AF65-F5344CB8AC3E}">
        <p14:creationId xmlns:p14="http://schemas.microsoft.com/office/powerpoint/2010/main" val="15682792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92858-F744-CF17-4ED0-212E60F9AF4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FDFCD8C-61F3-BB03-298F-229737B595BA}"/>
              </a:ext>
            </a:extLst>
          </p:cNvPr>
          <p:cNvSpPr/>
          <p:nvPr/>
        </p:nvSpPr>
        <p:spPr>
          <a:xfrm>
            <a:off x="0" y="0"/>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mn-cs"/>
            </a:endParaRPr>
          </a:p>
        </p:txBody>
      </p:sp>
      <p:sp>
        <p:nvSpPr>
          <p:cNvPr id="6" name="Title 1">
            <a:extLst>
              <a:ext uri="{FF2B5EF4-FFF2-40B4-BE49-F238E27FC236}">
                <a16:creationId xmlns:a16="http://schemas.microsoft.com/office/drawing/2014/main" id="{1FF3D485-A0D4-0216-ECDB-19DE21618C1B}"/>
              </a:ext>
            </a:extLst>
          </p:cNvPr>
          <p:cNvSpPr txBox="1">
            <a:spLocks/>
          </p:cNvSpPr>
          <p:nvPr/>
        </p:nvSpPr>
        <p:spPr>
          <a:xfrm>
            <a:off x="161924" y="250714"/>
            <a:ext cx="12030075" cy="73684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anrope" pitchFamily="2" charset="0"/>
                <a:ea typeface="+mj-ea"/>
                <a:cs typeface="+mj-cs"/>
              </a:rPr>
              <a:t>Timeline: </a:t>
            </a:r>
            <a:r>
              <a:rPr kumimoji="0" lang="en-US" sz="1800" b="0" i="0" u="none" strike="noStrike" kern="1200" cap="none" spc="0" normalizeH="0" baseline="0" noProof="0" dirty="0">
                <a:ln>
                  <a:noFill/>
                </a:ln>
                <a:solidFill>
                  <a:srgbClr val="FFFFFF"/>
                </a:solidFill>
                <a:effectLst/>
                <a:uLnTx/>
                <a:uFillTx/>
                <a:latin typeface="Manrope" pitchFamily="2" charset="0"/>
                <a:ea typeface="+mj-ea"/>
                <a:cs typeface="+mj-cs"/>
              </a:rPr>
              <a:t>The suggested timeline for the </a:t>
            </a:r>
            <a:r>
              <a:rPr kumimoji="0" lang="en-US" sz="1800" b="1" i="0" u="none" strike="noStrike" kern="1200" cap="none" spc="0" normalizeH="0" baseline="0" noProof="0" dirty="0">
                <a:ln>
                  <a:noFill/>
                </a:ln>
                <a:solidFill>
                  <a:srgbClr val="FFFFFF"/>
                </a:solidFill>
                <a:effectLst/>
                <a:uLnTx/>
                <a:uFillTx/>
                <a:latin typeface="Manrope" pitchFamily="2" charset="0"/>
                <a:ea typeface="+mj-ea"/>
                <a:cs typeface="+mj-cs"/>
              </a:rPr>
              <a:t>pilot </a:t>
            </a:r>
            <a:r>
              <a:rPr lang="en-US" sz="1800" dirty="0">
                <a:solidFill>
                  <a:srgbClr val="FFFFFF"/>
                </a:solidFill>
                <a:latin typeface="Manrope" pitchFamily="2" charset="0"/>
              </a:rPr>
              <a:t>ATU </a:t>
            </a:r>
            <a:r>
              <a:rPr kumimoji="0" lang="en-US" sz="1800" b="0" i="0" u="none" strike="noStrike" kern="1200" cap="none" spc="0" normalizeH="0" baseline="0" noProof="0" dirty="0">
                <a:ln>
                  <a:noFill/>
                </a:ln>
                <a:solidFill>
                  <a:srgbClr val="FFFFFF"/>
                </a:solidFill>
                <a:effectLst/>
                <a:uLnTx/>
                <a:uFillTx/>
                <a:latin typeface="Manrope" pitchFamily="2" charset="0"/>
                <a:ea typeface="+mj-ea"/>
                <a:cs typeface="+mj-cs"/>
              </a:rPr>
              <a:t>is shown below:</a:t>
            </a:r>
          </a:p>
        </p:txBody>
      </p:sp>
      <p:cxnSp>
        <p:nvCxnSpPr>
          <p:cNvPr id="42" name="Straight Connector 41">
            <a:extLst>
              <a:ext uri="{FF2B5EF4-FFF2-40B4-BE49-F238E27FC236}">
                <a16:creationId xmlns:a16="http://schemas.microsoft.com/office/drawing/2014/main" id="{E1E1F75F-6F0F-90D8-7532-7EF4F44D8C6C}"/>
              </a:ext>
            </a:extLst>
          </p:cNvPr>
          <p:cNvCxnSpPr/>
          <p:nvPr/>
        </p:nvCxnSpPr>
        <p:spPr>
          <a:xfrm>
            <a:off x="4513826" y="2839838"/>
            <a:ext cx="1" cy="57503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Rectangle 9">
            <a:extLst>
              <a:ext uri="{FF2B5EF4-FFF2-40B4-BE49-F238E27FC236}">
                <a16:creationId xmlns:a16="http://schemas.microsoft.com/office/drawing/2014/main" id="{30F08066-381A-5EF0-2377-1B78FD12C0A9}"/>
              </a:ext>
            </a:extLst>
          </p:cNvPr>
          <p:cNvSpPr/>
          <p:nvPr/>
        </p:nvSpPr>
        <p:spPr>
          <a:xfrm>
            <a:off x="1556799" y="4376756"/>
            <a:ext cx="2782586" cy="1144856"/>
          </a:xfrm>
          <a:prstGeom prst="roundRect">
            <a:avLst>
              <a:gd name="adj" fmla="val 8732"/>
            </a:avLst>
          </a:prstGeom>
          <a:solidFill>
            <a:schemeClr val="bg1"/>
          </a:solidFill>
          <a:ln>
            <a:noFill/>
          </a:ln>
          <a:effectLst>
            <a:outerShdw blurRad="322666"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7C7A6"/>
                </a:solidFill>
                <a:effectLst/>
                <a:uLnTx/>
                <a:uFillTx/>
                <a:latin typeface="Manrope" pitchFamily="2" charset="0"/>
                <a:ea typeface="+mn-ea"/>
                <a:cs typeface="Poppins" pitchFamily="2" charset="77"/>
              </a:rPr>
              <a:t>Survey drafting, survey iteration, feedback</a:t>
            </a:r>
          </a:p>
          <a:p>
            <a:pPr marL="0" marR="0" lvl="0" indent="0" algn="ctr" defTabSz="914400" rtl="0" eaLnBrk="1" fontAlgn="base"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anrope" pitchFamily="2" charset="0"/>
                <a:ea typeface="+mn-ea"/>
                <a:cs typeface="Poppins" pitchFamily="2" charset="77"/>
              </a:rPr>
              <a:t>w/o Feb 2</a:t>
            </a:r>
          </a:p>
        </p:txBody>
      </p:sp>
      <p:cxnSp>
        <p:nvCxnSpPr>
          <p:cNvPr id="47" name="Straight Connector 46">
            <a:extLst>
              <a:ext uri="{FF2B5EF4-FFF2-40B4-BE49-F238E27FC236}">
                <a16:creationId xmlns:a16="http://schemas.microsoft.com/office/drawing/2014/main" id="{3EF4D169-A1BA-8DD7-FDE8-3EC465804DC8}"/>
              </a:ext>
            </a:extLst>
          </p:cNvPr>
          <p:cNvCxnSpPr>
            <a:cxnSpLocks/>
          </p:cNvCxnSpPr>
          <p:nvPr/>
        </p:nvCxnSpPr>
        <p:spPr>
          <a:xfrm>
            <a:off x="2968280" y="3649883"/>
            <a:ext cx="6655617"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513F7F6A-6A58-AB02-02FE-A26412AC663A}"/>
              </a:ext>
            </a:extLst>
          </p:cNvPr>
          <p:cNvSpPr/>
          <p:nvPr/>
        </p:nvSpPr>
        <p:spPr>
          <a:xfrm>
            <a:off x="2669499" y="3414869"/>
            <a:ext cx="442383" cy="442383"/>
          </a:xfrm>
          <a:prstGeom prst="ellipse">
            <a:avLst/>
          </a:prstGeom>
          <a:solidFill>
            <a:srgbClr val="49C7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1" name="Oval 50">
            <a:extLst>
              <a:ext uri="{FF2B5EF4-FFF2-40B4-BE49-F238E27FC236}">
                <a16:creationId xmlns:a16="http://schemas.microsoft.com/office/drawing/2014/main" id="{BA52FE9A-13AD-BB31-9F51-7743B3BB6DA2}"/>
              </a:ext>
            </a:extLst>
          </p:cNvPr>
          <p:cNvSpPr/>
          <p:nvPr/>
        </p:nvSpPr>
        <p:spPr>
          <a:xfrm>
            <a:off x="4295492" y="3414869"/>
            <a:ext cx="442383" cy="442383"/>
          </a:xfrm>
          <a:prstGeom prst="ellipse">
            <a:avLst/>
          </a:prstGeom>
          <a:solidFill>
            <a:srgbClr val="795D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2" name="Oval 51">
            <a:extLst>
              <a:ext uri="{FF2B5EF4-FFF2-40B4-BE49-F238E27FC236}">
                <a16:creationId xmlns:a16="http://schemas.microsoft.com/office/drawing/2014/main" id="{ECCFCB40-15E6-9153-BE67-49282CDBC0BE}"/>
              </a:ext>
            </a:extLst>
          </p:cNvPr>
          <p:cNvSpPr/>
          <p:nvPr/>
        </p:nvSpPr>
        <p:spPr>
          <a:xfrm>
            <a:off x="6084134" y="3414869"/>
            <a:ext cx="442383" cy="442383"/>
          </a:xfrm>
          <a:prstGeom prst="ellipse">
            <a:avLst/>
          </a:prstGeom>
          <a:solidFill>
            <a:srgbClr val="49C7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3" name="Oval 52">
            <a:extLst>
              <a:ext uri="{FF2B5EF4-FFF2-40B4-BE49-F238E27FC236}">
                <a16:creationId xmlns:a16="http://schemas.microsoft.com/office/drawing/2014/main" id="{FA42C69A-4F77-807F-A92E-7544E046A0E1}"/>
              </a:ext>
            </a:extLst>
          </p:cNvPr>
          <p:cNvSpPr/>
          <p:nvPr/>
        </p:nvSpPr>
        <p:spPr>
          <a:xfrm>
            <a:off x="7819071" y="3414869"/>
            <a:ext cx="442383" cy="442383"/>
          </a:xfrm>
          <a:prstGeom prst="ellipse">
            <a:avLst/>
          </a:prstGeom>
          <a:solidFill>
            <a:srgbClr val="795D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4" name="Oval 53">
            <a:extLst>
              <a:ext uri="{FF2B5EF4-FFF2-40B4-BE49-F238E27FC236}">
                <a16:creationId xmlns:a16="http://schemas.microsoft.com/office/drawing/2014/main" id="{C37576D7-9575-E0D8-EB9C-174F2AA4E73E}"/>
              </a:ext>
            </a:extLst>
          </p:cNvPr>
          <p:cNvSpPr/>
          <p:nvPr/>
        </p:nvSpPr>
        <p:spPr>
          <a:xfrm>
            <a:off x="9333712" y="3414869"/>
            <a:ext cx="442383" cy="442383"/>
          </a:xfrm>
          <a:prstGeom prst="ellipse">
            <a:avLst/>
          </a:prstGeom>
          <a:solidFill>
            <a:srgbClr val="49C7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5" name="Rectangle 9">
            <a:extLst>
              <a:ext uri="{FF2B5EF4-FFF2-40B4-BE49-F238E27FC236}">
                <a16:creationId xmlns:a16="http://schemas.microsoft.com/office/drawing/2014/main" id="{12DC128E-6DC7-E9D5-086C-2362B6E7B002}"/>
              </a:ext>
            </a:extLst>
          </p:cNvPr>
          <p:cNvSpPr/>
          <p:nvPr/>
        </p:nvSpPr>
        <p:spPr>
          <a:xfrm>
            <a:off x="2968280" y="1710262"/>
            <a:ext cx="3092994" cy="1129576"/>
          </a:xfrm>
          <a:prstGeom prst="roundRect">
            <a:avLst>
              <a:gd name="adj" fmla="val 8732"/>
            </a:avLst>
          </a:prstGeom>
          <a:solidFill>
            <a:schemeClr val="bg1"/>
          </a:solidFill>
          <a:ln>
            <a:noFill/>
          </a:ln>
          <a:effectLst>
            <a:outerShdw blurRad="322666"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795DEE"/>
                </a:solidFill>
                <a:effectLst/>
                <a:uLnTx/>
                <a:uFillTx/>
                <a:latin typeface="Manrope" pitchFamily="2" charset="0"/>
                <a:ea typeface="+mn-ea"/>
                <a:cs typeface="Poppins" pitchFamily="2" charset="77"/>
              </a:rPr>
              <a:t>Survey finalization, compliance review, programming</a:t>
            </a:r>
            <a:endParaRPr kumimoji="0" lang="en-US" sz="1400" b="0" i="0" u="none" strike="noStrike" kern="1200" cap="none" spc="0" normalizeH="0" baseline="0" noProof="0" dirty="0">
              <a:ln>
                <a:noFill/>
              </a:ln>
              <a:solidFill>
                <a:srgbClr val="795DEE"/>
              </a:solidFill>
              <a:effectLst/>
              <a:uLnTx/>
              <a:uFillTx/>
              <a:latin typeface="Manrope" pitchFamily="2" charset="0"/>
              <a:ea typeface="+mn-ea"/>
              <a:cs typeface="Poppins" pitchFamily="2" charset="77"/>
            </a:endParaRPr>
          </a:p>
          <a:p>
            <a:pPr marL="0" marR="0" lvl="0" indent="0" algn="ctr" defTabSz="914400" rtl="0" eaLnBrk="1" fontAlgn="base"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anrope" pitchFamily="2" charset="0"/>
                <a:ea typeface="+mn-ea"/>
                <a:cs typeface="Poppins" pitchFamily="2" charset="77"/>
              </a:rPr>
              <a:t>w/o Feb 9</a:t>
            </a:r>
          </a:p>
        </p:txBody>
      </p:sp>
      <p:sp>
        <p:nvSpPr>
          <p:cNvPr id="58" name="Rectangle 9">
            <a:extLst>
              <a:ext uri="{FF2B5EF4-FFF2-40B4-BE49-F238E27FC236}">
                <a16:creationId xmlns:a16="http://schemas.microsoft.com/office/drawing/2014/main" id="{F2128835-1C02-B83A-D2C2-FF43D5274A13}"/>
              </a:ext>
            </a:extLst>
          </p:cNvPr>
          <p:cNvSpPr/>
          <p:nvPr/>
        </p:nvSpPr>
        <p:spPr>
          <a:xfrm>
            <a:off x="4778246" y="4376756"/>
            <a:ext cx="3132558" cy="1144856"/>
          </a:xfrm>
          <a:prstGeom prst="roundRect">
            <a:avLst>
              <a:gd name="adj" fmla="val 8732"/>
            </a:avLst>
          </a:prstGeom>
          <a:solidFill>
            <a:schemeClr val="bg1"/>
          </a:solidFill>
          <a:ln>
            <a:noFill/>
          </a:ln>
          <a:effectLst>
            <a:outerShdw blurRad="322666"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7C7A6"/>
                </a:solidFill>
                <a:effectLst/>
                <a:uLnTx/>
                <a:uFillTx/>
                <a:latin typeface="Manrope" pitchFamily="2" charset="0"/>
                <a:ea typeface="+mn-ea"/>
                <a:cs typeface="Poppins" pitchFamily="2" charset="77"/>
              </a:rPr>
              <a:t>Fielding</a:t>
            </a:r>
            <a:endParaRPr kumimoji="0" lang="en-US" sz="1400" b="1" i="0" u="none" strike="noStrike" kern="1200" cap="none" spc="0" normalizeH="0" baseline="0" noProof="0" dirty="0">
              <a:ln>
                <a:noFill/>
              </a:ln>
              <a:solidFill>
                <a:srgbClr val="EA4870"/>
              </a:solidFill>
              <a:effectLst/>
              <a:uLnTx/>
              <a:uFillTx/>
              <a:latin typeface="Manrope" pitchFamily="2" charset="0"/>
              <a:ea typeface="+mn-ea"/>
              <a:cs typeface="Poppins" pitchFamily="2" charset="77"/>
            </a:endParaRPr>
          </a:p>
          <a:p>
            <a:pPr marL="0" marR="0" lvl="0" indent="0" algn="ctr" defTabSz="914400" rtl="0" eaLnBrk="1" fontAlgn="base"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anrope" pitchFamily="2" charset="0"/>
                <a:ea typeface="+mn-ea"/>
                <a:cs typeface="Poppins" pitchFamily="2" charset="77"/>
              </a:rPr>
              <a:t>~Feb 16 – Mar 16</a:t>
            </a:r>
          </a:p>
        </p:txBody>
      </p:sp>
      <p:cxnSp>
        <p:nvCxnSpPr>
          <p:cNvPr id="60" name="Straight Connector 59">
            <a:extLst>
              <a:ext uri="{FF2B5EF4-FFF2-40B4-BE49-F238E27FC236}">
                <a16:creationId xmlns:a16="http://schemas.microsoft.com/office/drawing/2014/main" id="{C2447F26-0A86-8383-A6B5-4667E02C4725}"/>
              </a:ext>
            </a:extLst>
          </p:cNvPr>
          <p:cNvCxnSpPr>
            <a:cxnSpLocks/>
          </p:cNvCxnSpPr>
          <p:nvPr/>
        </p:nvCxnSpPr>
        <p:spPr>
          <a:xfrm flipH="1">
            <a:off x="2876402" y="3857252"/>
            <a:ext cx="1" cy="52252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5191938-9DBE-CCDC-08E1-2C675F53F108}"/>
              </a:ext>
            </a:extLst>
          </p:cNvPr>
          <p:cNvCxnSpPr>
            <a:cxnSpLocks/>
          </p:cNvCxnSpPr>
          <p:nvPr/>
        </p:nvCxnSpPr>
        <p:spPr>
          <a:xfrm flipH="1">
            <a:off x="6288180" y="3857252"/>
            <a:ext cx="1" cy="52252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DF6CD2F-054E-B1D1-12F9-05B42CD02D19}"/>
              </a:ext>
            </a:extLst>
          </p:cNvPr>
          <p:cNvCxnSpPr>
            <a:cxnSpLocks/>
          </p:cNvCxnSpPr>
          <p:nvPr/>
        </p:nvCxnSpPr>
        <p:spPr>
          <a:xfrm flipH="1">
            <a:off x="9549188" y="3857252"/>
            <a:ext cx="1" cy="52252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12F3260-2132-26FC-FFB1-70627B56F629}"/>
              </a:ext>
            </a:extLst>
          </p:cNvPr>
          <p:cNvCxnSpPr/>
          <p:nvPr/>
        </p:nvCxnSpPr>
        <p:spPr>
          <a:xfrm>
            <a:off x="8020260" y="2839838"/>
            <a:ext cx="1" cy="57503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5" name="Rectangle 9">
            <a:extLst>
              <a:ext uri="{FF2B5EF4-FFF2-40B4-BE49-F238E27FC236}">
                <a16:creationId xmlns:a16="http://schemas.microsoft.com/office/drawing/2014/main" id="{E97B02A6-700A-881E-F985-973D46E78850}"/>
              </a:ext>
            </a:extLst>
          </p:cNvPr>
          <p:cNvSpPr/>
          <p:nvPr/>
        </p:nvSpPr>
        <p:spPr>
          <a:xfrm>
            <a:off x="7204197" y="1804695"/>
            <a:ext cx="1664508" cy="1035143"/>
          </a:xfrm>
          <a:prstGeom prst="roundRect">
            <a:avLst>
              <a:gd name="adj" fmla="val 8732"/>
            </a:avLst>
          </a:prstGeom>
          <a:solidFill>
            <a:schemeClr val="bg1"/>
          </a:solidFill>
          <a:ln>
            <a:noFill/>
          </a:ln>
          <a:effectLst>
            <a:outerShdw blurRad="322666"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795DEE"/>
                </a:solidFill>
                <a:effectLst/>
                <a:uLnTx/>
                <a:uFillTx/>
                <a:latin typeface="Manrope" pitchFamily="2" charset="0"/>
                <a:ea typeface="+mn-ea"/>
                <a:cs typeface="Poppins" pitchFamily="2" charset="77"/>
              </a:rPr>
              <a:t>Full Report</a:t>
            </a:r>
            <a:endParaRPr kumimoji="0" lang="en-US" sz="1400" b="0" i="0" u="none" strike="noStrike" kern="1200" cap="none" spc="0" normalizeH="0" baseline="0" noProof="0" dirty="0">
              <a:ln>
                <a:noFill/>
              </a:ln>
              <a:solidFill>
                <a:srgbClr val="795DEE"/>
              </a:solidFill>
              <a:effectLst/>
              <a:uLnTx/>
              <a:uFillTx/>
              <a:latin typeface="Manrope" pitchFamily="2" charset="0"/>
              <a:ea typeface="+mn-ea"/>
              <a:cs typeface="Poppins" pitchFamily="2" charset="77"/>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anrope" pitchFamily="2" charset="0"/>
                <a:ea typeface="+mn-ea"/>
                <a:cs typeface="Poppins" pitchFamily="2" charset="77"/>
              </a:rPr>
              <a:t>w/o Mar </a:t>
            </a:r>
            <a:r>
              <a:rPr lang="en-US" sz="1400" dirty="0">
                <a:solidFill>
                  <a:srgbClr val="000000"/>
                </a:solidFill>
                <a:latin typeface="Manrope" pitchFamily="2" charset="0"/>
                <a:cs typeface="Poppins" pitchFamily="2" charset="77"/>
              </a:rPr>
              <a:t>23</a:t>
            </a:r>
            <a:endParaRPr kumimoji="0" lang="en-US" sz="1400" b="0" i="0" u="none" strike="noStrike" kern="1200" cap="none" spc="0" normalizeH="0" baseline="0" noProof="0" dirty="0">
              <a:ln>
                <a:noFill/>
              </a:ln>
              <a:solidFill>
                <a:srgbClr val="000000"/>
              </a:solidFill>
              <a:effectLst/>
              <a:uLnTx/>
              <a:uFillTx/>
              <a:latin typeface="Manrope" pitchFamily="2" charset="0"/>
              <a:ea typeface="+mn-ea"/>
              <a:cs typeface="Poppins" pitchFamily="2" charset="77"/>
            </a:endParaRPr>
          </a:p>
        </p:txBody>
      </p:sp>
      <p:sp>
        <p:nvSpPr>
          <p:cNvPr id="68" name="Rectangle 9">
            <a:extLst>
              <a:ext uri="{FF2B5EF4-FFF2-40B4-BE49-F238E27FC236}">
                <a16:creationId xmlns:a16="http://schemas.microsoft.com/office/drawing/2014/main" id="{C976FC6C-9099-05F6-AF1D-8A22779DC1F7}"/>
              </a:ext>
            </a:extLst>
          </p:cNvPr>
          <p:cNvSpPr/>
          <p:nvPr/>
        </p:nvSpPr>
        <p:spPr>
          <a:xfrm>
            <a:off x="8299510" y="4376756"/>
            <a:ext cx="2536237" cy="1125514"/>
          </a:xfrm>
          <a:prstGeom prst="roundRect">
            <a:avLst>
              <a:gd name="adj" fmla="val 8732"/>
            </a:avLst>
          </a:prstGeom>
          <a:solidFill>
            <a:schemeClr val="bg1"/>
          </a:solidFill>
          <a:ln>
            <a:noFill/>
          </a:ln>
          <a:effectLst>
            <a:outerShdw blurRad="322666"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193657"/>
              </a:solidFill>
              <a:effectLst/>
              <a:uLnTx/>
              <a:uFillTx/>
              <a:latin typeface="Poppins" panose="00000500000000000000" pitchFamily="2" charset="0"/>
              <a:ea typeface="Roboto" panose="02000000000000000000" pitchFamily="2" charset="0"/>
              <a:cs typeface="Poppins" panose="00000500000000000000" pitchFamily="2" charset="0"/>
            </a:endParaRPr>
          </a:p>
        </p:txBody>
      </p:sp>
      <p:sp>
        <p:nvSpPr>
          <p:cNvPr id="69" name="TextBox 68">
            <a:extLst>
              <a:ext uri="{FF2B5EF4-FFF2-40B4-BE49-F238E27FC236}">
                <a16:creationId xmlns:a16="http://schemas.microsoft.com/office/drawing/2014/main" id="{D3E9B29B-7727-EA3A-DD8B-4502E0F35BA0}"/>
              </a:ext>
            </a:extLst>
          </p:cNvPr>
          <p:cNvSpPr txBox="1"/>
          <p:nvPr/>
        </p:nvSpPr>
        <p:spPr>
          <a:xfrm>
            <a:off x="8386955" y="4414978"/>
            <a:ext cx="2361345" cy="1028358"/>
          </a:xfrm>
          <a:prstGeom prst="rect">
            <a:avLst/>
          </a:prstGeom>
          <a:noFill/>
        </p:spPr>
        <p:txBody>
          <a:bodyPr wrap="square">
            <a:spAutoFit/>
          </a:bodyPr>
          <a:lstStyle/>
          <a:p>
            <a:pPr marL="0" marR="0" lvl="0" indent="0" algn="ctr" defTabSz="914400" rtl="0" eaLnBrk="1" fontAlgn="base"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7C7A6"/>
                </a:solidFill>
                <a:effectLst/>
                <a:uLnTx/>
                <a:uFillTx/>
                <a:latin typeface="Manrope" pitchFamily="2" charset="0"/>
                <a:ea typeface="+mn-ea"/>
                <a:cs typeface="Poppins" pitchFamily="2" charset="77"/>
              </a:rPr>
              <a:t>Debrief on results &amp; Iterate on survey</a:t>
            </a:r>
          </a:p>
          <a:p>
            <a:pPr marL="0" marR="0" lvl="0" indent="0" algn="ctr" defTabSz="914400" rtl="0" eaLnBrk="1" fontAlgn="base"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anrope" pitchFamily="2" charset="0"/>
                <a:ea typeface="+mn-ea"/>
                <a:cs typeface="Poppins" pitchFamily="2" charset="77"/>
              </a:rPr>
              <a:t>w/o Mar 23</a:t>
            </a:r>
          </a:p>
        </p:txBody>
      </p:sp>
      <p:sp>
        <p:nvSpPr>
          <p:cNvPr id="71" name="Rounded Rectangle 15">
            <a:extLst>
              <a:ext uri="{FF2B5EF4-FFF2-40B4-BE49-F238E27FC236}">
                <a16:creationId xmlns:a16="http://schemas.microsoft.com/office/drawing/2014/main" id="{EBCC272B-D3E6-102A-3133-25602180A396}"/>
              </a:ext>
            </a:extLst>
          </p:cNvPr>
          <p:cNvSpPr/>
          <p:nvPr/>
        </p:nvSpPr>
        <p:spPr>
          <a:xfrm>
            <a:off x="668411" y="6041116"/>
            <a:ext cx="11017100" cy="53340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FFFFFF"/>
                </a:solidFill>
                <a:effectLst/>
                <a:uLnTx/>
                <a:uFillTx/>
                <a:latin typeface="Manrope" pitchFamily="2" charset="0"/>
                <a:ea typeface="+mn-ea"/>
                <a:cs typeface="Poppins" pitchFamily="2" charset="77"/>
              </a:rPr>
              <a:t>ZoomRx is flexible to adjust or accelerate project timelines to meet the team’s needs</a:t>
            </a:r>
          </a:p>
        </p:txBody>
      </p:sp>
    </p:spTree>
    <p:extLst>
      <p:ext uri="{BB962C8B-B14F-4D97-AF65-F5344CB8AC3E}">
        <p14:creationId xmlns:p14="http://schemas.microsoft.com/office/powerpoint/2010/main" val="19394783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Google Shape;302;p9">
            <a:extLst>
              <a:ext uri="{FF2B5EF4-FFF2-40B4-BE49-F238E27FC236}">
                <a16:creationId xmlns:a16="http://schemas.microsoft.com/office/drawing/2014/main" id="{32CDF253-0B81-C019-A14C-C3FDCB051796}"/>
              </a:ext>
            </a:extLst>
          </p:cNvPr>
          <p:cNvSpPr/>
          <p:nvPr/>
        </p:nvSpPr>
        <p:spPr>
          <a:xfrm>
            <a:off x="1749522" y="5436832"/>
            <a:ext cx="8692956" cy="35082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2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4472C4"/>
                </a:solidFill>
                <a:effectLst/>
                <a:uLnTx/>
                <a:uFillTx/>
                <a:latin typeface="Manrope" pitchFamily="2" charset="0"/>
                <a:ea typeface="Poppins"/>
                <a:cs typeface="Poppins"/>
                <a:sym typeface="Poppins"/>
                <a:hlinkClick r:id="rId2">
                  <a:extLst>
                    <a:ext uri="{A12FA001-AC4F-418D-AE19-62706E023703}">
                      <ahyp:hlinkClr xmlns:ahyp="http://schemas.microsoft.com/office/drawing/2018/hyperlinkcolor" val="tx"/>
                    </a:ext>
                  </a:extLst>
                </a:hlinkClick>
              </a:rPr>
              <a:t>nicholas.fleischman@zoomrx.com</a:t>
            </a:r>
            <a:endParaRPr kumimoji="0" lang="en-US" sz="1400" b="0" i="0" u="none" strike="noStrike" kern="0" cap="none" spc="0" normalizeH="0" baseline="0" noProof="0">
              <a:ln>
                <a:noFill/>
              </a:ln>
              <a:solidFill>
                <a:srgbClr val="4472C4"/>
              </a:solidFill>
              <a:effectLst/>
              <a:uLnTx/>
              <a:uFillTx/>
              <a:latin typeface="Manrope" pitchFamily="2" charset="0"/>
              <a:ea typeface="Poppins"/>
              <a:cs typeface="Poppins"/>
              <a:sym typeface="Poppins"/>
              <a:hlinkClick r:id="" action="ppaction://noaction">
                <a:extLst>
                  <a:ext uri="{A12FA001-AC4F-418D-AE19-62706E023703}">
                    <ahyp:hlinkClr xmlns:ahyp="http://schemas.microsoft.com/office/drawing/2018/hyperlinkcolor" val="tx"/>
                  </a:ext>
                </a:extLst>
              </a:hlinkClick>
            </a:endParaRPr>
          </a:p>
        </p:txBody>
      </p:sp>
      <p:sp>
        <p:nvSpPr>
          <p:cNvPr id="3" name="TextBox 2">
            <a:extLst>
              <a:ext uri="{FF2B5EF4-FFF2-40B4-BE49-F238E27FC236}">
                <a16:creationId xmlns:a16="http://schemas.microsoft.com/office/drawing/2014/main" id="{43028678-6404-8E83-6518-771891C5E36C}"/>
              </a:ext>
            </a:extLst>
          </p:cNvPr>
          <p:cNvSpPr txBox="1"/>
          <p:nvPr/>
        </p:nvSpPr>
        <p:spPr>
          <a:xfrm>
            <a:off x="3541112" y="4836191"/>
            <a:ext cx="5109776" cy="461665"/>
          </a:xfrm>
          <a:prstGeom prst="rect">
            <a:avLst/>
          </a:prstGeom>
          <a:noFill/>
        </p:spPr>
        <p:txBody>
          <a:bodyPr wrap="square" lIns="91440" tIns="0" rIns="9144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0" cap="none" spc="0" normalizeH="0" baseline="0" noProof="0">
                <a:ln>
                  <a:noFill/>
                </a:ln>
                <a:solidFill>
                  <a:srgbClr val="FFFFFF"/>
                </a:solidFill>
                <a:effectLst/>
                <a:uLnTx/>
                <a:uFillTx/>
                <a:latin typeface="Playfair Display Black"/>
                <a:cs typeface="Arial"/>
                <a:sym typeface="Arial"/>
              </a:rPr>
              <a:t>Keep in touch</a:t>
            </a:r>
            <a:endParaRPr kumimoji="0" lang="en-US" sz="1400" b="0" i="0" u="none" strike="noStrike" kern="0" cap="none" spc="0" normalizeH="0" baseline="0" noProof="0">
              <a:ln>
                <a:noFill/>
              </a:ln>
              <a:solidFill>
                <a:srgbClr val="FFFFFF"/>
              </a:solidFill>
              <a:effectLst/>
              <a:uLnTx/>
              <a:uFillTx/>
              <a:latin typeface="Arial"/>
              <a:cs typeface="Arial"/>
              <a:sym typeface="Arial"/>
            </a:endParaRPr>
          </a:p>
        </p:txBody>
      </p:sp>
      <p:pic>
        <p:nvPicPr>
          <p:cNvPr id="4" name="Graphic 3">
            <a:extLst>
              <a:ext uri="{FF2B5EF4-FFF2-40B4-BE49-F238E27FC236}">
                <a16:creationId xmlns:a16="http://schemas.microsoft.com/office/drawing/2014/main" id="{1E2B8180-7BA6-F75A-E841-B7C274942A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14394" y="915352"/>
            <a:ext cx="4564036" cy="3993531"/>
          </a:xfrm>
          <a:prstGeom prst="rect">
            <a:avLst/>
          </a:prstGeom>
        </p:spPr>
      </p:pic>
    </p:spTree>
    <p:extLst>
      <p:ext uri="{BB962C8B-B14F-4D97-AF65-F5344CB8AC3E}">
        <p14:creationId xmlns:p14="http://schemas.microsoft.com/office/powerpoint/2010/main" val="1109875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BA8AEB-4582-717C-6CA3-CDBF2A03ED0A}"/>
              </a:ext>
            </a:extLst>
          </p:cNvPr>
          <p:cNvSpPr/>
          <p:nvPr/>
        </p:nvSpPr>
        <p:spPr>
          <a:xfrm>
            <a:off x="0" y="0"/>
            <a:ext cx="12192000" cy="1195754"/>
          </a:xfrm>
          <a:prstGeom prst="rect">
            <a:avLst/>
          </a:prstGeom>
          <a:gradFill flip="none" rotWithShape="1">
            <a:gsLst>
              <a:gs pos="14000">
                <a:srgbClr val="1E41EB">
                  <a:alpha val="15000"/>
                </a:srgbClr>
              </a:gs>
              <a:gs pos="100000">
                <a:srgbClr val="000000"/>
              </a:gs>
            </a:gsLst>
            <a:lin ang="5400000" scaled="1"/>
            <a:tileRect/>
          </a:gra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mn-cs"/>
            </a:endParaRPr>
          </a:p>
        </p:txBody>
      </p:sp>
      <p:sp>
        <p:nvSpPr>
          <p:cNvPr id="5" name="TextBox 4">
            <a:extLst>
              <a:ext uri="{FF2B5EF4-FFF2-40B4-BE49-F238E27FC236}">
                <a16:creationId xmlns:a16="http://schemas.microsoft.com/office/drawing/2014/main" id="{6ECB3602-B21E-76E9-DEA7-5076EC1E973D}"/>
              </a:ext>
            </a:extLst>
          </p:cNvPr>
          <p:cNvSpPr txBox="1"/>
          <p:nvPr/>
        </p:nvSpPr>
        <p:spPr>
          <a:xfrm>
            <a:off x="209207" y="319212"/>
            <a:ext cx="1160294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Manrope" pitchFamily="2" charset="0"/>
                <a:cs typeface="Arial"/>
                <a:sym typeface="Arial"/>
              </a:rPr>
              <a:t>ZoomRx has deep expertise throughout the product lifecycle</a:t>
            </a:r>
          </a:p>
        </p:txBody>
      </p:sp>
      <p:sp>
        <p:nvSpPr>
          <p:cNvPr id="6" name="Rectangle 5">
            <a:extLst>
              <a:ext uri="{FF2B5EF4-FFF2-40B4-BE49-F238E27FC236}">
                <a16:creationId xmlns:a16="http://schemas.microsoft.com/office/drawing/2014/main" id="{2AEB6D4E-BC9B-E009-FF89-346095350C91}"/>
              </a:ext>
            </a:extLst>
          </p:cNvPr>
          <p:cNvSpPr/>
          <p:nvPr/>
        </p:nvSpPr>
        <p:spPr>
          <a:xfrm>
            <a:off x="7973547" y="1674276"/>
            <a:ext cx="5192198"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Manrope"/>
                <a:ea typeface="Poppins" charset="0"/>
                <a:cs typeface="Poppins" charset="0"/>
                <a:sym typeface="Arial"/>
              </a:rPr>
              <a:t>COMMERCIALIZATION</a:t>
            </a:r>
          </a:p>
        </p:txBody>
      </p:sp>
      <p:sp>
        <p:nvSpPr>
          <p:cNvPr id="7" name="Rectangle 6">
            <a:extLst>
              <a:ext uri="{FF2B5EF4-FFF2-40B4-BE49-F238E27FC236}">
                <a16:creationId xmlns:a16="http://schemas.microsoft.com/office/drawing/2014/main" id="{4B5EAE84-B483-AB8D-F592-4944E5D5E2CE}"/>
              </a:ext>
            </a:extLst>
          </p:cNvPr>
          <p:cNvSpPr/>
          <p:nvPr/>
        </p:nvSpPr>
        <p:spPr>
          <a:xfrm>
            <a:off x="4651455" y="1674276"/>
            <a:ext cx="2753285"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Manrope"/>
                <a:ea typeface="Poppins" charset="0"/>
                <a:cs typeface="Poppins" charset="0"/>
                <a:sym typeface="Arial"/>
              </a:rPr>
              <a:t>LAUNCH PLANNING</a:t>
            </a:r>
          </a:p>
        </p:txBody>
      </p:sp>
      <p:cxnSp>
        <p:nvCxnSpPr>
          <p:cNvPr id="8" name="Straight Arrow Connector 7">
            <a:extLst>
              <a:ext uri="{FF2B5EF4-FFF2-40B4-BE49-F238E27FC236}">
                <a16:creationId xmlns:a16="http://schemas.microsoft.com/office/drawing/2014/main" id="{11C9DD85-4A13-5C1A-2326-E66D72CA0C51}"/>
              </a:ext>
            </a:extLst>
          </p:cNvPr>
          <p:cNvCxnSpPr>
            <a:cxnSpLocks/>
            <a:stCxn id="51" idx="2"/>
          </p:cNvCxnSpPr>
          <p:nvPr/>
        </p:nvCxnSpPr>
        <p:spPr>
          <a:xfrm flipV="1">
            <a:off x="541638" y="2919811"/>
            <a:ext cx="11602940" cy="1"/>
          </a:xfrm>
          <a:prstGeom prst="straightConnector1">
            <a:avLst/>
          </a:prstGeom>
          <a:noFill/>
          <a:ln w="38100" cap="flat" cmpd="sng" algn="ctr">
            <a:solidFill>
              <a:srgbClr val="D5D5E9"/>
            </a:solidFill>
            <a:prstDash val="solid"/>
            <a:miter lim="800000"/>
            <a:tailEnd type="triangle" w="lg" len="lg"/>
          </a:ln>
          <a:effectLst/>
        </p:spPr>
      </p:cxnSp>
      <p:sp>
        <p:nvSpPr>
          <p:cNvPr id="9" name="Oval 8">
            <a:extLst>
              <a:ext uri="{FF2B5EF4-FFF2-40B4-BE49-F238E27FC236}">
                <a16:creationId xmlns:a16="http://schemas.microsoft.com/office/drawing/2014/main" id="{A6820BED-DDAA-62F3-6402-85B3619D91AC}"/>
              </a:ext>
            </a:extLst>
          </p:cNvPr>
          <p:cNvSpPr>
            <a:spLocks noChangeAspect="1"/>
          </p:cNvSpPr>
          <p:nvPr/>
        </p:nvSpPr>
        <p:spPr>
          <a:xfrm>
            <a:off x="10919541" y="259766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cxnSp>
        <p:nvCxnSpPr>
          <p:cNvPr id="10" name="Straight Connector 9">
            <a:extLst>
              <a:ext uri="{FF2B5EF4-FFF2-40B4-BE49-F238E27FC236}">
                <a16:creationId xmlns:a16="http://schemas.microsoft.com/office/drawing/2014/main" id="{FDF5E8F7-B96A-B33E-AFE7-248686E2AC5A}"/>
              </a:ext>
            </a:extLst>
          </p:cNvPr>
          <p:cNvCxnSpPr>
            <a:cxnSpLocks/>
          </p:cNvCxnSpPr>
          <p:nvPr/>
        </p:nvCxnSpPr>
        <p:spPr>
          <a:xfrm>
            <a:off x="11254383" y="3244774"/>
            <a:ext cx="0" cy="808643"/>
          </a:xfrm>
          <a:prstGeom prst="line">
            <a:avLst/>
          </a:prstGeom>
          <a:noFill/>
          <a:ln w="6350" cap="flat" cmpd="sng" algn="ctr">
            <a:solidFill>
              <a:srgbClr val="D5D5E9"/>
            </a:solidFill>
            <a:prstDash val="lgDash"/>
            <a:miter lim="800000"/>
            <a:tailEnd type="oval"/>
          </a:ln>
          <a:effectLst/>
        </p:spPr>
      </p:cxnSp>
      <p:grpSp>
        <p:nvGrpSpPr>
          <p:cNvPr id="11" name="Group 10">
            <a:extLst>
              <a:ext uri="{FF2B5EF4-FFF2-40B4-BE49-F238E27FC236}">
                <a16:creationId xmlns:a16="http://schemas.microsoft.com/office/drawing/2014/main" id="{28432F50-7DD3-45AD-41F6-02BDC9828176}"/>
              </a:ext>
            </a:extLst>
          </p:cNvPr>
          <p:cNvGrpSpPr/>
          <p:nvPr/>
        </p:nvGrpSpPr>
        <p:grpSpPr>
          <a:xfrm>
            <a:off x="1262495" y="2597669"/>
            <a:ext cx="3208520" cy="1984265"/>
            <a:chOff x="752627" y="2355419"/>
            <a:chExt cx="3208520" cy="1984265"/>
          </a:xfrm>
        </p:grpSpPr>
        <p:sp>
          <p:nvSpPr>
            <p:cNvPr id="12" name="Oval 11">
              <a:extLst>
                <a:ext uri="{FF2B5EF4-FFF2-40B4-BE49-F238E27FC236}">
                  <a16:creationId xmlns:a16="http://schemas.microsoft.com/office/drawing/2014/main" id="{E35D3CA7-E289-CE9C-8D30-E49253597CE5}"/>
                </a:ext>
              </a:extLst>
            </p:cNvPr>
            <p:cNvSpPr>
              <a:spLocks noChangeAspect="1"/>
            </p:cNvSpPr>
            <p:nvPr/>
          </p:nvSpPr>
          <p:spPr>
            <a:xfrm>
              <a:off x="1197863" y="235541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sp>
          <p:nvSpPr>
            <p:cNvPr id="13" name="Oval 12">
              <a:extLst>
                <a:ext uri="{FF2B5EF4-FFF2-40B4-BE49-F238E27FC236}">
                  <a16:creationId xmlns:a16="http://schemas.microsoft.com/office/drawing/2014/main" id="{68ACDDB3-0CD5-B839-7F5D-52149C3EA7E0}"/>
                </a:ext>
              </a:extLst>
            </p:cNvPr>
            <p:cNvSpPr>
              <a:spLocks noChangeAspect="1"/>
            </p:cNvSpPr>
            <p:nvPr/>
          </p:nvSpPr>
          <p:spPr>
            <a:xfrm>
              <a:off x="2047466" y="235541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sp>
          <p:nvSpPr>
            <p:cNvPr id="14" name="Oval 13">
              <a:extLst>
                <a:ext uri="{FF2B5EF4-FFF2-40B4-BE49-F238E27FC236}">
                  <a16:creationId xmlns:a16="http://schemas.microsoft.com/office/drawing/2014/main" id="{3EF49EC2-E347-FEE0-4BE5-76A9D0CC9A1A}"/>
                </a:ext>
              </a:extLst>
            </p:cNvPr>
            <p:cNvSpPr>
              <a:spLocks noChangeAspect="1"/>
            </p:cNvSpPr>
            <p:nvPr/>
          </p:nvSpPr>
          <p:spPr>
            <a:xfrm>
              <a:off x="2890993" y="235541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cxnSp>
          <p:nvCxnSpPr>
            <p:cNvPr id="15" name="Straight Connector 14">
              <a:extLst>
                <a:ext uri="{FF2B5EF4-FFF2-40B4-BE49-F238E27FC236}">
                  <a16:creationId xmlns:a16="http://schemas.microsoft.com/office/drawing/2014/main" id="{014C7616-1374-8023-E046-D44CF8583037}"/>
                </a:ext>
              </a:extLst>
            </p:cNvPr>
            <p:cNvCxnSpPr>
              <a:cxnSpLocks/>
            </p:cNvCxnSpPr>
            <p:nvPr/>
          </p:nvCxnSpPr>
          <p:spPr>
            <a:xfrm flipH="1">
              <a:off x="1510191" y="3002524"/>
              <a:ext cx="0" cy="281555"/>
            </a:xfrm>
            <a:prstGeom prst="line">
              <a:avLst/>
            </a:prstGeom>
            <a:noFill/>
            <a:ln w="6350" cap="flat" cmpd="sng" algn="ctr">
              <a:solidFill>
                <a:srgbClr val="D5D5E9"/>
              </a:solidFill>
              <a:prstDash val="lgDash"/>
              <a:miter lim="800000"/>
              <a:tailEnd type="oval"/>
            </a:ln>
            <a:effectLst/>
          </p:spPr>
        </p:cxnSp>
        <p:cxnSp>
          <p:nvCxnSpPr>
            <p:cNvPr id="16" name="Straight Connector 15">
              <a:extLst>
                <a:ext uri="{FF2B5EF4-FFF2-40B4-BE49-F238E27FC236}">
                  <a16:creationId xmlns:a16="http://schemas.microsoft.com/office/drawing/2014/main" id="{67C54CF4-4C9E-C82E-A1B4-42EA73878361}"/>
                </a:ext>
              </a:extLst>
            </p:cNvPr>
            <p:cNvCxnSpPr>
              <a:cxnSpLocks/>
            </p:cNvCxnSpPr>
            <p:nvPr/>
          </p:nvCxnSpPr>
          <p:spPr>
            <a:xfrm>
              <a:off x="2365375" y="3002524"/>
              <a:ext cx="0" cy="808643"/>
            </a:xfrm>
            <a:prstGeom prst="line">
              <a:avLst/>
            </a:prstGeom>
            <a:noFill/>
            <a:ln w="6350" cap="flat" cmpd="sng" algn="ctr">
              <a:solidFill>
                <a:srgbClr val="D5D5E9"/>
              </a:solidFill>
              <a:prstDash val="lgDash"/>
              <a:miter lim="800000"/>
              <a:tailEnd type="oval"/>
            </a:ln>
            <a:effectLst/>
          </p:spPr>
        </p:cxnSp>
        <p:cxnSp>
          <p:nvCxnSpPr>
            <p:cNvPr id="17" name="Straight Connector 16">
              <a:extLst>
                <a:ext uri="{FF2B5EF4-FFF2-40B4-BE49-F238E27FC236}">
                  <a16:creationId xmlns:a16="http://schemas.microsoft.com/office/drawing/2014/main" id="{9F3BC539-2003-2EA8-A0F1-923F7DB7726B}"/>
                </a:ext>
              </a:extLst>
            </p:cNvPr>
            <p:cNvCxnSpPr>
              <a:cxnSpLocks/>
            </p:cNvCxnSpPr>
            <p:nvPr/>
          </p:nvCxnSpPr>
          <p:spPr>
            <a:xfrm flipH="1">
              <a:off x="3216792" y="3002524"/>
              <a:ext cx="0" cy="281555"/>
            </a:xfrm>
            <a:prstGeom prst="line">
              <a:avLst/>
            </a:prstGeom>
            <a:noFill/>
            <a:ln w="6350" cap="flat" cmpd="sng" algn="ctr">
              <a:solidFill>
                <a:srgbClr val="D5D5E9"/>
              </a:solidFill>
              <a:prstDash val="lgDash"/>
              <a:miter lim="800000"/>
              <a:tailEnd type="oval"/>
            </a:ln>
            <a:effectLst/>
          </p:spPr>
        </p:cxnSp>
        <p:sp>
          <p:nvSpPr>
            <p:cNvPr id="18" name="Google Shape;586;p116">
              <a:extLst>
                <a:ext uri="{FF2B5EF4-FFF2-40B4-BE49-F238E27FC236}">
                  <a16:creationId xmlns:a16="http://schemas.microsoft.com/office/drawing/2014/main" id="{8B61DCA5-E264-16D6-85BA-3318896E4C10}"/>
                </a:ext>
              </a:extLst>
            </p:cNvPr>
            <p:cNvSpPr/>
            <p:nvPr/>
          </p:nvSpPr>
          <p:spPr>
            <a:xfrm>
              <a:off x="1609062" y="3878019"/>
              <a:ext cx="1509354" cy="46166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 typeface="Poppins"/>
                <a:buNone/>
                <a:tabLst/>
                <a:defRPr/>
              </a:pPr>
              <a:r>
                <a:rPr kumimoji="0" lang="en-US" sz="1050" b="1" i="0" u="none" strike="noStrike" kern="0" cap="none" spc="0" normalizeH="0" baseline="0" noProof="0">
                  <a:ln>
                    <a:noFill/>
                  </a:ln>
                  <a:solidFill>
                    <a:srgbClr val="FFFFFF"/>
                  </a:solidFill>
                  <a:effectLst/>
                  <a:uLnTx/>
                  <a:uFillTx/>
                  <a:latin typeface="Manrope"/>
                  <a:ea typeface="+mn-ea"/>
                  <a:cs typeface="Poppins"/>
                  <a:sym typeface="Poppins"/>
                </a:rPr>
                <a:t>Market Demand / Forecasting</a:t>
              </a:r>
              <a:endParaRPr kumimoji="0" sz="1050" b="1" i="0" u="none" strike="noStrike" kern="0" cap="none" spc="0" normalizeH="0" baseline="0" noProof="0">
                <a:ln>
                  <a:noFill/>
                </a:ln>
                <a:solidFill>
                  <a:srgbClr val="FFFFFF"/>
                </a:solidFill>
                <a:effectLst/>
                <a:uLnTx/>
                <a:uFillTx/>
                <a:latin typeface="Manrope"/>
                <a:ea typeface="+mn-ea"/>
                <a:cs typeface="Poppins"/>
                <a:sym typeface="Source Sans Pro"/>
              </a:endParaRPr>
            </a:p>
          </p:txBody>
        </p:sp>
        <p:sp>
          <p:nvSpPr>
            <p:cNvPr id="19" name="Google Shape;587;p116">
              <a:extLst>
                <a:ext uri="{FF2B5EF4-FFF2-40B4-BE49-F238E27FC236}">
                  <a16:creationId xmlns:a16="http://schemas.microsoft.com/office/drawing/2014/main" id="{82DE4125-B955-19DD-770E-0D4DF377C5CF}"/>
                </a:ext>
              </a:extLst>
            </p:cNvPr>
            <p:cNvSpPr/>
            <p:nvPr/>
          </p:nvSpPr>
          <p:spPr>
            <a:xfrm>
              <a:off x="752627" y="3340773"/>
              <a:ext cx="1509354" cy="46166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Tx/>
                <a:buNone/>
                <a:tabLst/>
                <a:defRPr/>
              </a:pPr>
              <a:r>
                <a:rPr kumimoji="0" lang="en-US" sz="1050" b="1" i="0" u="none" strike="noStrike" kern="0" cap="none" spc="0" normalizeH="0" baseline="0" noProof="0">
                  <a:ln>
                    <a:noFill/>
                  </a:ln>
                  <a:solidFill>
                    <a:srgbClr val="FFFFFF"/>
                  </a:solidFill>
                  <a:effectLst/>
                  <a:uLnTx/>
                  <a:uFillTx/>
                  <a:latin typeface="Manrope"/>
                  <a:ea typeface="+mn-ea"/>
                  <a:cs typeface="Poppins"/>
                  <a:sym typeface="Poppins"/>
                </a:rPr>
                <a:t>Patient </a:t>
              </a:r>
            </a:p>
            <a:p>
              <a:pPr marL="0" marR="0" lvl="0" indent="0" algn="ctr" defTabSz="914400" rtl="0" eaLnBrk="1" fontAlgn="auto" latinLnBrk="0" hangingPunct="1">
                <a:lnSpc>
                  <a:spcPct val="100000"/>
                </a:lnSpc>
                <a:spcBef>
                  <a:spcPts val="0"/>
                </a:spcBef>
                <a:spcAft>
                  <a:spcPts val="0"/>
                </a:spcAft>
                <a:buClr>
                  <a:srgbClr val="18314B"/>
                </a:buClr>
                <a:buSzPts val="800"/>
                <a:buFontTx/>
                <a:buNone/>
                <a:tabLst/>
                <a:defRPr/>
              </a:pPr>
              <a:r>
                <a:rPr kumimoji="0" lang="en-US" sz="1050" b="1" i="0" u="none" strike="noStrike" kern="0" cap="none" spc="0" normalizeH="0" baseline="0" noProof="0">
                  <a:ln>
                    <a:noFill/>
                  </a:ln>
                  <a:solidFill>
                    <a:srgbClr val="FFFFFF"/>
                  </a:solidFill>
                  <a:effectLst/>
                  <a:uLnTx/>
                  <a:uFillTx/>
                  <a:latin typeface="Manrope"/>
                  <a:ea typeface="+mn-ea"/>
                  <a:cs typeface="Poppins"/>
                  <a:sym typeface="Poppins"/>
                </a:rPr>
                <a:t>Journey</a:t>
              </a:r>
              <a:endParaRPr kumimoji="0" sz="1050" b="1" i="0" u="none" strike="noStrike" kern="0" cap="none" spc="0" normalizeH="0" baseline="0" noProof="0">
                <a:ln>
                  <a:noFill/>
                </a:ln>
                <a:solidFill>
                  <a:srgbClr val="FFFFFF"/>
                </a:solidFill>
                <a:effectLst/>
                <a:uLnTx/>
                <a:uFillTx/>
                <a:latin typeface="Manrope"/>
                <a:ea typeface="+mn-ea"/>
                <a:cs typeface="Poppins"/>
                <a:sym typeface="Arial"/>
              </a:endParaRPr>
            </a:p>
          </p:txBody>
        </p:sp>
        <p:sp>
          <p:nvSpPr>
            <p:cNvPr id="20" name="Google Shape;589;p116">
              <a:extLst>
                <a:ext uri="{FF2B5EF4-FFF2-40B4-BE49-F238E27FC236}">
                  <a16:creationId xmlns:a16="http://schemas.microsoft.com/office/drawing/2014/main" id="{4982044D-247D-9FFA-B405-7F40E181343A}"/>
                </a:ext>
              </a:extLst>
            </p:cNvPr>
            <p:cNvSpPr/>
            <p:nvPr/>
          </p:nvSpPr>
          <p:spPr>
            <a:xfrm>
              <a:off x="2455622" y="3340773"/>
              <a:ext cx="1505525" cy="46166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 typeface="Poppins"/>
                <a:buNone/>
                <a:tabLst/>
                <a:defRPr/>
              </a:pPr>
              <a:r>
                <a:rPr kumimoji="0" lang="en-US" sz="1050" b="1" i="0" u="none" strike="noStrike" kern="0" cap="none" spc="0" normalizeH="0" baseline="0" noProof="0">
                  <a:ln>
                    <a:noFill/>
                  </a:ln>
                  <a:solidFill>
                    <a:srgbClr val="FFFFFF"/>
                  </a:solidFill>
                  <a:effectLst/>
                  <a:uLnTx/>
                  <a:uFillTx/>
                  <a:latin typeface="Manrope"/>
                  <a:ea typeface="+mn-ea"/>
                  <a:cs typeface="Poppins"/>
                  <a:sym typeface="Poppins"/>
                </a:rPr>
                <a:t>Buying </a:t>
              </a:r>
            </a:p>
            <a:p>
              <a:pPr marL="0" marR="0" lvl="0" indent="0" algn="ctr" defTabSz="914400" rtl="0" eaLnBrk="1" fontAlgn="auto" latinLnBrk="0" hangingPunct="1">
                <a:lnSpc>
                  <a:spcPct val="100000"/>
                </a:lnSpc>
                <a:spcBef>
                  <a:spcPts val="0"/>
                </a:spcBef>
                <a:spcAft>
                  <a:spcPts val="0"/>
                </a:spcAft>
                <a:buClr>
                  <a:srgbClr val="18314B"/>
                </a:buClr>
                <a:buSzPts val="800"/>
                <a:buFont typeface="Poppins"/>
                <a:buNone/>
                <a:tabLst/>
                <a:defRPr/>
              </a:pPr>
              <a:r>
                <a:rPr kumimoji="0" lang="en-US" sz="1050" b="1" i="0" u="none" strike="noStrike" kern="0" cap="none" spc="0" normalizeH="0" baseline="0" noProof="0">
                  <a:ln>
                    <a:noFill/>
                  </a:ln>
                  <a:solidFill>
                    <a:srgbClr val="FFFFFF"/>
                  </a:solidFill>
                  <a:effectLst/>
                  <a:uLnTx/>
                  <a:uFillTx/>
                  <a:latin typeface="Manrope"/>
                  <a:ea typeface="+mn-ea"/>
                  <a:cs typeface="Poppins"/>
                  <a:sym typeface="Poppins"/>
                </a:rPr>
                <a:t>Process</a:t>
              </a:r>
              <a:endParaRPr kumimoji="0" sz="1050" b="1" i="0" u="none" strike="noStrike" kern="0" cap="none" spc="0" normalizeH="0" baseline="0" noProof="0">
                <a:ln>
                  <a:noFill/>
                </a:ln>
                <a:solidFill>
                  <a:srgbClr val="FFFFFF"/>
                </a:solidFill>
                <a:effectLst/>
                <a:uLnTx/>
                <a:uFillTx/>
                <a:latin typeface="Manrope"/>
                <a:ea typeface="+mn-ea"/>
                <a:cs typeface="Poppins"/>
                <a:sym typeface="Calibri"/>
              </a:endParaRPr>
            </a:p>
          </p:txBody>
        </p:sp>
      </p:grpSp>
      <p:grpSp>
        <p:nvGrpSpPr>
          <p:cNvPr id="21" name="Group 20">
            <a:extLst>
              <a:ext uri="{FF2B5EF4-FFF2-40B4-BE49-F238E27FC236}">
                <a16:creationId xmlns:a16="http://schemas.microsoft.com/office/drawing/2014/main" id="{8FC432C8-DA7B-CA4E-5F55-FDC8F1DCECD6}"/>
              </a:ext>
            </a:extLst>
          </p:cNvPr>
          <p:cNvGrpSpPr/>
          <p:nvPr/>
        </p:nvGrpSpPr>
        <p:grpSpPr>
          <a:xfrm>
            <a:off x="4309538" y="2597669"/>
            <a:ext cx="1270613" cy="1841432"/>
            <a:chOff x="3863667" y="2355419"/>
            <a:chExt cx="1270613" cy="1841432"/>
          </a:xfrm>
        </p:grpSpPr>
        <p:sp>
          <p:nvSpPr>
            <p:cNvPr id="22" name="Oval 21">
              <a:extLst>
                <a:ext uri="{FF2B5EF4-FFF2-40B4-BE49-F238E27FC236}">
                  <a16:creationId xmlns:a16="http://schemas.microsoft.com/office/drawing/2014/main" id="{EEB89520-64F0-1DD0-F06F-31DBB2259C6E}"/>
                </a:ext>
              </a:extLst>
            </p:cNvPr>
            <p:cNvSpPr>
              <a:spLocks noChangeAspect="1"/>
            </p:cNvSpPr>
            <p:nvPr/>
          </p:nvSpPr>
          <p:spPr>
            <a:xfrm>
              <a:off x="4176832" y="235541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cxnSp>
          <p:nvCxnSpPr>
            <p:cNvPr id="23" name="Straight Connector 22">
              <a:extLst>
                <a:ext uri="{FF2B5EF4-FFF2-40B4-BE49-F238E27FC236}">
                  <a16:creationId xmlns:a16="http://schemas.microsoft.com/office/drawing/2014/main" id="{5A780F10-A589-8439-36F8-99EA8F4B4043}"/>
                </a:ext>
              </a:extLst>
            </p:cNvPr>
            <p:cNvCxnSpPr>
              <a:cxnSpLocks/>
            </p:cNvCxnSpPr>
            <p:nvPr/>
          </p:nvCxnSpPr>
          <p:spPr>
            <a:xfrm>
              <a:off x="4508212" y="3002524"/>
              <a:ext cx="0" cy="808643"/>
            </a:xfrm>
            <a:prstGeom prst="line">
              <a:avLst/>
            </a:prstGeom>
            <a:noFill/>
            <a:ln w="6350" cap="flat" cmpd="sng" algn="ctr">
              <a:solidFill>
                <a:srgbClr val="D5D5E9"/>
              </a:solidFill>
              <a:prstDash val="lgDash"/>
              <a:miter lim="800000"/>
              <a:tailEnd type="oval"/>
            </a:ln>
            <a:effectLst/>
          </p:spPr>
        </p:cxnSp>
        <p:sp>
          <p:nvSpPr>
            <p:cNvPr id="24" name="Google Shape;606;p116">
              <a:extLst>
                <a:ext uri="{FF2B5EF4-FFF2-40B4-BE49-F238E27FC236}">
                  <a16:creationId xmlns:a16="http://schemas.microsoft.com/office/drawing/2014/main" id="{A61926CA-25D8-3130-4A65-7B4D973010D4}"/>
                </a:ext>
              </a:extLst>
            </p:cNvPr>
            <p:cNvSpPr/>
            <p:nvPr/>
          </p:nvSpPr>
          <p:spPr>
            <a:xfrm>
              <a:off x="3863667" y="3858297"/>
              <a:ext cx="1270613" cy="338554"/>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 typeface="Poppins"/>
                <a:buNone/>
                <a:tabLst/>
                <a:defRPr/>
              </a:pPr>
              <a:r>
                <a:rPr kumimoji="0" lang="en-US" sz="1050" b="1" i="0" u="none" strike="noStrike" kern="0" cap="none" spc="0" normalizeH="0" baseline="0" noProof="0">
                  <a:ln>
                    <a:noFill/>
                  </a:ln>
                  <a:solidFill>
                    <a:srgbClr val="FFFFFF"/>
                  </a:solidFill>
                  <a:effectLst/>
                  <a:uLnTx/>
                  <a:uFillTx/>
                  <a:latin typeface="Manrope"/>
                  <a:ea typeface="+mn-ea"/>
                  <a:cs typeface="Poppins"/>
                  <a:sym typeface="Poppins"/>
                </a:rPr>
                <a:t>Market Segmentation</a:t>
              </a:r>
              <a:endParaRPr kumimoji="0" sz="1050" b="1" i="0" u="none" strike="noStrike" kern="0" cap="none" spc="0" normalizeH="0" baseline="0" noProof="0">
                <a:ln>
                  <a:noFill/>
                </a:ln>
                <a:solidFill>
                  <a:srgbClr val="FFFFFF"/>
                </a:solidFill>
                <a:effectLst/>
                <a:uLnTx/>
                <a:uFillTx/>
                <a:latin typeface="Manrope"/>
                <a:ea typeface="+mn-ea"/>
                <a:cs typeface="Poppins"/>
                <a:sym typeface="Arial"/>
              </a:endParaRPr>
            </a:p>
          </p:txBody>
        </p:sp>
      </p:grpSp>
      <p:sp>
        <p:nvSpPr>
          <p:cNvPr id="25" name="Google Shape;595;p116">
            <a:extLst>
              <a:ext uri="{FF2B5EF4-FFF2-40B4-BE49-F238E27FC236}">
                <a16:creationId xmlns:a16="http://schemas.microsoft.com/office/drawing/2014/main" id="{D6F73B6F-072D-C4C1-3080-299E0F1A968A}"/>
              </a:ext>
            </a:extLst>
          </p:cNvPr>
          <p:cNvSpPr/>
          <p:nvPr/>
        </p:nvSpPr>
        <p:spPr>
          <a:xfrm>
            <a:off x="10678147" y="4078806"/>
            <a:ext cx="1134000" cy="338554"/>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Tx/>
              <a:buNone/>
              <a:tabLst/>
              <a:defRPr/>
            </a:pPr>
            <a:r>
              <a:rPr kumimoji="0" lang="en-US" sz="1050" b="1" i="0" u="none" strike="noStrike" kern="1200" cap="none" spc="0" normalizeH="0" baseline="0" noProof="0">
                <a:ln>
                  <a:noFill/>
                </a:ln>
                <a:solidFill>
                  <a:srgbClr val="FFFFFF"/>
                </a:solidFill>
                <a:effectLst/>
                <a:uLnTx/>
                <a:uFillTx/>
                <a:latin typeface="Manrope"/>
                <a:ea typeface="+mn-ea"/>
                <a:cs typeface="Poppins"/>
                <a:sym typeface="Poppins"/>
              </a:rPr>
              <a:t>Promotional Effectiveness</a:t>
            </a:r>
            <a:endParaRPr kumimoji="0" sz="1050" b="1" i="0" u="none" strike="noStrike" kern="1200" cap="none" spc="0" normalizeH="0" baseline="0" noProof="0">
              <a:ln>
                <a:noFill/>
              </a:ln>
              <a:solidFill>
                <a:srgbClr val="FFFFFF"/>
              </a:solidFill>
              <a:effectLst/>
              <a:uLnTx/>
              <a:uFillTx/>
              <a:latin typeface="Manrope"/>
              <a:ea typeface="+mn-ea"/>
              <a:cs typeface="Poppins"/>
              <a:sym typeface="Arial"/>
            </a:endParaRPr>
          </a:p>
        </p:txBody>
      </p:sp>
      <p:grpSp>
        <p:nvGrpSpPr>
          <p:cNvPr id="26" name="Group 25">
            <a:extLst>
              <a:ext uri="{FF2B5EF4-FFF2-40B4-BE49-F238E27FC236}">
                <a16:creationId xmlns:a16="http://schemas.microsoft.com/office/drawing/2014/main" id="{6F058F1D-0B8C-B31B-C93A-F1A0956C61F3}"/>
              </a:ext>
            </a:extLst>
          </p:cNvPr>
          <p:cNvGrpSpPr/>
          <p:nvPr/>
        </p:nvGrpSpPr>
        <p:grpSpPr>
          <a:xfrm>
            <a:off x="9836502" y="2597669"/>
            <a:ext cx="1134000" cy="1433221"/>
            <a:chOff x="9481894" y="2355419"/>
            <a:chExt cx="1134000" cy="1433221"/>
          </a:xfrm>
        </p:grpSpPr>
        <p:sp>
          <p:nvSpPr>
            <p:cNvPr id="27" name="Oval 26">
              <a:extLst>
                <a:ext uri="{FF2B5EF4-FFF2-40B4-BE49-F238E27FC236}">
                  <a16:creationId xmlns:a16="http://schemas.microsoft.com/office/drawing/2014/main" id="{4CABABE0-8F96-A3BA-CA42-EB25186EF5DA}"/>
                </a:ext>
              </a:extLst>
            </p:cNvPr>
            <p:cNvSpPr>
              <a:spLocks noChangeAspect="1"/>
            </p:cNvSpPr>
            <p:nvPr/>
          </p:nvSpPr>
          <p:spPr>
            <a:xfrm>
              <a:off x="9721937" y="235541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cxnSp>
          <p:nvCxnSpPr>
            <p:cNvPr id="28" name="Straight Connector 27">
              <a:extLst>
                <a:ext uri="{FF2B5EF4-FFF2-40B4-BE49-F238E27FC236}">
                  <a16:creationId xmlns:a16="http://schemas.microsoft.com/office/drawing/2014/main" id="{C7AB95FB-69B4-8F7F-7C47-435A8FD2394D}"/>
                </a:ext>
              </a:extLst>
            </p:cNvPr>
            <p:cNvCxnSpPr>
              <a:cxnSpLocks/>
            </p:cNvCxnSpPr>
            <p:nvPr/>
          </p:nvCxnSpPr>
          <p:spPr>
            <a:xfrm flipH="1">
              <a:off x="10051201" y="3002524"/>
              <a:ext cx="0" cy="281555"/>
            </a:xfrm>
            <a:prstGeom prst="line">
              <a:avLst/>
            </a:prstGeom>
            <a:noFill/>
            <a:ln w="6350" cap="flat" cmpd="sng" algn="ctr">
              <a:solidFill>
                <a:srgbClr val="D5D5E9"/>
              </a:solidFill>
              <a:prstDash val="lgDash"/>
              <a:miter lim="800000"/>
              <a:tailEnd type="oval"/>
            </a:ln>
            <a:effectLst/>
          </p:spPr>
        </p:cxnSp>
        <p:sp>
          <p:nvSpPr>
            <p:cNvPr id="29" name="Google Shape;596;p116">
              <a:extLst>
                <a:ext uri="{FF2B5EF4-FFF2-40B4-BE49-F238E27FC236}">
                  <a16:creationId xmlns:a16="http://schemas.microsoft.com/office/drawing/2014/main" id="{F877B3CE-E29E-EED8-7895-852B922AF46F}"/>
                </a:ext>
              </a:extLst>
            </p:cNvPr>
            <p:cNvSpPr/>
            <p:nvPr/>
          </p:nvSpPr>
          <p:spPr>
            <a:xfrm>
              <a:off x="9481894" y="3326975"/>
              <a:ext cx="1134000" cy="46166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Tx/>
                <a:buNone/>
                <a:tabLst/>
                <a:defRPr/>
              </a:pPr>
              <a:r>
                <a:rPr kumimoji="0" lang="en-US" sz="1050" b="1" i="0" u="none" strike="noStrike" kern="0" cap="none" spc="0" normalizeH="0" baseline="0" noProof="0">
                  <a:ln>
                    <a:noFill/>
                  </a:ln>
                  <a:solidFill>
                    <a:srgbClr val="FFFFFF"/>
                  </a:solidFill>
                  <a:effectLst/>
                  <a:uLnTx/>
                  <a:uFillTx/>
                  <a:latin typeface="Manrope"/>
                  <a:ea typeface="+mn-ea"/>
                  <a:cs typeface="Poppins"/>
                  <a:sym typeface="Poppins"/>
                </a:rPr>
                <a:t>Performance Tracking</a:t>
              </a:r>
              <a:endParaRPr kumimoji="0" sz="1050" b="1" i="0" u="none" strike="noStrike" kern="0" cap="none" spc="0" normalizeH="0" baseline="0" noProof="0">
                <a:ln>
                  <a:noFill/>
                </a:ln>
                <a:solidFill>
                  <a:srgbClr val="FFFFFF"/>
                </a:solidFill>
                <a:effectLst/>
                <a:uLnTx/>
                <a:uFillTx/>
                <a:latin typeface="Manrope"/>
                <a:ea typeface="+mn-ea"/>
                <a:cs typeface="Poppins"/>
                <a:sym typeface="Arial"/>
              </a:endParaRPr>
            </a:p>
          </p:txBody>
        </p:sp>
      </p:grpSp>
      <p:sp>
        <p:nvSpPr>
          <p:cNvPr id="30" name="Oval 29">
            <a:extLst>
              <a:ext uri="{FF2B5EF4-FFF2-40B4-BE49-F238E27FC236}">
                <a16:creationId xmlns:a16="http://schemas.microsoft.com/office/drawing/2014/main" id="{5F3BFA83-DA07-514C-1C7D-E6AC4DD43192}"/>
              </a:ext>
            </a:extLst>
          </p:cNvPr>
          <p:cNvSpPr>
            <a:spLocks noChangeAspect="1"/>
          </p:cNvSpPr>
          <p:nvPr/>
        </p:nvSpPr>
        <p:spPr>
          <a:xfrm>
            <a:off x="5383813" y="259766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sp>
        <p:nvSpPr>
          <p:cNvPr id="31" name="Oval 30">
            <a:extLst>
              <a:ext uri="{FF2B5EF4-FFF2-40B4-BE49-F238E27FC236}">
                <a16:creationId xmlns:a16="http://schemas.microsoft.com/office/drawing/2014/main" id="{7182F6FB-635F-A6A9-26F4-9317717B83D1}"/>
              </a:ext>
            </a:extLst>
          </p:cNvPr>
          <p:cNvSpPr>
            <a:spLocks noChangeAspect="1"/>
          </p:cNvSpPr>
          <p:nvPr/>
        </p:nvSpPr>
        <p:spPr>
          <a:xfrm>
            <a:off x="7515306" y="259766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sp>
        <p:nvSpPr>
          <p:cNvPr id="32" name="Oval 31">
            <a:extLst>
              <a:ext uri="{FF2B5EF4-FFF2-40B4-BE49-F238E27FC236}">
                <a16:creationId xmlns:a16="http://schemas.microsoft.com/office/drawing/2014/main" id="{CCF6197E-D6A8-A135-13DF-9FA8580376F8}"/>
              </a:ext>
            </a:extLst>
          </p:cNvPr>
          <p:cNvSpPr>
            <a:spLocks noChangeAspect="1"/>
          </p:cNvSpPr>
          <p:nvPr/>
        </p:nvSpPr>
        <p:spPr>
          <a:xfrm>
            <a:off x="8270247" y="259766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sp>
        <p:nvSpPr>
          <p:cNvPr id="33" name="Oval 32">
            <a:extLst>
              <a:ext uri="{FF2B5EF4-FFF2-40B4-BE49-F238E27FC236}">
                <a16:creationId xmlns:a16="http://schemas.microsoft.com/office/drawing/2014/main" id="{3D252449-8088-B677-68A9-CF33F462DA66}"/>
              </a:ext>
            </a:extLst>
          </p:cNvPr>
          <p:cNvSpPr>
            <a:spLocks noChangeAspect="1"/>
          </p:cNvSpPr>
          <p:nvPr/>
        </p:nvSpPr>
        <p:spPr>
          <a:xfrm>
            <a:off x="9030397" y="259766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cxnSp>
        <p:nvCxnSpPr>
          <p:cNvPr id="34" name="Straight Connector 33">
            <a:extLst>
              <a:ext uri="{FF2B5EF4-FFF2-40B4-BE49-F238E27FC236}">
                <a16:creationId xmlns:a16="http://schemas.microsoft.com/office/drawing/2014/main" id="{73B3CEBE-2C39-4159-5261-800EEBAAAFA0}"/>
              </a:ext>
            </a:extLst>
          </p:cNvPr>
          <p:cNvCxnSpPr>
            <a:cxnSpLocks/>
          </p:cNvCxnSpPr>
          <p:nvPr/>
        </p:nvCxnSpPr>
        <p:spPr>
          <a:xfrm flipH="1">
            <a:off x="5714441" y="3244774"/>
            <a:ext cx="0" cy="281555"/>
          </a:xfrm>
          <a:prstGeom prst="line">
            <a:avLst/>
          </a:prstGeom>
          <a:noFill/>
          <a:ln w="6350" cap="flat" cmpd="sng" algn="ctr">
            <a:solidFill>
              <a:srgbClr val="D5D5E9"/>
            </a:solidFill>
            <a:prstDash val="lgDash"/>
            <a:miter lim="800000"/>
            <a:tailEnd type="oval"/>
          </a:ln>
          <a:effectLst/>
        </p:spPr>
      </p:cxnSp>
      <p:cxnSp>
        <p:nvCxnSpPr>
          <p:cNvPr id="35" name="Straight Connector 34">
            <a:extLst>
              <a:ext uri="{FF2B5EF4-FFF2-40B4-BE49-F238E27FC236}">
                <a16:creationId xmlns:a16="http://schemas.microsoft.com/office/drawing/2014/main" id="{C5C264E0-0BE3-697E-73EC-BC0E22B29F04}"/>
              </a:ext>
            </a:extLst>
          </p:cNvPr>
          <p:cNvCxnSpPr>
            <a:cxnSpLocks/>
          </p:cNvCxnSpPr>
          <p:nvPr/>
        </p:nvCxnSpPr>
        <p:spPr>
          <a:xfrm>
            <a:off x="7826832" y="3244774"/>
            <a:ext cx="0" cy="808643"/>
          </a:xfrm>
          <a:prstGeom prst="line">
            <a:avLst/>
          </a:prstGeom>
          <a:noFill/>
          <a:ln w="6350" cap="flat" cmpd="sng" algn="ctr">
            <a:solidFill>
              <a:srgbClr val="D5D5E9"/>
            </a:solidFill>
            <a:prstDash val="lgDash"/>
            <a:miter lim="800000"/>
            <a:tailEnd type="oval"/>
          </a:ln>
          <a:effectLst/>
        </p:spPr>
      </p:cxnSp>
      <p:cxnSp>
        <p:nvCxnSpPr>
          <p:cNvPr id="36" name="Straight Connector 35">
            <a:extLst>
              <a:ext uri="{FF2B5EF4-FFF2-40B4-BE49-F238E27FC236}">
                <a16:creationId xmlns:a16="http://schemas.microsoft.com/office/drawing/2014/main" id="{B7339EAF-4B19-2C9F-E5CA-678F550664BE}"/>
              </a:ext>
            </a:extLst>
          </p:cNvPr>
          <p:cNvCxnSpPr>
            <a:cxnSpLocks/>
          </p:cNvCxnSpPr>
          <p:nvPr/>
        </p:nvCxnSpPr>
        <p:spPr>
          <a:xfrm flipH="1">
            <a:off x="8604514" y="3244774"/>
            <a:ext cx="0" cy="281555"/>
          </a:xfrm>
          <a:prstGeom prst="line">
            <a:avLst/>
          </a:prstGeom>
          <a:noFill/>
          <a:ln w="6350" cap="flat" cmpd="sng" algn="ctr">
            <a:solidFill>
              <a:srgbClr val="D5D5E9"/>
            </a:solidFill>
            <a:prstDash val="lgDash"/>
            <a:miter lim="800000"/>
            <a:tailEnd type="oval"/>
          </a:ln>
          <a:effectLst/>
        </p:spPr>
      </p:cxnSp>
      <p:cxnSp>
        <p:nvCxnSpPr>
          <p:cNvPr id="37" name="Straight Connector 36">
            <a:extLst>
              <a:ext uri="{FF2B5EF4-FFF2-40B4-BE49-F238E27FC236}">
                <a16:creationId xmlns:a16="http://schemas.microsoft.com/office/drawing/2014/main" id="{832B6001-C32F-4175-3607-17FA24F84F9A}"/>
              </a:ext>
            </a:extLst>
          </p:cNvPr>
          <p:cNvCxnSpPr>
            <a:cxnSpLocks/>
          </p:cNvCxnSpPr>
          <p:nvPr/>
        </p:nvCxnSpPr>
        <p:spPr>
          <a:xfrm>
            <a:off x="9330104" y="3244774"/>
            <a:ext cx="0" cy="808643"/>
          </a:xfrm>
          <a:prstGeom prst="line">
            <a:avLst/>
          </a:prstGeom>
          <a:noFill/>
          <a:ln w="6350" cap="flat" cmpd="sng" algn="ctr">
            <a:solidFill>
              <a:srgbClr val="D5D5E9"/>
            </a:solidFill>
            <a:prstDash val="lgDash"/>
            <a:miter lim="800000"/>
            <a:tailEnd type="oval"/>
          </a:ln>
          <a:effectLst/>
        </p:spPr>
      </p:cxnSp>
      <p:sp>
        <p:nvSpPr>
          <p:cNvPr id="38" name="Google Shape;614;p116">
            <a:extLst>
              <a:ext uri="{FF2B5EF4-FFF2-40B4-BE49-F238E27FC236}">
                <a16:creationId xmlns:a16="http://schemas.microsoft.com/office/drawing/2014/main" id="{9B2E7012-EE7B-6B6C-C76E-A627D5DE272D}"/>
              </a:ext>
            </a:extLst>
          </p:cNvPr>
          <p:cNvSpPr/>
          <p:nvPr/>
        </p:nvSpPr>
        <p:spPr>
          <a:xfrm>
            <a:off x="7895515" y="3576500"/>
            <a:ext cx="1415689" cy="338554"/>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 typeface="Poppins"/>
              <a:buNone/>
              <a:tabLst/>
              <a:defRPr/>
            </a:pPr>
            <a:r>
              <a:rPr kumimoji="0" lang="en-US" sz="1050" b="1" i="0" u="none" strike="noStrike" kern="1200" cap="none" spc="0" normalizeH="0" baseline="0" noProof="0">
                <a:ln>
                  <a:noFill/>
                </a:ln>
                <a:solidFill>
                  <a:srgbClr val="FFFFFF"/>
                </a:solidFill>
                <a:effectLst/>
                <a:uLnTx/>
                <a:uFillTx/>
                <a:latin typeface="Manrope"/>
                <a:ea typeface="+mn-ea"/>
                <a:cs typeface="Poppins"/>
                <a:sym typeface="Poppins"/>
              </a:rPr>
              <a:t>Concept &amp; Message Testing</a:t>
            </a:r>
            <a:endParaRPr kumimoji="0" sz="1050" b="1" i="0" u="none" strike="noStrike" kern="1200" cap="none" spc="0" normalizeH="0" baseline="0" noProof="0">
              <a:ln>
                <a:noFill/>
              </a:ln>
              <a:solidFill>
                <a:srgbClr val="FFFFFF"/>
              </a:solidFill>
              <a:effectLst/>
              <a:uLnTx/>
              <a:uFillTx/>
              <a:latin typeface="Manrope"/>
              <a:ea typeface="+mn-ea"/>
              <a:cs typeface="Poppins"/>
              <a:sym typeface="Arial"/>
            </a:endParaRPr>
          </a:p>
        </p:txBody>
      </p:sp>
      <p:sp>
        <p:nvSpPr>
          <p:cNvPr id="39" name="Google Shape;616;p116">
            <a:extLst>
              <a:ext uri="{FF2B5EF4-FFF2-40B4-BE49-F238E27FC236}">
                <a16:creationId xmlns:a16="http://schemas.microsoft.com/office/drawing/2014/main" id="{4F006866-AF1C-8B09-D053-B0618844ED66}"/>
              </a:ext>
            </a:extLst>
          </p:cNvPr>
          <p:cNvSpPr/>
          <p:nvPr/>
        </p:nvSpPr>
        <p:spPr>
          <a:xfrm>
            <a:off x="7318414" y="4100424"/>
            <a:ext cx="1037781" cy="253916"/>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 typeface="Poppins"/>
              <a:buNone/>
              <a:tabLst/>
              <a:defRPr/>
            </a:pPr>
            <a:r>
              <a:rPr kumimoji="0" lang="en-US" sz="1050" b="1" i="0" u="none" strike="noStrike" kern="1200" cap="none" spc="0" normalizeH="0" baseline="0" noProof="0">
                <a:ln>
                  <a:noFill/>
                </a:ln>
                <a:solidFill>
                  <a:srgbClr val="FFFFFF"/>
                </a:solidFill>
                <a:effectLst/>
                <a:uLnTx/>
                <a:uFillTx/>
                <a:latin typeface="Manrope"/>
                <a:ea typeface="+mn-ea"/>
                <a:cs typeface="Poppins"/>
                <a:sym typeface="Poppins"/>
              </a:rPr>
              <a:t>Positioning</a:t>
            </a:r>
            <a:endParaRPr kumimoji="0" sz="1050" b="1" i="0" u="none" strike="noStrike" kern="1200" cap="none" spc="0" normalizeH="0" baseline="0" noProof="0">
              <a:ln>
                <a:noFill/>
              </a:ln>
              <a:solidFill>
                <a:srgbClr val="FFFFFF"/>
              </a:solidFill>
              <a:effectLst/>
              <a:uLnTx/>
              <a:uFillTx/>
              <a:latin typeface="Manrope"/>
              <a:ea typeface="+mn-ea"/>
              <a:cs typeface="Poppins"/>
              <a:sym typeface="Arial"/>
            </a:endParaRPr>
          </a:p>
        </p:txBody>
      </p:sp>
      <p:sp>
        <p:nvSpPr>
          <p:cNvPr id="40" name="Google Shape;617;p116">
            <a:extLst>
              <a:ext uri="{FF2B5EF4-FFF2-40B4-BE49-F238E27FC236}">
                <a16:creationId xmlns:a16="http://schemas.microsoft.com/office/drawing/2014/main" id="{1DE4CD35-C6CD-1290-D8F4-02C1036A61A8}"/>
              </a:ext>
            </a:extLst>
          </p:cNvPr>
          <p:cNvSpPr/>
          <p:nvPr/>
        </p:nvSpPr>
        <p:spPr>
          <a:xfrm>
            <a:off x="8711068" y="4109783"/>
            <a:ext cx="1238072" cy="46166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 typeface="Poppins"/>
              <a:buNone/>
              <a:tabLst/>
              <a:defRPr/>
            </a:pPr>
            <a:r>
              <a:rPr kumimoji="0" lang="en-US" sz="1050" b="1" i="0" u="none" strike="noStrike" kern="1200" cap="none" spc="0" normalizeH="0" baseline="0" noProof="0">
                <a:ln>
                  <a:noFill/>
                </a:ln>
                <a:solidFill>
                  <a:srgbClr val="FFFFFF"/>
                </a:solidFill>
                <a:effectLst/>
                <a:uLnTx/>
                <a:uFillTx/>
                <a:latin typeface="Manrope"/>
                <a:ea typeface="+mn-ea"/>
                <a:cs typeface="Poppins"/>
                <a:sym typeface="Poppins"/>
              </a:rPr>
              <a:t>IVA / Detailing</a:t>
            </a:r>
            <a:endParaRPr kumimoji="0" sz="1050" b="1" i="0" u="none" strike="noStrike" kern="1200" cap="none" spc="0" normalizeH="0" baseline="0" noProof="0">
              <a:ln>
                <a:noFill/>
              </a:ln>
              <a:solidFill>
                <a:srgbClr val="FFFFFF"/>
              </a:solidFill>
              <a:effectLst/>
              <a:uLnTx/>
              <a:uFillTx/>
              <a:latin typeface="Manrope"/>
              <a:ea typeface="+mn-ea"/>
              <a:cs typeface="Poppins"/>
              <a:sym typeface="Arial"/>
            </a:endParaRPr>
          </a:p>
        </p:txBody>
      </p:sp>
      <p:sp>
        <p:nvSpPr>
          <p:cNvPr id="41" name="Google Shape;612;p116">
            <a:extLst>
              <a:ext uri="{FF2B5EF4-FFF2-40B4-BE49-F238E27FC236}">
                <a16:creationId xmlns:a16="http://schemas.microsoft.com/office/drawing/2014/main" id="{933D5764-5EB4-BB0F-23AF-F869B0A85B4E}"/>
              </a:ext>
            </a:extLst>
          </p:cNvPr>
          <p:cNvSpPr/>
          <p:nvPr/>
        </p:nvSpPr>
        <p:spPr>
          <a:xfrm>
            <a:off x="5044770" y="3589433"/>
            <a:ext cx="1334073" cy="46166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 typeface="Poppins"/>
              <a:buNone/>
              <a:tabLst/>
              <a:defRPr/>
            </a:pPr>
            <a:r>
              <a:rPr kumimoji="0" lang="en-US" sz="1050" b="1" i="0" u="none" strike="noStrike" kern="1200" cap="none" spc="0" normalizeH="0" baseline="0" noProof="0">
                <a:ln>
                  <a:noFill/>
                </a:ln>
                <a:solidFill>
                  <a:srgbClr val="FFFFFF"/>
                </a:solidFill>
                <a:effectLst/>
                <a:uLnTx/>
                <a:uFillTx/>
                <a:latin typeface="Manrope"/>
                <a:ea typeface="+mn-ea"/>
                <a:cs typeface="Poppins"/>
                <a:sym typeface="Poppins"/>
              </a:rPr>
              <a:t>Drivers &amp; Barriers</a:t>
            </a:r>
            <a:endParaRPr kumimoji="0" sz="1050" b="1" i="0" u="none" strike="noStrike" kern="1200" cap="none" spc="0" normalizeH="0" baseline="0" noProof="0">
              <a:ln>
                <a:noFill/>
              </a:ln>
              <a:solidFill>
                <a:srgbClr val="FFFFFF"/>
              </a:solidFill>
              <a:effectLst/>
              <a:uLnTx/>
              <a:uFillTx/>
              <a:latin typeface="Manrope"/>
              <a:ea typeface="+mn-ea"/>
              <a:cs typeface="Poppins"/>
              <a:sym typeface="Arial"/>
            </a:endParaRPr>
          </a:p>
        </p:txBody>
      </p:sp>
      <p:sp>
        <p:nvSpPr>
          <p:cNvPr id="42" name="Google Shape;582;p116">
            <a:extLst>
              <a:ext uri="{FF2B5EF4-FFF2-40B4-BE49-F238E27FC236}">
                <a16:creationId xmlns:a16="http://schemas.microsoft.com/office/drawing/2014/main" id="{F7D767E0-C69A-E6AF-47DD-93EF499461F3}"/>
              </a:ext>
            </a:extLst>
          </p:cNvPr>
          <p:cNvSpPr/>
          <p:nvPr/>
        </p:nvSpPr>
        <p:spPr>
          <a:xfrm>
            <a:off x="1828107" y="4942407"/>
            <a:ext cx="2412740" cy="418946"/>
          </a:xfrm>
          <a:prstGeom prst="roundRect">
            <a:avLst>
              <a:gd name="adj" fmla="val 50000"/>
            </a:avLst>
          </a:prstGeom>
          <a:solidFill>
            <a:srgbClr val="0E28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1000"/>
              <a:buFont typeface="Poppins"/>
              <a:buNone/>
              <a:tabLst/>
              <a:defRPr/>
            </a:pPr>
            <a:r>
              <a:rPr kumimoji="0" lang="en-US" sz="1100" b="1" i="0" u="none" strike="noStrike" kern="1200" cap="none" spc="0" normalizeH="0" baseline="0" noProof="0">
                <a:ln>
                  <a:noFill/>
                </a:ln>
                <a:solidFill>
                  <a:prstClr val="white"/>
                </a:solidFill>
                <a:effectLst/>
                <a:uLnTx/>
                <a:uFillTx/>
                <a:latin typeface="Manrope"/>
                <a:ea typeface="Poppins"/>
                <a:cs typeface="Poppins"/>
                <a:sym typeface="Poppins"/>
              </a:rPr>
              <a:t>MARKET UNDERSTANDING</a:t>
            </a:r>
          </a:p>
        </p:txBody>
      </p:sp>
      <p:sp>
        <p:nvSpPr>
          <p:cNvPr id="43" name="Google Shape;583;p116">
            <a:extLst>
              <a:ext uri="{FF2B5EF4-FFF2-40B4-BE49-F238E27FC236}">
                <a16:creationId xmlns:a16="http://schemas.microsoft.com/office/drawing/2014/main" id="{CBE8ED49-8E63-E18C-7098-583F6F58DB81}"/>
              </a:ext>
            </a:extLst>
          </p:cNvPr>
          <p:cNvSpPr/>
          <p:nvPr/>
        </p:nvSpPr>
        <p:spPr>
          <a:xfrm>
            <a:off x="1839480" y="5426993"/>
            <a:ext cx="2388131" cy="566681"/>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Tx/>
              <a:buNone/>
              <a:tabLst/>
              <a:defRPr/>
            </a:pPr>
            <a:r>
              <a:rPr kumimoji="0" lang="en-US" sz="1100" i="0" u="none" strike="noStrike" kern="1200" cap="none" spc="0" normalizeH="0" baseline="0" noProof="0">
                <a:ln>
                  <a:noFill/>
                </a:ln>
                <a:solidFill>
                  <a:srgbClr val="FFFFFF"/>
                </a:solidFill>
                <a:effectLst/>
                <a:uLnTx/>
                <a:uFillTx/>
                <a:latin typeface="Manrope"/>
                <a:ea typeface="+mn-ea"/>
                <a:cs typeface="Poppins"/>
                <a:sym typeface="Poppins"/>
              </a:rPr>
              <a:t>ZoomRx expertise garner powerful insights to help your team deeply understand your competitive target market and build a better roadmap for launch</a:t>
            </a:r>
            <a:endParaRPr kumimoji="0" lang="en-US" sz="1100" i="0" u="none" strike="noStrike" kern="1200" cap="none" spc="0" normalizeH="0" baseline="0" noProof="0">
              <a:ln>
                <a:noFill/>
              </a:ln>
              <a:solidFill>
                <a:srgbClr val="FFFFFF"/>
              </a:solidFill>
              <a:effectLst/>
              <a:uLnTx/>
              <a:uFillTx/>
              <a:latin typeface="Manrope"/>
              <a:ea typeface="+mn-ea"/>
              <a:cs typeface="Poppins"/>
              <a:sym typeface="Arial"/>
            </a:endParaRPr>
          </a:p>
        </p:txBody>
      </p:sp>
      <p:sp>
        <p:nvSpPr>
          <p:cNvPr id="44" name="Google Shape;603;p116">
            <a:extLst>
              <a:ext uri="{FF2B5EF4-FFF2-40B4-BE49-F238E27FC236}">
                <a16:creationId xmlns:a16="http://schemas.microsoft.com/office/drawing/2014/main" id="{F88E3263-4D68-C596-CE5B-996A624A1CC0}"/>
              </a:ext>
            </a:extLst>
          </p:cNvPr>
          <p:cNvSpPr/>
          <p:nvPr/>
        </p:nvSpPr>
        <p:spPr>
          <a:xfrm>
            <a:off x="4407358" y="4942407"/>
            <a:ext cx="2078182" cy="418946"/>
          </a:xfrm>
          <a:prstGeom prst="roundRect">
            <a:avLst>
              <a:gd name="adj" fmla="val 50000"/>
            </a:avLst>
          </a:prstGeom>
          <a:solidFill>
            <a:srgbClr val="0E28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Manrope"/>
                <a:ea typeface="Poppins"/>
                <a:cs typeface="Poppins"/>
                <a:sym typeface="Poppins"/>
              </a:rPr>
              <a:t>CUSTOMER TARGETING</a:t>
            </a:r>
            <a:endParaRPr kumimoji="0" sz="1100" b="0" i="0" u="none" strike="noStrike" kern="1200" cap="none" spc="0" normalizeH="0" baseline="0" noProof="0">
              <a:ln>
                <a:noFill/>
              </a:ln>
              <a:solidFill>
                <a:prstClr val="black"/>
              </a:solidFill>
              <a:effectLst/>
              <a:uLnTx/>
              <a:uFillTx/>
              <a:latin typeface="Manrope"/>
              <a:ea typeface="+mn-ea"/>
              <a:cs typeface="Arial"/>
              <a:sym typeface="Arial"/>
            </a:endParaRPr>
          </a:p>
        </p:txBody>
      </p:sp>
      <p:sp>
        <p:nvSpPr>
          <p:cNvPr id="45" name="Google Shape;604;p116">
            <a:extLst>
              <a:ext uri="{FF2B5EF4-FFF2-40B4-BE49-F238E27FC236}">
                <a16:creationId xmlns:a16="http://schemas.microsoft.com/office/drawing/2014/main" id="{D17EE22A-F33B-538D-D885-8F1FF9EB0E09}"/>
              </a:ext>
            </a:extLst>
          </p:cNvPr>
          <p:cNvSpPr/>
          <p:nvPr/>
        </p:nvSpPr>
        <p:spPr>
          <a:xfrm>
            <a:off x="4272235" y="5426993"/>
            <a:ext cx="2317395" cy="415498"/>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Tx/>
              <a:buNone/>
              <a:tabLst/>
              <a:defRPr/>
            </a:pPr>
            <a:r>
              <a:rPr kumimoji="0" lang="en-US" sz="1100" i="0" u="none" strike="noStrike" kern="1200" cap="none" spc="0" normalizeH="0" baseline="0" noProof="0">
                <a:ln>
                  <a:noFill/>
                </a:ln>
                <a:solidFill>
                  <a:srgbClr val="FFFFFF"/>
                </a:solidFill>
                <a:effectLst/>
                <a:uLnTx/>
                <a:uFillTx/>
                <a:latin typeface="Manrope"/>
                <a:ea typeface="+mn-ea"/>
                <a:cs typeface="Poppins"/>
                <a:sym typeface="Poppins"/>
              </a:rPr>
              <a:t>ZoomRx leverages an integrated approach of primary and secondary research to identify your key customer groups</a:t>
            </a:r>
            <a:endParaRPr kumimoji="0" lang="en-US" sz="1100" i="0" u="none" strike="noStrike" kern="1200" cap="none" spc="0" normalizeH="0" baseline="0" noProof="0">
              <a:ln>
                <a:noFill/>
              </a:ln>
              <a:solidFill>
                <a:srgbClr val="FFFFFF"/>
              </a:solidFill>
              <a:effectLst/>
              <a:uLnTx/>
              <a:uFillTx/>
              <a:latin typeface="Manrope"/>
              <a:ea typeface="+mn-ea"/>
              <a:cs typeface="Poppins"/>
              <a:sym typeface="Arial"/>
            </a:endParaRPr>
          </a:p>
        </p:txBody>
      </p:sp>
      <p:sp>
        <p:nvSpPr>
          <p:cNvPr id="46" name="Google Shape;603;p116">
            <a:extLst>
              <a:ext uri="{FF2B5EF4-FFF2-40B4-BE49-F238E27FC236}">
                <a16:creationId xmlns:a16="http://schemas.microsoft.com/office/drawing/2014/main" id="{4D7A1FFE-5009-D294-A3A0-4C78DAF4C6A5}"/>
              </a:ext>
            </a:extLst>
          </p:cNvPr>
          <p:cNvSpPr/>
          <p:nvPr/>
        </p:nvSpPr>
        <p:spPr>
          <a:xfrm>
            <a:off x="6620806" y="4940626"/>
            <a:ext cx="3149724" cy="418946"/>
          </a:xfrm>
          <a:prstGeom prst="roundRect">
            <a:avLst>
              <a:gd name="adj" fmla="val 50000"/>
            </a:avLst>
          </a:prstGeom>
          <a:solidFill>
            <a:srgbClr val="0E28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Manrope"/>
                <a:ea typeface="Poppins"/>
                <a:cs typeface="Poppins"/>
                <a:sym typeface="Poppins"/>
              </a:rPr>
              <a:t>BRAND COMMUNICATION &amp; DEVELOPMENT</a:t>
            </a:r>
            <a:endParaRPr kumimoji="0" lang="en-US" sz="1100" b="0" i="0" u="none" strike="noStrike" kern="1200" cap="none" spc="0" normalizeH="0" baseline="0" noProof="0">
              <a:ln>
                <a:noFill/>
              </a:ln>
              <a:solidFill>
                <a:prstClr val="black"/>
              </a:solidFill>
              <a:effectLst/>
              <a:uLnTx/>
              <a:uFillTx/>
              <a:latin typeface="Manrope"/>
              <a:ea typeface="+mn-ea"/>
              <a:cs typeface="Arial"/>
              <a:sym typeface="Arial"/>
            </a:endParaRPr>
          </a:p>
        </p:txBody>
      </p:sp>
      <p:sp>
        <p:nvSpPr>
          <p:cNvPr id="47" name="Google Shape;604;p116">
            <a:extLst>
              <a:ext uri="{FF2B5EF4-FFF2-40B4-BE49-F238E27FC236}">
                <a16:creationId xmlns:a16="http://schemas.microsoft.com/office/drawing/2014/main" id="{51D6FC2E-27C8-EB51-E51B-13DF0F960914}"/>
              </a:ext>
            </a:extLst>
          </p:cNvPr>
          <p:cNvSpPr/>
          <p:nvPr/>
        </p:nvSpPr>
        <p:spPr>
          <a:xfrm>
            <a:off x="6620806" y="5425212"/>
            <a:ext cx="3056701" cy="762456"/>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Tx/>
              <a:buNone/>
              <a:tabLst/>
              <a:defRPr/>
            </a:pPr>
            <a:r>
              <a:rPr kumimoji="0" lang="en-US" sz="1100" i="0" u="none" strike="noStrike" kern="1200" cap="none" spc="0" normalizeH="0" baseline="0" noProof="0">
                <a:ln>
                  <a:noFill/>
                </a:ln>
                <a:solidFill>
                  <a:srgbClr val="FFFFFF"/>
                </a:solidFill>
                <a:effectLst/>
                <a:uLnTx/>
                <a:uFillTx/>
                <a:latin typeface="Manrope"/>
                <a:ea typeface="+mn-ea"/>
                <a:cs typeface="Poppins"/>
                <a:sym typeface="Poppins"/>
              </a:rPr>
              <a:t>Using the proprietary PHYCURE strategic framework and testing process, ZoomRx helps your team identify optimal positioning and communication for your brand </a:t>
            </a:r>
            <a:endParaRPr kumimoji="0" lang="en-US" sz="1100" i="0" u="none" strike="noStrike" kern="1200" cap="none" spc="0" normalizeH="0" baseline="0" noProof="0">
              <a:ln>
                <a:noFill/>
              </a:ln>
              <a:solidFill>
                <a:srgbClr val="FFFFFF"/>
              </a:solidFill>
              <a:effectLst/>
              <a:uLnTx/>
              <a:uFillTx/>
              <a:latin typeface="Manrope"/>
              <a:ea typeface="+mn-ea"/>
              <a:cs typeface="Poppins"/>
              <a:sym typeface="Arial"/>
            </a:endParaRPr>
          </a:p>
        </p:txBody>
      </p:sp>
      <p:sp>
        <p:nvSpPr>
          <p:cNvPr id="48" name="Google Shape;582;p116">
            <a:extLst>
              <a:ext uri="{FF2B5EF4-FFF2-40B4-BE49-F238E27FC236}">
                <a16:creationId xmlns:a16="http://schemas.microsoft.com/office/drawing/2014/main" id="{1204F624-F997-FA82-E0DE-742DD7CC8119}"/>
              </a:ext>
            </a:extLst>
          </p:cNvPr>
          <p:cNvSpPr/>
          <p:nvPr/>
        </p:nvSpPr>
        <p:spPr>
          <a:xfrm>
            <a:off x="9905304" y="4942407"/>
            <a:ext cx="2078182" cy="418946"/>
          </a:xfrm>
          <a:prstGeom prst="roundRect">
            <a:avLst>
              <a:gd name="adj" fmla="val 50000"/>
            </a:avLst>
          </a:prstGeom>
          <a:solidFill>
            <a:srgbClr val="0E28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Manrope"/>
                <a:ea typeface="Poppins"/>
                <a:cs typeface="Poppins"/>
                <a:sym typeface="Poppins"/>
              </a:rPr>
              <a:t>LAUNCH PERFORMANCE PLANNING</a:t>
            </a:r>
            <a:endParaRPr kumimoji="0" lang="en-US" sz="1100" b="0" i="0" u="none" strike="noStrike" kern="1200" cap="none" spc="0" normalizeH="0" baseline="0" noProof="0">
              <a:ln>
                <a:noFill/>
              </a:ln>
              <a:solidFill>
                <a:prstClr val="black"/>
              </a:solidFill>
              <a:effectLst/>
              <a:uLnTx/>
              <a:uFillTx/>
              <a:latin typeface="Manrope"/>
              <a:ea typeface="+mn-ea"/>
              <a:cs typeface="Arial"/>
              <a:sym typeface="Arial"/>
            </a:endParaRPr>
          </a:p>
        </p:txBody>
      </p:sp>
      <p:sp>
        <p:nvSpPr>
          <p:cNvPr id="49" name="Google Shape;583;p116">
            <a:extLst>
              <a:ext uri="{FF2B5EF4-FFF2-40B4-BE49-F238E27FC236}">
                <a16:creationId xmlns:a16="http://schemas.microsoft.com/office/drawing/2014/main" id="{BFF03F46-02B9-4E89-2E74-3741A5F05C66}"/>
              </a:ext>
            </a:extLst>
          </p:cNvPr>
          <p:cNvSpPr/>
          <p:nvPr/>
        </p:nvSpPr>
        <p:spPr>
          <a:xfrm>
            <a:off x="9914075" y="5426993"/>
            <a:ext cx="2060641" cy="566681"/>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Tx/>
              <a:buNone/>
              <a:tabLst/>
              <a:defRPr/>
            </a:pPr>
            <a:r>
              <a:rPr kumimoji="0" lang="en-US" sz="1100" i="0" u="none" strike="noStrike" kern="1200" cap="none" spc="0" normalizeH="0" baseline="0" noProof="0">
                <a:ln>
                  <a:noFill/>
                </a:ln>
                <a:solidFill>
                  <a:srgbClr val="FFFFFF"/>
                </a:solidFill>
                <a:effectLst/>
                <a:uLnTx/>
                <a:uFillTx/>
                <a:latin typeface="Manrope"/>
                <a:ea typeface="+mn-ea"/>
                <a:cs typeface="Poppins"/>
                <a:sym typeface="Poppins"/>
              </a:rPr>
              <a:t>Leverage the industry leading ZoomRx approach to capture the true impact of launch interactions and communications</a:t>
            </a:r>
            <a:endParaRPr kumimoji="0" lang="en-US" sz="1100" i="0" u="none" strike="noStrike" kern="1200" cap="none" spc="0" normalizeH="0" baseline="0" noProof="0">
              <a:ln>
                <a:noFill/>
              </a:ln>
              <a:solidFill>
                <a:srgbClr val="FFFFFF"/>
              </a:solidFill>
              <a:effectLst/>
              <a:uLnTx/>
              <a:uFillTx/>
              <a:latin typeface="Manrope"/>
              <a:ea typeface="+mn-ea"/>
              <a:cs typeface="Poppins"/>
              <a:sym typeface="Arial"/>
            </a:endParaRPr>
          </a:p>
        </p:txBody>
      </p:sp>
      <p:grpSp>
        <p:nvGrpSpPr>
          <p:cNvPr id="50" name="Group 49">
            <a:extLst>
              <a:ext uri="{FF2B5EF4-FFF2-40B4-BE49-F238E27FC236}">
                <a16:creationId xmlns:a16="http://schemas.microsoft.com/office/drawing/2014/main" id="{153C5F64-D7D1-15BD-1AA8-A41CD446D04F}"/>
              </a:ext>
            </a:extLst>
          </p:cNvPr>
          <p:cNvGrpSpPr/>
          <p:nvPr/>
        </p:nvGrpSpPr>
        <p:grpSpPr>
          <a:xfrm>
            <a:off x="228473" y="2597669"/>
            <a:ext cx="1270613" cy="1841432"/>
            <a:chOff x="3863667" y="2355419"/>
            <a:chExt cx="1270613" cy="1841432"/>
          </a:xfrm>
        </p:grpSpPr>
        <p:sp>
          <p:nvSpPr>
            <p:cNvPr id="51" name="Oval 50">
              <a:extLst>
                <a:ext uri="{FF2B5EF4-FFF2-40B4-BE49-F238E27FC236}">
                  <a16:creationId xmlns:a16="http://schemas.microsoft.com/office/drawing/2014/main" id="{C17A8C14-0AEB-9512-A5AC-D5166B0C4107}"/>
                </a:ext>
              </a:extLst>
            </p:cNvPr>
            <p:cNvSpPr>
              <a:spLocks noChangeAspect="1"/>
            </p:cNvSpPr>
            <p:nvPr/>
          </p:nvSpPr>
          <p:spPr>
            <a:xfrm>
              <a:off x="4176832" y="235541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cxnSp>
          <p:nvCxnSpPr>
            <p:cNvPr id="52" name="Straight Connector 51">
              <a:extLst>
                <a:ext uri="{FF2B5EF4-FFF2-40B4-BE49-F238E27FC236}">
                  <a16:creationId xmlns:a16="http://schemas.microsoft.com/office/drawing/2014/main" id="{238C09E5-BA60-F14A-4EA1-512844918338}"/>
                </a:ext>
              </a:extLst>
            </p:cNvPr>
            <p:cNvCxnSpPr>
              <a:cxnSpLocks/>
            </p:cNvCxnSpPr>
            <p:nvPr/>
          </p:nvCxnSpPr>
          <p:spPr>
            <a:xfrm>
              <a:off x="4508212" y="3002524"/>
              <a:ext cx="0" cy="808643"/>
            </a:xfrm>
            <a:prstGeom prst="line">
              <a:avLst/>
            </a:prstGeom>
            <a:noFill/>
            <a:ln w="6350" cap="flat" cmpd="sng" algn="ctr">
              <a:solidFill>
                <a:srgbClr val="D5D5E9"/>
              </a:solidFill>
              <a:prstDash val="lgDash"/>
              <a:miter lim="800000"/>
              <a:tailEnd type="oval"/>
            </a:ln>
            <a:effectLst/>
          </p:spPr>
        </p:cxnSp>
        <p:sp>
          <p:nvSpPr>
            <p:cNvPr id="53" name="Google Shape;606;p116">
              <a:extLst>
                <a:ext uri="{FF2B5EF4-FFF2-40B4-BE49-F238E27FC236}">
                  <a16:creationId xmlns:a16="http://schemas.microsoft.com/office/drawing/2014/main" id="{ACC8070F-D31D-DACD-C7F2-608EFD1728C6}"/>
                </a:ext>
              </a:extLst>
            </p:cNvPr>
            <p:cNvSpPr/>
            <p:nvPr/>
          </p:nvSpPr>
          <p:spPr>
            <a:xfrm>
              <a:off x="3863667" y="3858297"/>
              <a:ext cx="1270613" cy="338554"/>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 typeface="Poppins"/>
                <a:buNone/>
                <a:tabLst/>
                <a:defRPr/>
              </a:pPr>
              <a:r>
                <a:rPr kumimoji="0" lang="en-US" sz="1050" b="1" i="0" u="none" strike="noStrike" kern="0" cap="none" spc="0" normalizeH="0" baseline="0" noProof="0">
                  <a:ln>
                    <a:noFill/>
                  </a:ln>
                  <a:solidFill>
                    <a:srgbClr val="FFFFFF"/>
                  </a:solidFill>
                  <a:effectLst/>
                  <a:uLnTx/>
                  <a:uFillTx/>
                  <a:latin typeface="Manrope"/>
                  <a:ea typeface="Poppins"/>
                  <a:cs typeface="Poppins"/>
                  <a:sym typeface="Poppins"/>
                </a:rPr>
                <a:t>TPP Testing / Feasibility</a:t>
              </a:r>
              <a:endParaRPr kumimoji="0" sz="2800" b="0" i="0" u="none" strike="noStrike" kern="0" cap="none" spc="0" normalizeH="0" baseline="0" noProof="0">
                <a:ln>
                  <a:noFill/>
                </a:ln>
                <a:solidFill>
                  <a:srgbClr val="FFFFFF"/>
                </a:solidFill>
                <a:effectLst/>
                <a:uLnTx/>
                <a:uFillTx/>
                <a:latin typeface="Manrope"/>
                <a:ea typeface="+mn-ea"/>
                <a:cs typeface="Arial"/>
                <a:sym typeface="Arial"/>
              </a:endParaRPr>
            </a:p>
          </p:txBody>
        </p:sp>
      </p:grpSp>
      <p:sp>
        <p:nvSpPr>
          <p:cNvPr id="54" name="Google Shape;603;p116">
            <a:extLst>
              <a:ext uri="{FF2B5EF4-FFF2-40B4-BE49-F238E27FC236}">
                <a16:creationId xmlns:a16="http://schemas.microsoft.com/office/drawing/2014/main" id="{36C0C7C0-63A5-E8ED-0807-34C02EE595D8}"/>
              </a:ext>
            </a:extLst>
          </p:cNvPr>
          <p:cNvSpPr/>
          <p:nvPr/>
        </p:nvSpPr>
        <p:spPr>
          <a:xfrm>
            <a:off x="166336" y="4942407"/>
            <a:ext cx="1509354" cy="418946"/>
          </a:xfrm>
          <a:prstGeom prst="roundRect">
            <a:avLst>
              <a:gd name="adj" fmla="val 50000"/>
            </a:avLst>
          </a:prstGeom>
          <a:solidFill>
            <a:srgbClr val="0E28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Manrope"/>
                <a:ea typeface="Poppins"/>
                <a:cs typeface="Poppins"/>
                <a:sym typeface="Poppins"/>
              </a:rPr>
              <a:t>FEASIBILITY ASSESSMENT</a:t>
            </a:r>
            <a:endParaRPr kumimoji="0" sz="1100" b="0" i="0" u="none" strike="noStrike" kern="1200" cap="none" spc="0" normalizeH="0" baseline="0" noProof="0">
              <a:ln>
                <a:noFill/>
              </a:ln>
              <a:solidFill>
                <a:prstClr val="black"/>
              </a:solidFill>
              <a:effectLst/>
              <a:uLnTx/>
              <a:uFillTx/>
              <a:latin typeface="Manrope"/>
              <a:ea typeface="+mn-ea"/>
              <a:cs typeface="Arial"/>
              <a:sym typeface="Arial"/>
            </a:endParaRPr>
          </a:p>
        </p:txBody>
      </p:sp>
      <p:sp>
        <p:nvSpPr>
          <p:cNvPr id="55" name="Google Shape;604;p116">
            <a:extLst>
              <a:ext uri="{FF2B5EF4-FFF2-40B4-BE49-F238E27FC236}">
                <a16:creationId xmlns:a16="http://schemas.microsoft.com/office/drawing/2014/main" id="{11A3847E-5FD5-57D4-9367-EFC17E3129EA}"/>
              </a:ext>
            </a:extLst>
          </p:cNvPr>
          <p:cNvSpPr/>
          <p:nvPr/>
        </p:nvSpPr>
        <p:spPr>
          <a:xfrm>
            <a:off x="166335" y="5426993"/>
            <a:ext cx="1509354" cy="415498"/>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Tx/>
              <a:buNone/>
              <a:tabLst/>
              <a:defRPr/>
            </a:pPr>
            <a:r>
              <a:rPr kumimoji="0" lang="en-US" sz="1100" i="0" u="none" strike="noStrike" kern="1200" cap="none" spc="0" normalizeH="0" baseline="0" noProof="0">
                <a:ln>
                  <a:noFill/>
                </a:ln>
                <a:solidFill>
                  <a:srgbClr val="FFFFFF"/>
                </a:solidFill>
                <a:effectLst/>
                <a:uLnTx/>
                <a:uFillTx/>
                <a:latin typeface="Manrope"/>
                <a:ea typeface="+mn-ea"/>
                <a:cs typeface="Poppins"/>
                <a:sym typeface="Poppins"/>
              </a:rPr>
              <a:t>ZoomRx uses </a:t>
            </a:r>
            <a:br>
              <a:rPr kumimoji="0" lang="en-US" sz="1100" i="0" u="none" strike="noStrike" kern="1200" cap="none" spc="0" normalizeH="0" baseline="0" noProof="0">
                <a:ln>
                  <a:noFill/>
                </a:ln>
                <a:solidFill>
                  <a:srgbClr val="FFFFFF"/>
                </a:solidFill>
                <a:effectLst/>
                <a:uLnTx/>
                <a:uFillTx/>
                <a:latin typeface="Manrope"/>
                <a:ea typeface="+mn-ea"/>
                <a:cs typeface="Poppins"/>
                <a:sym typeface="Poppins"/>
              </a:rPr>
            </a:br>
            <a:r>
              <a:rPr kumimoji="0" lang="en-US" sz="1100" i="0" u="none" strike="noStrike" kern="1200" cap="none" spc="0" normalizeH="0" baseline="0" noProof="0">
                <a:ln>
                  <a:noFill/>
                </a:ln>
                <a:solidFill>
                  <a:srgbClr val="FFFFFF"/>
                </a:solidFill>
                <a:effectLst/>
                <a:uLnTx/>
                <a:uFillTx/>
                <a:latin typeface="Manrope"/>
                <a:ea typeface="+mn-ea"/>
                <a:cs typeface="Poppins"/>
                <a:sym typeface="Poppins"/>
              </a:rPr>
              <a:t>data-driven evidence to assess the market entry feasibility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i="0" u="none" strike="noStrike" kern="1200" cap="none" spc="0" normalizeH="0" baseline="0" noProof="0">
              <a:ln>
                <a:noFill/>
              </a:ln>
              <a:solidFill>
                <a:prstClr val="black"/>
              </a:solidFill>
              <a:effectLst/>
              <a:uLnTx/>
              <a:uFillTx/>
              <a:latin typeface="Poppins"/>
              <a:ea typeface="+mn-ea"/>
              <a:cs typeface="Arial"/>
              <a:sym typeface="Arial"/>
            </a:endParaRPr>
          </a:p>
        </p:txBody>
      </p:sp>
      <p:sp>
        <p:nvSpPr>
          <p:cNvPr id="56" name="Rectangle 55">
            <a:extLst>
              <a:ext uri="{FF2B5EF4-FFF2-40B4-BE49-F238E27FC236}">
                <a16:creationId xmlns:a16="http://schemas.microsoft.com/office/drawing/2014/main" id="{53D8E8BA-13FA-6F31-6C90-951A2D75EB1F}"/>
              </a:ext>
            </a:extLst>
          </p:cNvPr>
          <p:cNvSpPr/>
          <p:nvPr/>
        </p:nvSpPr>
        <p:spPr>
          <a:xfrm>
            <a:off x="386432" y="1674276"/>
            <a:ext cx="287119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Manrope"/>
                <a:ea typeface="Poppins" charset="0"/>
                <a:cs typeface="Poppins" charset="0"/>
                <a:sym typeface="Arial"/>
              </a:rPr>
              <a:t>EARLY ASSET PLANNING </a:t>
            </a:r>
          </a:p>
        </p:txBody>
      </p:sp>
      <p:pic>
        <p:nvPicPr>
          <p:cNvPr id="57" name="Picture 56">
            <a:extLst>
              <a:ext uri="{FF2B5EF4-FFF2-40B4-BE49-F238E27FC236}">
                <a16:creationId xmlns:a16="http://schemas.microsoft.com/office/drawing/2014/main" id="{EB82891C-B953-7C90-8F80-97A491728268}"/>
              </a:ext>
            </a:extLst>
          </p:cNvPr>
          <p:cNvPicPr>
            <a:picLocks noChangeAspect="1"/>
          </p:cNvPicPr>
          <p:nvPr/>
        </p:nvPicPr>
        <p:blipFill>
          <a:blip r:embed="rId2"/>
          <a:stretch>
            <a:fillRect/>
          </a:stretch>
        </p:blipFill>
        <p:spPr>
          <a:xfrm>
            <a:off x="2673756" y="2710176"/>
            <a:ext cx="419270" cy="419270"/>
          </a:xfrm>
          <a:prstGeom prst="rect">
            <a:avLst/>
          </a:prstGeom>
        </p:spPr>
      </p:pic>
      <p:pic>
        <p:nvPicPr>
          <p:cNvPr id="58" name="Picture 57">
            <a:extLst>
              <a:ext uri="{FF2B5EF4-FFF2-40B4-BE49-F238E27FC236}">
                <a16:creationId xmlns:a16="http://schemas.microsoft.com/office/drawing/2014/main" id="{686C9B1B-4803-9B89-6F3B-DCC4781DBA24}"/>
              </a:ext>
            </a:extLst>
          </p:cNvPr>
          <p:cNvPicPr>
            <a:picLocks noChangeAspect="1"/>
          </p:cNvPicPr>
          <p:nvPr/>
        </p:nvPicPr>
        <p:blipFill>
          <a:blip r:embed="rId3"/>
          <a:stretch>
            <a:fillRect/>
          </a:stretch>
        </p:blipFill>
        <p:spPr>
          <a:xfrm>
            <a:off x="1822029" y="2740712"/>
            <a:ext cx="414973" cy="344913"/>
          </a:xfrm>
          <a:prstGeom prst="rect">
            <a:avLst/>
          </a:prstGeom>
        </p:spPr>
      </p:pic>
      <p:pic>
        <p:nvPicPr>
          <p:cNvPr id="59" name="Picture 58">
            <a:extLst>
              <a:ext uri="{FF2B5EF4-FFF2-40B4-BE49-F238E27FC236}">
                <a16:creationId xmlns:a16="http://schemas.microsoft.com/office/drawing/2014/main" id="{60D0EE7E-4F55-F642-2BF9-5FBEC3284E2D}"/>
              </a:ext>
            </a:extLst>
          </p:cNvPr>
          <p:cNvPicPr>
            <a:picLocks noChangeAspect="1"/>
          </p:cNvPicPr>
          <p:nvPr/>
        </p:nvPicPr>
        <p:blipFill>
          <a:blip r:embed="rId4"/>
          <a:stretch>
            <a:fillRect/>
          </a:stretch>
        </p:blipFill>
        <p:spPr>
          <a:xfrm>
            <a:off x="3479010" y="2776458"/>
            <a:ext cx="478484" cy="273419"/>
          </a:xfrm>
          <a:prstGeom prst="rect">
            <a:avLst/>
          </a:prstGeom>
        </p:spPr>
      </p:pic>
      <p:pic>
        <p:nvPicPr>
          <p:cNvPr id="60" name="Picture 59">
            <a:extLst>
              <a:ext uri="{FF2B5EF4-FFF2-40B4-BE49-F238E27FC236}">
                <a16:creationId xmlns:a16="http://schemas.microsoft.com/office/drawing/2014/main" id="{1D81D74D-1E82-EBE8-0238-3BAC4B949F10}"/>
              </a:ext>
            </a:extLst>
          </p:cNvPr>
          <p:cNvPicPr>
            <a:picLocks noChangeAspect="1"/>
          </p:cNvPicPr>
          <p:nvPr/>
        </p:nvPicPr>
        <p:blipFill>
          <a:blip r:embed="rId5"/>
          <a:stretch>
            <a:fillRect/>
          </a:stretch>
        </p:blipFill>
        <p:spPr>
          <a:xfrm>
            <a:off x="670657" y="2714489"/>
            <a:ext cx="404722" cy="404722"/>
          </a:xfrm>
          <a:prstGeom prst="rect">
            <a:avLst/>
          </a:prstGeom>
        </p:spPr>
      </p:pic>
      <p:pic>
        <p:nvPicPr>
          <p:cNvPr id="61" name="Picture 60">
            <a:extLst>
              <a:ext uri="{FF2B5EF4-FFF2-40B4-BE49-F238E27FC236}">
                <a16:creationId xmlns:a16="http://schemas.microsoft.com/office/drawing/2014/main" id="{C23BFF32-8854-C99F-58FA-91287EC71C56}"/>
              </a:ext>
            </a:extLst>
          </p:cNvPr>
          <p:cNvPicPr>
            <a:picLocks noChangeAspect="1"/>
          </p:cNvPicPr>
          <p:nvPr/>
        </p:nvPicPr>
        <p:blipFill>
          <a:blip r:embed="rId6"/>
          <a:stretch>
            <a:fillRect/>
          </a:stretch>
        </p:blipFill>
        <p:spPr>
          <a:xfrm>
            <a:off x="8396384" y="2667436"/>
            <a:ext cx="392010" cy="462010"/>
          </a:xfrm>
          <a:prstGeom prst="rect">
            <a:avLst/>
          </a:prstGeom>
        </p:spPr>
      </p:pic>
      <p:pic>
        <p:nvPicPr>
          <p:cNvPr id="62" name="Picture 61">
            <a:extLst>
              <a:ext uri="{FF2B5EF4-FFF2-40B4-BE49-F238E27FC236}">
                <a16:creationId xmlns:a16="http://schemas.microsoft.com/office/drawing/2014/main" id="{C6FFF163-4E24-4A09-9FCD-0AE7A0B8215A}"/>
              </a:ext>
            </a:extLst>
          </p:cNvPr>
          <p:cNvPicPr>
            <a:picLocks noChangeAspect="1"/>
          </p:cNvPicPr>
          <p:nvPr/>
        </p:nvPicPr>
        <p:blipFill>
          <a:blip r:embed="rId7"/>
          <a:stretch>
            <a:fillRect/>
          </a:stretch>
        </p:blipFill>
        <p:spPr>
          <a:xfrm>
            <a:off x="4756722" y="2767386"/>
            <a:ext cx="394722" cy="310844"/>
          </a:xfrm>
          <a:prstGeom prst="rect">
            <a:avLst/>
          </a:prstGeom>
        </p:spPr>
      </p:pic>
      <p:pic>
        <p:nvPicPr>
          <p:cNvPr id="63" name="Picture 62">
            <a:extLst>
              <a:ext uri="{FF2B5EF4-FFF2-40B4-BE49-F238E27FC236}">
                <a16:creationId xmlns:a16="http://schemas.microsoft.com/office/drawing/2014/main" id="{CCF50768-D859-5B3E-2681-823F3C28C1AC}"/>
              </a:ext>
            </a:extLst>
          </p:cNvPr>
          <p:cNvPicPr>
            <a:picLocks noChangeAspect="1"/>
          </p:cNvPicPr>
          <p:nvPr/>
        </p:nvPicPr>
        <p:blipFill>
          <a:blip r:embed="rId8"/>
          <a:stretch>
            <a:fillRect/>
          </a:stretch>
        </p:blipFill>
        <p:spPr>
          <a:xfrm>
            <a:off x="10170296" y="2740712"/>
            <a:ext cx="399350" cy="375147"/>
          </a:xfrm>
          <a:prstGeom prst="rect">
            <a:avLst/>
          </a:prstGeom>
        </p:spPr>
      </p:pic>
      <p:pic>
        <p:nvPicPr>
          <p:cNvPr id="64" name="Picture 63">
            <a:extLst>
              <a:ext uri="{FF2B5EF4-FFF2-40B4-BE49-F238E27FC236}">
                <a16:creationId xmlns:a16="http://schemas.microsoft.com/office/drawing/2014/main" id="{18061859-D657-997A-EB37-9410FCEC3CE5}"/>
              </a:ext>
            </a:extLst>
          </p:cNvPr>
          <p:cNvPicPr>
            <a:picLocks noChangeAspect="1"/>
          </p:cNvPicPr>
          <p:nvPr/>
        </p:nvPicPr>
        <p:blipFill>
          <a:blip r:embed="rId9"/>
          <a:stretch>
            <a:fillRect/>
          </a:stretch>
        </p:blipFill>
        <p:spPr>
          <a:xfrm>
            <a:off x="11045318" y="2710176"/>
            <a:ext cx="418130" cy="410794"/>
          </a:xfrm>
          <a:prstGeom prst="rect">
            <a:avLst/>
          </a:prstGeom>
        </p:spPr>
      </p:pic>
      <p:pic>
        <p:nvPicPr>
          <p:cNvPr id="65" name="Picture 64">
            <a:extLst>
              <a:ext uri="{FF2B5EF4-FFF2-40B4-BE49-F238E27FC236}">
                <a16:creationId xmlns:a16="http://schemas.microsoft.com/office/drawing/2014/main" id="{8542C847-C87E-63A3-90F2-5FE0631E4E21}"/>
              </a:ext>
            </a:extLst>
          </p:cNvPr>
          <p:cNvPicPr>
            <a:picLocks noChangeAspect="1"/>
          </p:cNvPicPr>
          <p:nvPr/>
        </p:nvPicPr>
        <p:blipFill>
          <a:blip r:embed="rId10"/>
          <a:stretch>
            <a:fillRect/>
          </a:stretch>
        </p:blipFill>
        <p:spPr>
          <a:xfrm>
            <a:off x="5477308" y="2741385"/>
            <a:ext cx="454586" cy="358884"/>
          </a:xfrm>
          <a:prstGeom prst="rect">
            <a:avLst/>
          </a:prstGeom>
        </p:spPr>
      </p:pic>
      <p:pic>
        <p:nvPicPr>
          <p:cNvPr id="66" name="Picture 65">
            <a:extLst>
              <a:ext uri="{FF2B5EF4-FFF2-40B4-BE49-F238E27FC236}">
                <a16:creationId xmlns:a16="http://schemas.microsoft.com/office/drawing/2014/main" id="{0E6762DF-C961-1C51-A46A-FEFA5B5E9C47}"/>
              </a:ext>
            </a:extLst>
          </p:cNvPr>
          <p:cNvPicPr>
            <a:picLocks noChangeAspect="1"/>
          </p:cNvPicPr>
          <p:nvPr/>
        </p:nvPicPr>
        <p:blipFill>
          <a:blip r:embed="rId11"/>
          <a:stretch>
            <a:fillRect/>
          </a:stretch>
        </p:blipFill>
        <p:spPr>
          <a:xfrm>
            <a:off x="9173824" y="2781490"/>
            <a:ext cx="392841" cy="304135"/>
          </a:xfrm>
          <a:prstGeom prst="rect">
            <a:avLst/>
          </a:prstGeom>
        </p:spPr>
      </p:pic>
      <p:pic>
        <p:nvPicPr>
          <p:cNvPr id="67" name="Picture 66">
            <a:extLst>
              <a:ext uri="{FF2B5EF4-FFF2-40B4-BE49-F238E27FC236}">
                <a16:creationId xmlns:a16="http://schemas.microsoft.com/office/drawing/2014/main" id="{E148C083-FF97-FB39-FD7A-086F36619180}"/>
              </a:ext>
            </a:extLst>
          </p:cNvPr>
          <p:cNvPicPr>
            <a:picLocks noChangeAspect="1"/>
          </p:cNvPicPr>
          <p:nvPr/>
        </p:nvPicPr>
        <p:blipFill>
          <a:blip r:embed="rId12"/>
          <a:stretch>
            <a:fillRect/>
          </a:stretch>
        </p:blipFill>
        <p:spPr>
          <a:xfrm>
            <a:off x="7595071" y="2736003"/>
            <a:ext cx="477999" cy="381107"/>
          </a:xfrm>
          <a:prstGeom prst="rect">
            <a:avLst/>
          </a:prstGeom>
        </p:spPr>
      </p:pic>
      <p:sp>
        <p:nvSpPr>
          <p:cNvPr id="68" name="Oval 67">
            <a:extLst>
              <a:ext uri="{FF2B5EF4-FFF2-40B4-BE49-F238E27FC236}">
                <a16:creationId xmlns:a16="http://schemas.microsoft.com/office/drawing/2014/main" id="{9EE30F2D-7302-1BD0-618C-CCB5DBC4202E}"/>
              </a:ext>
            </a:extLst>
          </p:cNvPr>
          <p:cNvSpPr>
            <a:spLocks noChangeAspect="1"/>
          </p:cNvSpPr>
          <p:nvPr/>
        </p:nvSpPr>
        <p:spPr>
          <a:xfrm>
            <a:off x="6632367" y="2597669"/>
            <a:ext cx="644285" cy="644285"/>
          </a:xfrm>
          <a:prstGeom prst="ellipse">
            <a:avLst/>
          </a:prstGeom>
          <a:solidFill>
            <a:srgbClr val="000000"/>
          </a:solidFill>
          <a:ln w="38100" cap="flat" cmpd="sng" algn="ctr">
            <a:solidFill>
              <a:srgbClr val="D5D5E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ppins"/>
              <a:ea typeface="+mn-ea"/>
              <a:cs typeface="Arial"/>
              <a:sym typeface="Arial"/>
            </a:endParaRPr>
          </a:p>
        </p:txBody>
      </p:sp>
      <p:cxnSp>
        <p:nvCxnSpPr>
          <p:cNvPr id="69" name="Straight Connector 68">
            <a:extLst>
              <a:ext uri="{FF2B5EF4-FFF2-40B4-BE49-F238E27FC236}">
                <a16:creationId xmlns:a16="http://schemas.microsoft.com/office/drawing/2014/main" id="{20858FA3-9404-D17C-8DCE-50942487FFB4}"/>
              </a:ext>
            </a:extLst>
          </p:cNvPr>
          <p:cNvCxnSpPr>
            <a:cxnSpLocks/>
          </p:cNvCxnSpPr>
          <p:nvPr/>
        </p:nvCxnSpPr>
        <p:spPr>
          <a:xfrm flipH="1">
            <a:off x="6966634" y="3244774"/>
            <a:ext cx="0" cy="281555"/>
          </a:xfrm>
          <a:prstGeom prst="line">
            <a:avLst/>
          </a:prstGeom>
          <a:noFill/>
          <a:ln w="6350" cap="flat" cmpd="sng" algn="ctr">
            <a:solidFill>
              <a:srgbClr val="D5D5E9"/>
            </a:solidFill>
            <a:prstDash val="lgDash"/>
            <a:miter lim="800000"/>
            <a:tailEnd type="oval"/>
          </a:ln>
          <a:effectLst/>
        </p:spPr>
      </p:cxnSp>
      <p:sp>
        <p:nvSpPr>
          <p:cNvPr id="70" name="Google Shape;614;p116">
            <a:extLst>
              <a:ext uri="{FF2B5EF4-FFF2-40B4-BE49-F238E27FC236}">
                <a16:creationId xmlns:a16="http://schemas.microsoft.com/office/drawing/2014/main" id="{0E6B8575-4A27-7A99-D132-2E5B10248728}"/>
              </a:ext>
            </a:extLst>
          </p:cNvPr>
          <p:cNvSpPr/>
          <p:nvPr/>
        </p:nvSpPr>
        <p:spPr>
          <a:xfrm>
            <a:off x="6419277" y="3576500"/>
            <a:ext cx="1092406" cy="338554"/>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18314B"/>
              </a:buClr>
              <a:buSzPts val="800"/>
              <a:buFont typeface="Poppins"/>
              <a:buNone/>
              <a:tabLst/>
              <a:defRPr/>
            </a:pPr>
            <a:r>
              <a:rPr kumimoji="0" lang="en-US" sz="1050" b="1" i="0" u="none" strike="noStrike" kern="1200" cap="none" spc="0" normalizeH="0" baseline="0" noProof="0">
                <a:ln>
                  <a:noFill/>
                </a:ln>
                <a:solidFill>
                  <a:srgbClr val="FFFFFF"/>
                </a:solidFill>
                <a:effectLst/>
                <a:uLnTx/>
                <a:uFillTx/>
                <a:latin typeface="Manrope"/>
                <a:ea typeface="+mn-ea"/>
                <a:cs typeface="Poppins"/>
                <a:sym typeface="Poppins"/>
              </a:rPr>
              <a:t>DSE Campaign Testing</a:t>
            </a:r>
            <a:endParaRPr kumimoji="0" sz="1050" b="1" i="0" u="none" strike="noStrike" kern="1200" cap="none" spc="0" normalizeH="0" baseline="0" noProof="0">
              <a:ln>
                <a:noFill/>
              </a:ln>
              <a:solidFill>
                <a:srgbClr val="FFFFFF"/>
              </a:solidFill>
              <a:effectLst/>
              <a:uLnTx/>
              <a:uFillTx/>
              <a:latin typeface="Manrope"/>
              <a:ea typeface="+mn-ea"/>
              <a:cs typeface="Poppins"/>
              <a:sym typeface="Arial"/>
            </a:endParaRPr>
          </a:p>
        </p:txBody>
      </p:sp>
      <p:pic>
        <p:nvPicPr>
          <p:cNvPr id="71" name="Picture 70">
            <a:extLst>
              <a:ext uri="{FF2B5EF4-FFF2-40B4-BE49-F238E27FC236}">
                <a16:creationId xmlns:a16="http://schemas.microsoft.com/office/drawing/2014/main" id="{3F358F9F-590E-A0AE-42A4-92A4B97A1784}"/>
              </a:ext>
            </a:extLst>
          </p:cNvPr>
          <p:cNvPicPr>
            <a:picLocks noChangeAspect="1"/>
          </p:cNvPicPr>
          <p:nvPr/>
        </p:nvPicPr>
        <p:blipFill>
          <a:blip r:embed="rId13"/>
          <a:stretch>
            <a:fillRect/>
          </a:stretch>
        </p:blipFill>
        <p:spPr>
          <a:xfrm>
            <a:off x="6774566" y="2666716"/>
            <a:ext cx="384135" cy="449143"/>
          </a:xfrm>
          <a:prstGeom prst="rect">
            <a:avLst/>
          </a:prstGeom>
        </p:spPr>
      </p:pic>
      <p:sp>
        <p:nvSpPr>
          <p:cNvPr id="72" name="Arrow: Chevron 71">
            <a:extLst>
              <a:ext uri="{FF2B5EF4-FFF2-40B4-BE49-F238E27FC236}">
                <a16:creationId xmlns:a16="http://schemas.microsoft.com/office/drawing/2014/main" id="{D4002F0F-4C60-DF12-8D82-71560BDDCCD5}"/>
              </a:ext>
            </a:extLst>
          </p:cNvPr>
          <p:cNvSpPr/>
          <p:nvPr/>
        </p:nvSpPr>
        <p:spPr>
          <a:xfrm>
            <a:off x="3479010" y="1528806"/>
            <a:ext cx="312619" cy="596207"/>
          </a:xfrm>
          <a:prstGeom prst="chevron">
            <a:avLst/>
          </a:prstGeom>
          <a:solidFill>
            <a:srgbClr val="0E2841"/>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Arial"/>
              <a:sym typeface="Arial"/>
            </a:endParaRPr>
          </a:p>
        </p:txBody>
      </p:sp>
      <p:sp>
        <p:nvSpPr>
          <p:cNvPr id="73" name="Arrow: Chevron 72">
            <a:extLst>
              <a:ext uri="{FF2B5EF4-FFF2-40B4-BE49-F238E27FC236}">
                <a16:creationId xmlns:a16="http://schemas.microsoft.com/office/drawing/2014/main" id="{3B8AF4E0-49BE-6F80-DD71-CFB84FF7C40A}"/>
              </a:ext>
            </a:extLst>
          </p:cNvPr>
          <p:cNvSpPr/>
          <p:nvPr/>
        </p:nvSpPr>
        <p:spPr>
          <a:xfrm>
            <a:off x="8657417" y="1528806"/>
            <a:ext cx="312619" cy="596207"/>
          </a:xfrm>
          <a:prstGeom prst="chevron">
            <a:avLst/>
          </a:prstGeom>
          <a:solidFill>
            <a:srgbClr val="0E2841"/>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anrope"/>
              <a:ea typeface="+mn-ea"/>
              <a:cs typeface="Arial"/>
              <a:sym typeface="Arial"/>
            </a:endParaRPr>
          </a:p>
        </p:txBody>
      </p:sp>
    </p:spTree>
    <p:extLst>
      <p:ext uri="{BB962C8B-B14F-4D97-AF65-F5344CB8AC3E}">
        <p14:creationId xmlns:p14="http://schemas.microsoft.com/office/powerpoint/2010/main" val="3548383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F4778-0182-1D49-6021-18A3C76D8F8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7B998705-FAE2-D32B-6928-0AE3647A9BAC}"/>
              </a:ext>
            </a:extLst>
          </p:cNvPr>
          <p:cNvSpPr/>
          <p:nvPr/>
        </p:nvSpPr>
        <p:spPr>
          <a:xfrm>
            <a:off x="0" y="-42137"/>
            <a:ext cx="12192000" cy="690013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white"/>
              </a:solidFill>
              <a:effectLst/>
              <a:uLnTx/>
              <a:uFillTx/>
              <a:latin typeface="Manrope" pitchFamily="2" charset="0"/>
              <a:ea typeface="+mn-ea"/>
              <a:cs typeface="+mn-cs"/>
            </a:endParaRPr>
          </a:p>
        </p:txBody>
      </p:sp>
      <p:pic>
        <p:nvPicPr>
          <p:cNvPr id="16" name="Graphic 15">
            <a:extLst>
              <a:ext uri="{FF2B5EF4-FFF2-40B4-BE49-F238E27FC236}">
                <a16:creationId xmlns:a16="http://schemas.microsoft.com/office/drawing/2014/main" id="{65FA2878-0F5E-3AF4-53C1-864E789649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97508" y="338331"/>
            <a:ext cx="2189494" cy="394109"/>
          </a:xfrm>
          <a:prstGeom prst="rect">
            <a:avLst/>
          </a:prstGeom>
        </p:spPr>
      </p:pic>
      <p:sp>
        <p:nvSpPr>
          <p:cNvPr id="2" name="Title 1">
            <a:extLst>
              <a:ext uri="{FF2B5EF4-FFF2-40B4-BE49-F238E27FC236}">
                <a16:creationId xmlns:a16="http://schemas.microsoft.com/office/drawing/2014/main" id="{35998F92-495A-165D-A005-D71DA4819320}"/>
              </a:ext>
            </a:extLst>
          </p:cNvPr>
          <p:cNvSpPr txBox="1">
            <a:spLocks/>
          </p:cNvSpPr>
          <p:nvPr/>
        </p:nvSpPr>
        <p:spPr>
          <a:xfrm>
            <a:off x="2104639" y="3107532"/>
            <a:ext cx="7982721" cy="736844"/>
          </a:xfrm>
          <a:prstGeom prst="rect">
            <a:avLst/>
          </a:prstGeom>
        </p:spPr>
        <p:txBody>
          <a:bodyPr vert="horz" lIns="91440" tIns="45720" rIns="91440" bIns="45720" rtlCol="0" anchor="ctr">
            <a:normAutofit fontScale="92500" lnSpcReduction="10000"/>
          </a:bodyPr>
          <a:lstStyle>
            <a:lvl1pPr algn="ctr" defTabSz="914400" rtl="0" eaLnBrk="1" latinLnBrk="0" hangingPunct="1">
              <a:lnSpc>
                <a:spcPct val="90000"/>
              </a:lnSpc>
              <a:spcBef>
                <a:spcPct val="0"/>
              </a:spcBef>
              <a:buNone/>
              <a:defRPr lang="en-US" sz="2800" b="1" i="0" kern="1200" baseline="0" dirty="0">
                <a:solidFill>
                  <a:schemeClr val="tx1"/>
                </a:solidFill>
                <a:latin typeface="Playfair Display Black" pitchFamily="2" charset="77"/>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anrope" pitchFamily="2" charset="0"/>
                <a:ea typeface="+mj-ea"/>
                <a:cs typeface="+mj-cs"/>
              </a:rPr>
              <a:t>The following are </a:t>
            </a:r>
            <a:r>
              <a:rPr lang="en-US" sz="1800" dirty="0">
                <a:solidFill>
                  <a:srgbClr val="FFFFFF"/>
                </a:solidFill>
                <a:latin typeface="Manrope" pitchFamily="2" charset="0"/>
              </a:rPr>
              <a:t>additional example </a:t>
            </a:r>
            <a:r>
              <a:rPr kumimoji="0" lang="en-US" sz="1800" b="1" i="0" u="none" strike="noStrike" kern="1200" cap="none" spc="0" normalizeH="0" baseline="0" noProof="0" dirty="0">
                <a:ln>
                  <a:noFill/>
                </a:ln>
                <a:solidFill>
                  <a:srgbClr val="FFFFFF"/>
                </a:solidFill>
                <a:effectLst/>
                <a:uLnTx/>
                <a:uFillTx/>
                <a:latin typeface="Manrope" pitchFamily="2" charset="0"/>
                <a:ea typeface="+mj-ea"/>
                <a:cs typeface="+mj-cs"/>
              </a:rPr>
              <a:t>slides from the latest Pfizer and </a:t>
            </a:r>
            <a:r>
              <a:rPr kumimoji="0" lang="en-US" sz="1800" b="1" i="0" u="none" strike="noStrike" kern="1200" cap="none" spc="0" normalizeH="0" baseline="0" noProof="0" dirty="0" err="1">
                <a:ln>
                  <a:noFill/>
                </a:ln>
                <a:solidFill>
                  <a:srgbClr val="FFFFFF"/>
                </a:solidFill>
                <a:effectLst/>
                <a:uLnTx/>
                <a:uFillTx/>
                <a:latin typeface="Manrope" pitchFamily="2" charset="0"/>
                <a:ea typeface="+mj-ea"/>
                <a:cs typeface="+mj-cs"/>
              </a:rPr>
              <a:t>ZoomRx</a:t>
            </a:r>
            <a:r>
              <a:rPr kumimoji="0" lang="en-US" sz="1800" b="1" i="0" u="none" strike="noStrike" kern="1200" cap="none" spc="0" normalizeH="0" baseline="0" noProof="0" dirty="0">
                <a:ln>
                  <a:noFill/>
                </a:ln>
                <a:solidFill>
                  <a:srgbClr val="FFFFFF"/>
                </a:solidFill>
                <a:effectLst/>
                <a:uLnTx/>
                <a:uFillTx/>
                <a:latin typeface="Manrope" pitchFamily="2" charset="0"/>
                <a:ea typeface="+mj-ea"/>
                <a:cs typeface="+mj-cs"/>
              </a:rPr>
              <a:t> ABRYSVO Maternal CFC / Message</a:t>
            </a:r>
            <a:r>
              <a:rPr lang="en-US" sz="1800" dirty="0">
                <a:solidFill>
                  <a:srgbClr val="FFFFFF"/>
                </a:solidFill>
                <a:latin typeface="Manrope" pitchFamily="2" charset="0"/>
              </a:rPr>
              <a:t> Tracker, which utilized </a:t>
            </a:r>
            <a:r>
              <a:rPr lang="en-US" sz="1800" dirty="0" err="1">
                <a:solidFill>
                  <a:srgbClr val="FFFFFF"/>
                </a:solidFill>
                <a:latin typeface="Manrope" pitchFamily="2" charset="0"/>
              </a:rPr>
              <a:t>ZoomRx</a:t>
            </a:r>
            <a:r>
              <a:rPr lang="en-US" sz="1800" dirty="0">
                <a:solidFill>
                  <a:srgbClr val="FFFFFF"/>
                </a:solidFill>
                <a:latin typeface="Manrope" pitchFamily="2" charset="0"/>
              </a:rPr>
              <a:t> AI Dialogues</a:t>
            </a:r>
            <a:endParaRPr kumimoji="0" lang="en-US" sz="1800" b="1" i="0" u="none" strike="noStrike" kern="1200" cap="none" spc="0" normalizeH="0" baseline="0" noProof="0" dirty="0">
              <a:ln>
                <a:noFill/>
              </a:ln>
              <a:solidFill>
                <a:srgbClr val="FFFFFF"/>
              </a:solidFill>
              <a:effectLst/>
              <a:uLnTx/>
              <a:uFillTx/>
              <a:latin typeface="Manrope" pitchFamily="2" charset="0"/>
              <a:ea typeface="+mj-ea"/>
              <a:cs typeface="+mj-cs"/>
            </a:endParaRPr>
          </a:p>
        </p:txBody>
      </p:sp>
    </p:spTree>
    <p:extLst>
      <p:ext uri="{BB962C8B-B14F-4D97-AF65-F5344CB8AC3E}">
        <p14:creationId xmlns:p14="http://schemas.microsoft.com/office/powerpoint/2010/main" val="1878809992"/>
      </p:ext>
    </p:extLst>
  </p:cSld>
  <p:clrMapOvr>
    <a:masterClrMapping/>
  </p:clrMapOvr>
  <mc:AlternateContent xmlns:mc="http://schemas.openxmlformats.org/markup-compatibility/2006" xmlns:p14="http://schemas.microsoft.com/office/powerpoint/2010/main">
    <mc:Choice Requires="p14">
      <p:transition p14:dur="250">
        <p:push/>
      </p:transition>
    </mc:Choice>
    <mc:Fallback xmlns="">
      <p:transition>
        <p:pus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Title 1">
            <a:extLst>
              <a:ext uri="{FF2B5EF4-FFF2-40B4-BE49-F238E27FC236}">
                <a16:creationId xmlns:a16="http://schemas.microsoft.com/office/drawing/2014/main" id="{C77B628C-0A15-9556-7F12-6E5FE012006E}"/>
              </a:ext>
            </a:extLst>
          </p:cNvPr>
          <p:cNvSpPr>
            <a:spLocks noGrp="1"/>
          </p:cNvSpPr>
          <p:nvPr/>
        </p:nvSpPr>
        <p:spPr>
          <a:xfrm>
            <a:off x="1588" y="145067"/>
            <a:ext cx="12183539" cy="899456"/>
          </a:xfrm>
          <a:prstGeom prst="rect">
            <a:avLst/>
          </a:prstGeom>
        </p:spPr>
        <p:txBody>
          <a:bodyPr vert="horz" lIns="91416" tIns="45708" rIns="91416" bIns="45708" rtlCol="0" anchor="t">
            <a:noAutofit/>
          </a:bodyPr>
          <a:lstStyle>
            <a:lvl1pPr algn="l" defTabSz="457200" rtl="0" eaLnBrk="1" latinLnBrk="0" hangingPunct="1">
              <a:spcBef>
                <a:spcPct val="0"/>
              </a:spcBef>
              <a:buNone/>
              <a:defRPr sz="2500" b="1" kern="1200">
                <a:solidFill>
                  <a:schemeClr val="accent1"/>
                </a:solidFill>
                <a:latin typeface="Verdana"/>
                <a:ea typeface="+mj-ea"/>
                <a:cs typeface="Verdana"/>
              </a:defRPr>
            </a:lvl1pPr>
          </a:lstStyle>
          <a:p>
            <a:pPr>
              <a:defRPr/>
            </a:pPr>
            <a:endParaRPr lang="en-US" sz="1799">
              <a:solidFill>
                <a:srgbClr val="EB1700"/>
              </a:solidFill>
              <a:latin typeface="Johnson Display"/>
              <a:ea typeface="Verdana"/>
            </a:endParaRPr>
          </a:p>
        </p:txBody>
      </p:sp>
      <p:grpSp>
        <p:nvGrpSpPr>
          <p:cNvPr id="3" name="Group 2">
            <a:extLst>
              <a:ext uri="{FF2B5EF4-FFF2-40B4-BE49-F238E27FC236}">
                <a16:creationId xmlns:a16="http://schemas.microsoft.com/office/drawing/2014/main" id="{80E13692-F243-98A4-7CA0-EFDC333356AA}"/>
              </a:ext>
            </a:extLst>
          </p:cNvPr>
          <p:cNvGrpSpPr/>
          <p:nvPr/>
        </p:nvGrpSpPr>
        <p:grpSpPr>
          <a:xfrm>
            <a:off x="357277" y="1639243"/>
            <a:ext cx="2628215" cy="4754331"/>
            <a:chOff x="355688" y="1639242"/>
            <a:chExt cx="2628215" cy="4754331"/>
          </a:xfrm>
        </p:grpSpPr>
        <p:grpSp>
          <p:nvGrpSpPr>
            <p:cNvPr id="7" name="Group 6">
              <a:extLst>
                <a:ext uri="{FF2B5EF4-FFF2-40B4-BE49-F238E27FC236}">
                  <a16:creationId xmlns:a16="http://schemas.microsoft.com/office/drawing/2014/main" id="{12018089-767C-5937-4A4C-14FA7A8A8021}"/>
                </a:ext>
              </a:extLst>
            </p:cNvPr>
            <p:cNvGrpSpPr/>
            <p:nvPr/>
          </p:nvGrpSpPr>
          <p:grpSpPr>
            <a:xfrm>
              <a:off x="355688" y="1639242"/>
              <a:ext cx="2628215" cy="4754331"/>
              <a:chOff x="607397" y="1561380"/>
              <a:chExt cx="2628900" cy="4755569"/>
            </a:xfrm>
          </p:grpSpPr>
          <p:sp>
            <p:nvSpPr>
              <p:cNvPr id="15" name="Rectangle: Rounded Corners 14">
                <a:extLst>
                  <a:ext uri="{FF2B5EF4-FFF2-40B4-BE49-F238E27FC236}">
                    <a16:creationId xmlns:a16="http://schemas.microsoft.com/office/drawing/2014/main" id="{C37359A4-9520-968B-CA1F-35489F1C3F4B}"/>
                  </a:ext>
                </a:extLst>
              </p:cNvPr>
              <p:cNvSpPr/>
              <p:nvPr/>
            </p:nvSpPr>
            <p:spPr>
              <a:xfrm>
                <a:off x="607397" y="1561380"/>
                <a:ext cx="2628900" cy="4755569"/>
              </a:xfrm>
              <a:prstGeom prst="roundRect">
                <a:avLst>
                  <a:gd name="adj" fmla="val 10312"/>
                </a:avLst>
              </a:prstGeom>
              <a:solidFill>
                <a:srgbClr val="FFFFFF"/>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9" name="Oval 18">
                <a:extLst>
                  <a:ext uri="{FF2B5EF4-FFF2-40B4-BE49-F238E27FC236}">
                    <a16:creationId xmlns:a16="http://schemas.microsoft.com/office/drawing/2014/main" id="{4F5AB72A-4E2A-B51E-7F7D-366896E86994}"/>
                  </a:ext>
                </a:extLst>
              </p:cNvPr>
              <p:cNvSpPr/>
              <p:nvPr/>
            </p:nvSpPr>
            <p:spPr>
              <a:xfrm>
                <a:off x="1877219" y="1613971"/>
                <a:ext cx="89256" cy="87458"/>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23" name="Speech Bubble: Rectangle with Corners Rounded 22">
                <a:extLst>
                  <a:ext uri="{FF2B5EF4-FFF2-40B4-BE49-F238E27FC236}">
                    <a16:creationId xmlns:a16="http://schemas.microsoft.com/office/drawing/2014/main" id="{DFEDB0CE-9162-FC17-6B40-073A7653DFE7}"/>
                  </a:ext>
                </a:extLst>
              </p:cNvPr>
              <p:cNvSpPr/>
              <p:nvPr/>
            </p:nvSpPr>
            <p:spPr>
              <a:xfrm>
                <a:off x="1136737" y="2167864"/>
                <a:ext cx="1982968" cy="280086"/>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Please specify briefly on what went well in the interaction.</a:t>
                </a:r>
              </a:p>
            </p:txBody>
          </p:sp>
          <p:grpSp>
            <p:nvGrpSpPr>
              <p:cNvPr id="117" name="Group 116">
                <a:extLst>
                  <a:ext uri="{FF2B5EF4-FFF2-40B4-BE49-F238E27FC236}">
                    <a16:creationId xmlns:a16="http://schemas.microsoft.com/office/drawing/2014/main" id="{35834276-084C-016B-A8E6-390E970CD40C}"/>
                  </a:ext>
                </a:extLst>
              </p:cNvPr>
              <p:cNvGrpSpPr/>
              <p:nvPr/>
            </p:nvGrpSpPr>
            <p:grpSpPr>
              <a:xfrm>
                <a:off x="787936" y="2476300"/>
                <a:ext cx="2326931" cy="834895"/>
                <a:chOff x="424422" y="2406907"/>
                <a:chExt cx="2326931" cy="834895"/>
              </a:xfrm>
            </p:grpSpPr>
            <p:grpSp>
              <p:nvGrpSpPr>
                <p:cNvPr id="20" name="Group 19">
                  <a:extLst>
                    <a:ext uri="{FF2B5EF4-FFF2-40B4-BE49-F238E27FC236}">
                      <a16:creationId xmlns:a16="http://schemas.microsoft.com/office/drawing/2014/main" id="{FB87FA5C-BB0C-3F9F-112D-757D24BF3634}"/>
                    </a:ext>
                  </a:extLst>
                </p:cNvPr>
                <p:cNvGrpSpPr/>
                <p:nvPr/>
              </p:nvGrpSpPr>
              <p:grpSpPr>
                <a:xfrm>
                  <a:off x="2463353" y="2787773"/>
                  <a:ext cx="288000" cy="282197"/>
                  <a:chOff x="9355015" y="1557530"/>
                  <a:chExt cx="288000" cy="288000"/>
                </a:xfrm>
              </p:grpSpPr>
              <p:sp>
                <p:nvSpPr>
                  <p:cNvPr id="85" name="Oval 84">
                    <a:extLst>
                      <a:ext uri="{FF2B5EF4-FFF2-40B4-BE49-F238E27FC236}">
                        <a16:creationId xmlns:a16="http://schemas.microsoft.com/office/drawing/2014/main" id="{915BC0B4-D79D-0D0F-2DCA-0D91582C146C}"/>
                      </a:ext>
                    </a:extLst>
                  </p:cNvPr>
                  <p:cNvSpPr/>
                  <p:nvPr/>
                </p:nvSpPr>
                <p:spPr>
                  <a:xfrm>
                    <a:off x="9355015" y="1557530"/>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93" name="Google Shape;1601;p48">
                    <a:extLst>
                      <a:ext uri="{FF2B5EF4-FFF2-40B4-BE49-F238E27FC236}">
                        <a16:creationId xmlns:a16="http://schemas.microsoft.com/office/drawing/2014/main" id="{3D9AB6E9-A491-F081-6937-097EC4CC261C}"/>
                      </a:ext>
                    </a:extLst>
                  </p:cNvPr>
                  <p:cNvPicPr preferRelativeResize="0"/>
                  <p:nvPr/>
                </p:nvPicPr>
                <p:blipFill rotWithShape="1">
                  <a:blip r:embed="rId3">
                    <a:alphaModFix/>
                  </a:blip>
                  <a:srcRect/>
                  <a:stretch/>
                </p:blipFill>
                <p:spPr>
                  <a:xfrm>
                    <a:off x="9428285" y="1630708"/>
                    <a:ext cx="145677" cy="141632"/>
                  </a:xfrm>
                  <a:prstGeom prst="rect">
                    <a:avLst/>
                  </a:prstGeom>
                  <a:noFill/>
                  <a:ln>
                    <a:noFill/>
                  </a:ln>
                </p:spPr>
              </p:pic>
            </p:grpSp>
            <p:sp>
              <p:nvSpPr>
                <p:cNvPr id="26" name="Speech Bubble: Rectangle with Corners Rounded 25">
                  <a:extLst>
                    <a:ext uri="{FF2B5EF4-FFF2-40B4-BE49-F238E27FC236}">
                      <a16:creationId xmlns:a16="http://schemas.microsoft.com/office/drawing/2014/main" id="{BD804590-5000-EB2F-622D-87125394CCE9}"/>
                    </a:ext>
                  </a:extLst>
                </p:cNvPr>
                <p:cNvSpPr/>
                <p:nvPr/>
              </p:nvSpPr>
              <p:spPr>
                <a:xfrm flipH="1">
                  <a:off x="424422" y="2406907"/>
                  <a:ext cx="1982968" cy="834895"/>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They didn’t waste my time with useless information. They were </a:t>
                  </a:r>
                  <a:r>
                    <a:rPr lang="en-US" sz="900" b="1">
                      <a:solidFill>
                        <a:srgbClr val="000000"/>
                      </a:solidFill>
                      <a:latin typeface="Arial" panose="020B0604020202020204"/>
                    </a:rPr>
                    <a:t>quick </a:t>
                  </a:r>
                  <a:r>
                    <a:rPr lang="en-US" sz="900">
                      <a:solidFill>
                        <a:srgbClr val="000000"/>
                      </a:solidFill>
                      <a:latin typeface="Arial" panose="020B0604020202020204"/>
                    </a:rPr>
                    <a:t>and </a:t>
                  </a:r>
                  <a:r>
                    <a:rPr lang="en-US" sz="900" b="1">
                      <a:solidFill>
                        <a:srgbClr val="000000"/>
                      </a:solidFill>
                      <a:latin typeface="Arial" panose="020B0604020202020204"/>
                    </a:rPr>
                    <a:t>to the point </a:t>
                  </a:r>
                  <a:r>
                    <a:rPr lang="en-US" sz="900">
                      <a:solidFill>
                        <a:srgbClr val="000000"/>
                      </a:solidFill>
                      <a:latin typeface="Arial" panose="020B0604020202020204"/>
                    </a:rPr>
                    <a:t>and understood we have a very busy clinic, and our </a:t>
                  </a:r>
                  <a:r>
                    <a:rPr lang="en-US" sz="900" b="1">
                      <a:solidFill>
                        <a:srgbClr val="000000"/>
                      </a:solidFill>
                      <a:latin typeface="Arial" panose="020B0604020202020204"/>
                    </a:rPr>
                    <a:t>priority is our patient's time</a:t>
                  </a:r>
                </a:p>
              </p:txBody>
            </p:sp>
          </p:grpSp>
          <p:cxnSp>
            <p:nvCxnSpPr>
              <p:cNvPr id="29" name="Straight Connector 28">
                <a:extLst>
                  <a:ext uri="{FF2B5EF4-FFF2-40B4-BE49-F238E27FC236}">
                    <a16:creationId xmlns:a16="http://schemas.microsoft.com/office/drawing/2014/main" id="{B7B9C3FA-08FA-D795-3248-FE64D72BEDB1}"/>
                  </a:ext>
                </a:extLst>
              </p:cNvPr>
              <p:cNvCxnSpPr>
                <a:cxnSpLocks/>
              </p:cNvCxnSpPr>
              <p:nvPr/>
            </p:nvCxnSpPr>
            <p:spPr>
              <a:xfrm flipH="1">
                <a:off x="1502166" y="6282487"/>
                <a:ext cx="839362" cy="0"/>
              </a:xfrm>
              <a:prstGeom prst="line">
                <a:avLst/>
              </a:prstGeom>
              <a:ln w="381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21F66168-B47D-9966-9479-6D33AA747510}"/>
                  </a:ext>
                </a:extLst>
              </p:cNvPr>
              <p:cNvSpPr/>
              <p:nvPr/>
            </p:nvSpPr>
            <p:spPr>
              <a:xfrm>
                <a:off x="607397" y="1781911"/>
                <a:ext cx="2628900" cy="3499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GB" sz="1000" b="1">
                    <a:solidFill>
                      <a:srgbClr val="FFFFFF"/>
                    </a:solidFill>
                    <a:latin typeface="Arial" panose="020B0604020202020204"/>
                  </a:rPr>
                  <a:t>    ZoomRx Study</a:t>
                </a:r>
                <a:endParaRPr lang="en-IN" sz="1000" b="1">
                  <a:solidFill>
                    <a:srgbClr val="FFFFFF"/>
                  </a:solidFill>
                  <a:latin typeface="Arial" panose="020B0604020202020204"/>
                </a:endParaRPr>
              </a:p>
            </p:txBody>
          </p:sp>
          <p:pic>
            <p:nvPicPr>
              <p:cNvPr id="39" name="Picture 6" descr="Hamburger Menu Icons (Three Line Menu Icon / Navicon) Different Ways |  CSS-Tricks - CSS-Tricks">
                <a:extLst>
                  <a:ext uri="{FF2B5EF4-FFF2-40B4-BE49-F238E27FC236}">
                    <a16:creationId xmlns:a16="http://schemas.microsoft.com/office/drawing/2014/main" id="{D617137C-9251-4F5E-51BC-1C87E0626C97}"/>
                  </a:ext>
                </a:extLst>
              </p:cNvPr>
              <p:cNvPicPr>
                <a:picLocks noChangeAspect="1" noChangeArrowheads="1"/>
              </p:cNvPicPr>
              <p:nvPr/>
            </p:nvPicPr>
            <p:blipFill>
              <a:blip r:embed="rId4">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2947932" y="1885703"/>
                <a:ext cx="253106" cy="165339"/>
              </a:xfrm>
              <a:prstGeom prst="rect">
                <a:avLst/>
              </a:prstGeom>
              <a:noFill/>
              <a:extLst>
                <a:ext uri="{909E8E84-426E-40DD-AFC4-6F175D3DCCD1}">
                  <a14:hiddenFill xmlns:a14="http://schemas.microsoft.com/office/drawing/2010/main">
                    <a:solidFill>
                      <a:srgbClr val="FFFFFF"/>
                    </a:solidFill>
                  </a14:hiddenFill>
                </a:ext>
              </a:extLst>
            </p:spPr>
          </p:pic>
          <p:cxnSp>
            <p:nvCxnSpPr>
              <p:cNvPr id="48" name="Straight Arrow Connector 47">
                <a:extLst>
                  <a:ext uri="{FF2B5EF4-FFF2-40B4-BE49-F238E27FC236}">
                    <a16:creationId xmlns:a16="http://schemas.microsoft.com/office/drawing/2014/main" id="{6ABE707F-3B9D-E9CF-985D-FBAD6D9EB856}"/>
                  </a:ext>
                </a:extLst>
              </p:cNvPr>
              <p:cNvCxnSpPr>
                <a:cxnSpLocks/>
              </p:cNvCxnSpPr>
              <p:nvPr/>
            </p:nvCxnSpPr>
            <p:spPr>
              <a:xfrm>
                <a:off x="656102" y="1959135"/>
                <a:ext cx="103695" cy="0"/>
              </a:xfrm>
              <a:prstGeom prst="straightConnector1">
                <a:avLst/>
              </a:prstGeom>
              <a:ln>
                <a:solidFill>
                  <a:schemeClr val="bg1">
                    <a:lumMod val="95000"/>
                  </a:schemeClr>
                </a:solidFill>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94" name="Group 93">
                <a:extLst>
                  <a:ext uri="{FF2B5EF4-FFF2-40B4-BE49-F238E27FC236}">
                    <a16:creationId xmlns:a16="http://schemas.microsoft.com/office/drawing/2014/main" id="{12AA5C98-40AA-3259-98E9-8D2AB9DFF1E6}"/>
                  </a:ext>
                </a:extLst>
              </p:cNvPr>
              <p:cNvGrpSpPr/>
              <p:nvPr/>
            </p:nvGrpSpPr>
            <p:grpSpPr>
              <a:xfrm>
                <a:off x="787936" y="4488620"/>
                <a:ext cx="2326931" cy="307875"/>
                <a:chOff x="814579" y="3909464"/>
                <a:chExt cx="2326931" cy="307875"/>
              </a:xfrm>
            </p:grpSpPr>
            <p:grpSp>
              <p:nvGrpSpPr>
                <p:cNvPr id="95" name="Group 94">
                  <a:extLst>
                    <a:ext uri="{FF2B5EF4-FFF2-40B4-BE49-F238E27FC236}">
                      <a16:creationId xmlns:a16="http://schemas.microsoft.com/office/drawing/2014/main" id="{B15D55F7-1F93-441A-7A81-0311F8207AC5}"/>
                    </a:ext>
                  </a:extLst>
                </p:cNvPr>
                <p:cNvGrpSpPr/>
                <p:nvPr/>
              </p:nvGrpSpPr>
              <p:grpSpPr>
                <a:xfrm>
                  <a:off x="2853510" y="3909464"/>
                  <a:ext cx="288000" cy="288000"/>
                  <a:chOff x="9355015" y="2089455"/>
                  <a:chExt cx="288000" cy="288000"/>
                </a:xfrm>
              </p:grpSpPr>
              <p:sp>
                <p:nvSpPr>
                  <p:cNvPr id="97" name="Oval 96">
                    <a:extLst>
                      <a:ext uri="{FF2B5EF4-FFF2-40B4-BE49-F238E27FC236}">
                        <a16:creationId xmlns:a16="http://schemas.microsoft.com/office/drawing/2014/main" id="{06A0D91D-BF81-AC09-36EF-2018E404AAD5}"/>
                      </a:ext>
                    </a:extLst>
                  </p:cNvPr>
                  <p:cNvSpPr/>
                  <p:nvPr/>
                </p:nvSpPr>
                <p:spPr>
                  <a:xfrm>
                    <a:off x="9355015" y="2089455"/>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98" name="Google Shape;1601;p48">
                    <a:extLst>
                      <a:ext uri="{FF2B5EF4-FFF2-40B4-BE49-F238E27FC236}">
                        <a16:creationId xmlns:a16="http://schemas.microsoft.com/office/drawing/2014/main" id="{81341A11-B339-68EE-0CF9-4A60A76BE1C7}"/>
                      </a:ext>
                    </a:extLst>
                  </p:cNvPr>
                  <p:cNvPicPr preferRelativeResize="0"/>
                  <p:nvPr/>
                </p:nvPicPr>
                <p:blipFill rotWithShape="1">
                  <a:blip r:embed="rId3">
                    <a:alphaModFix/>
                  </a:blip>
                  <a:srcRect/>
                  <a:stretch/>
                </p:blipFill>
                <p:spPr>
                  <a:xfrm>
                    <a:off x="9428285" y="2144866"/>
                    <a:ext cx="145677" cy="141632"/>
                  </a:xfrm>
                  <a:prstGeom prst="rect">
                    <a:avLst/>
                  </a:prstGeom>
                  <a:noFill/>
                  <a:ln>
                    <a:noFill/>
                  </a:ln>
                </p:spPr>
              </p:pic>
            </p:grpSp>
            <p:sp>
              <p:nvSpPr>
                <p:cNvPr id="96" name="Speech Bubble: Rectangle with Corners Rounded 95">
                  <a:extLst>
                    <a:ext uri="{FF2B5EF4-FFF2-40B4-BE49-F238E27FC236}">
                      <a16:creationId xmlns:a16="http://schemas.microsoft.com/office/drawing/2014/main" id="{7255DF2F-36FD-4B6F-F6C1-DA4E34E6575F}"/>
                    </a:ext>
                  </a:extLst>
                </p:cNvPr>
                <p:cNvSpPr/>
                <p:nvPr/>
              </p:nvSpPr>
              <p:spPr>
                <a:xfrm flipH="1">
                  <a:off x="814579" y="3947198"/>
                  <a:ext cx="1982968" cy="270141"/>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Providing </a:t>
                  </a:r>
                  <a:r>
                    <a:rPr lang="en-US" sz="900" b="1">
                      <a:solidFill>
                        <a:srgbClr val="000000"/>
                      </a:solidFill>
                      <a:latin typeface="Arial" panose="020B0604020202020204"/>
                    </a:rPr>
                    <a:t>pamphlets and brochures </a:t>
                  </a:r>
                  <a:r>
                    <a:rPr lang="en-US" sz="900">
                      <a:solidFill>
                        <a:srgbClr val="000000"/>
                      </a:solidFill>
                      <a:latin typeface="Arial" panose="020B0604020202020204"/>
                    </a:rPr>
                    <a:t>and not lecturing me</a:t>
                  </a:r>
                  <a:endParaRPr lang="en-GB" sz="900">
                    <a:solidFill>
                      <a:srgbClr val="000000"/>
                    </a:solidFill>
                    <a:latin typeface="Arial" panose="020B0604020202020204"/>
                  </a:endParaRPr>
                </a:p>
              </p:txBody>
            </p:sp>
          </p:grpSp>
          <p:sp>
            <p:nvSpPr>
              <p:cNvPr id="101" name="Speech Bubble: Rectangle with Corners Rounded 100">
                <a:extLst>
                  <a:ext uri="{FF2B5EF4-FFF2-40B4-BE49-F238E27FC236}">
                    <a16:creationId xmlns:a16="http://schemas.microsoft.com/office/drawing/2014/main" id="{9F393A96-C8B7-1843-7887-CB0FE7E5FE96}"/>
                  </a:ext>
                </a:extLst>
              </p:cNvPr>
              <p:cNvSpPr/>
              <p:nvPr/>
            </p:nvSpPr>
            <p:spPr>
              <a:xfrm>
                <a:off x="1136737" y="3470426"/>
                <a:ext cx="1982968" cy="1010156"/>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Could you elaborate on how the Pfizer sales representative effectively communicated the essential information? What specific approach or aspect of their interaction made it feel efficient and respectful of your time?</a:t>
                </a:r>
                <a:endParaRPr lang="en-IN" sz="900" i="1">
                  <a:solidFill>
                    <a:srgbClr val="000000"/>
                  </a:solidFill>
                  <a:latin typeface="Arial" panose="020B0604020202020204"/>
                </a:endParaRPr>
              </a:p>
            </p:txBody>
          </p:sp>
          <p:sp>
            <p:nvSpPr>
              <p:cNvPr id="107" name="Speech Bubble: Rectangle with Corners Rounded 106">
                <a:extLst>
                  <a:ext uri="{FF2B5EF4-FFF2-40B4-BE49-F238E27FC236}">
                    <a16:creationId xmlns:a16="http://schemas.microsoft.com/office/drawing/2014/main" id="{D7DCA49C-EBC0-DA7A-FB49-7ED5542EEF34}"/>
                  </a:ext>
                </a:extLst>
              </p:cNvPr>
              <p:cNvSpPr/>
              <p:nvPr/>
            </p:nvSpPr>
            <p:spPr>
              <a:xfrm>
                <a:off x="1136737" y="4867223"/>
                <a:ext cx="1982968" cy="1021088"/>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Could you describe how the pamphlets and brochures provided by the Pfizer sales representative were particularly helpful or informative for you? What made these materials stand out in supporting your needs?</a:t>
                </a:r>
                <a:endParaRPr lang="en-IN" sz="900" i="1">
                  <a:solidFill>
                    <a:srgbClr val="000000"/>
                  </a:solidFill>
                  <a:latin typeface="Arial" panose="020B0604020202020204"/>
                </a:endParaRPr>
              </a:p>
            </p:txBody>
          </p:sp>
          <p:sp>
            <p:nvSpPr>
              <p:cNvPr id="113" name="Speech Bubble: Rectangle with Corners Rounded 112">
                <a:extLst>
                  <a:ext uri="{FF2B5EF4-FFF2-40B4-BE49-F238E27FC236}">
                    <a16:creationId xmlns:a16="http://schemas.microsoft.com/office/drawing/2014/main" id="{81CFC6DF-AC95-F69B-CBF4-148B8812CE80}"/>
                  </a:ext>
                </a:extLst>
              </p:cNvPr>
              <p:cNvSpPr/>
              <p:nvPr/>
            </p:nvSpPr>
            <p:spPr>
              <a:xfrm flipH="1">
                <a:off x="787936" y="5937701"/>
                <a:ext cx="1982969" cy="270141"/>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b="1">
                    <a:solidFill>
                      <a:srgbClr val="000000">
                        <a:lumMod val="85000"/>
                        <a:lumOff val="15000"/>
                      </a:srgbClr>
                    </a:solidFill>
                    <a:latin typeface="Arial" panose="020B0604020202020204"/>
                  </a:rPr>
                  <a:t>Easy to read diagrams, easy to share with patients</a:t>
                </a:r>
                <a:endParaRPr lang="en-GB" sz="900" b="1">
                  <a:solidFill>
                    <a:srgbClr val="000000">
                      <a:lumMod val="85000"/>
                      <a:lumOff val="15000"/>
                    </a:srgbClr>
                  </a:solidFill>
                  <a:latin typeface="Arial" panose="020B0604020202020204"/>
                </a:endParaRPr>
              </a:p>
            </p:txBody>
          </p:sp>
        </p:grpSp>
        <p:pic>
          <p:nvPicPr>
            <p:cNvPr id="329" name="Picture 328">
              <a:extLst>
                <a:ext uri="{FF2B5EF4-FFF2-40B4-BE49-F238E27FC236}">
                  <a16:creationId xmlns:a16="http://schemas.microsoft.com/office/drawing/2014/main" id="{47E784C9-2182-2855-AE78-3AE726D5FB47}"/>
                </a:ext>
              </a:extLst>
            </p:cNvPr>
            <p:cNvPicPr>
              <a:picLocks noChangeAspect="1"/>
            </p:cNvPicPr>
            <p:nvPr/>
          </p:nvPicPr>
          <p:blipFill>
            <a:blip r:embed="rId5"/>
            <a:stretch>
              <a:fillRect/>
            </a:stretch>
          </p:blipFill>
          <p:spPr>
            <a:xfrm>
              <a:off x="511944" y="2222641"/>
              <a:ext cx="295239" cy="304764"/>
            </a:xfrm>
            <a:prstGeom prst="rect">
              <a:avLst/>
            </a:prstGeom>
          </p:spPr>
        </p:pic>
        <p:pic>
          <p:nvPicPr>
            <p:cNvPr id="331" name="Picture 330">
              <a:extLst>
                <a:ext uri="{FF2B5EF4-FFF2-40B4-BE49-F238E27FC236}">
                  <a16:creationId xmlns:a16="http://schemas.microsoft.com/office/drawing/2014/main" id="{0C564870-45ED-3AEC-A827-188CF50C790A}"/>
                </a:ext>
              </a:extLst>
            </p:cNvPr>
            <p:cNvPicPr>
              <a:picLocks noChangeAspect="1"/>
            </p:cNvPicPr>
            <p:nvPr/>
          </p:nvPicPr>
          <p:blipFill>
            <a:blip r:embed="rId5"/>
            <a:stretch>
              <a:fillRect/>
            </a:stretch>
          </p:blipFill>
          <p:spPr>
            <a:xfrm>
              <a:off x="511944" y="3560008"/>
              <a:ext cx="295239" cy="304764"/>
            </a:xfrm>
            <a:prstGeom prst="rect">
              <a:avLst/>
            </a:prstGeom>
          </p:spPr>
        </p:pic>
        <p:pic>
          <p:nvPicPr>
            <p:cNvPr id="333" name="Picture 332">
              <a:extLst>
                <a:ext uri="{FF2B5EF4-FFF2-40B4-BE49-F238E27FC236}">
                  <a16:creationId xmlns:a16="http://schemas.microsoft.com/office/drawing/2014/main" id="{03322B08-5F91-2484-D2B9-940035A5C591}"/>
                </a:ext>
              </a:extLst>
            </p:cNvPr>
            <p:cNvPicPr>
              <a:picLocks noChangeAspect="1"/>
            </p:cNvPicPr>
            <p:nvPr/>
          </p:nvPicPr>
          <p:blipFill>
            <a:blip r:embed="rId5"/>
            <a:stretch>
              <a:fillRect/>
            </a:stretch>
          </p:blipFill>
          <p:spPr>
            <a:xfrm>
              <a:off x="511944" y="5015669"/>
              <a:ext cx="295239" cy="304764"/>
            </a:xfrm>
            <a:prstGeom prst="rect">
              <a:avLst/>
            </a:prstGeom>
          </p:spPr>
        </p:pic>
      </p:grpSp>
      <p:grpSp>
        <p:nvGrpSpPr>
          <p:cNvPr id="4" name="Group 3">
            <a:extLst>
              <a:ext uri="{FF2B5EF4-FFF2-40B4-BE49-F238E27FC236}">
                <a16:creationId xmlns:a16="http://schemas.microsoft.com/office/drawing/2014/main" id="{AFCE4547-6FC5-B3CF-2312-D1D49F6B7307}"/>
              </a:ext>
            </a:extLst>
          </p:cNvPr>
          <p:cNvGrpSpPr/>
          <p:nvPr/>
        </p:nvGrpSpPr>
        <p:grpSpPr>
          <a:xfrm>
            <a:off x="3302877" y="1639243"/>
            <a:ext cx="2628215" cy="4754331"/>
            <a:chOff x="3148431" y="1639242"/>
            <a:chExt cx="2628215" cy="4754331"/>
          </a:xfrm>
        </p:grpSpPr>
        <p:grpSp>
          <p:nvGrpSpPr>
            <p:cNvPr id="10" name="Group 9">
              <a:extLst>
                <a:ext uri="{FF2B5EF4-FFF2-40B4-BE49-F238E27FC236}">
                  <a16:creationId xmlns:a16="http://schemas.microsoft.com/office/drawing/2014/main" id="{9AD6E175-DE50-20BA-4C6A-100C53C13492}"/>
                </a:ext>
              </a:extLst>
            </p:cNvPr>
            <p:cNvGrpSpPr/>
            <p:nvPr/>
          </p:nvGrpSpPr>
          <p:grpSpPr>
            <a:xfrm>
              <a:off x="3148431" y="1639242"/>
              <a:ext cx="2628215" cy="4754331"/>
              <a:chOff x="8753608" y="1572882"/>
              <a:chExt cx="2628900" cy="4755569"/>
            </a:xfrm>
          </p:grpSpPr>
          <p:sp>
            <p:nvSpPr>
              <p:cNvPr id="190" name="Rectangle: Rounded Corners 189">
                <a:extLst>
                  <a:ext uri="{FF2B5EF4-FFF2-40B4-BE49-F238E27FC236}">
                    <a16:creationId xmlns:a16="http://schemas.microsoft.com/office/drawing/2014/main" id="{8D3DDC6E-C8BD-A5A5-2E1F-A181350F1250}"/>
                  </a:ext>
                </a:extLst>
              </p:cNvPr>
              <p:cNvSpPr/>
              <p:nvPr/>
            </p:nvSpPr>
            <p:spPr>
              <a:xfrm>
                <a:off x="8753608" y="1572882"/>
                <a:ext cx="2628900" cy="4755569"/>
              </a:xfrm>
              <a:prstGeom prst="roundRect">
                <a:avLst>
                  <a:gd name="adj" fmla="val 10312"/>
                </a:avLst>
              </a:prstGeom>
              <a:solidFill>
                <a:srgbClr val="FFFFFF"/>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91" name="Oval 190">
                <a:extLst>
                  <a:ext uri="{FF2B5EF4-FFF2-40B4-BE49-F238E27FC236}">
                    <a16:creationId xmlns:a16="http://schemas.microsoft.com/office/drawing/2014/main" id="{9EA0299A-432E-B094-6BAA-EC42354C1BB0}"/>
                  </a:ext>
                </a:extLst>
              </p:cNvPr>
              <p:cNvSpPr/>
              <p:nvPr/>
            </p:nvSpPr>
            <p:spPr>
              <a:xfrm>
                <a:off x="10023430" y="1625473"/>
                <a:ext cx="89256" cy="87458"/>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94" name="Speech Bubble: Rectangle with Corners Rounded 193">
                <a:extLst>
                  <a:ext uri="{FF2B5EF4-FFF2-40B4-BE49-F238E27FC236}">
                    <a16:creationId xmlns:a16="http://schemas.microsoft.com/office/drawing/2014/main" id="{CBC27227-0074-F0ED-9810-F79D8FD90387}"/>
                  </a:ext>
                </a:extLst>
              </p:cNvPr>
              <p:cNvSpPr/>
              <p:nvPr/>
            </p:nvSpPr>
            <p:spPr>
              <a:xfrm>
                <a:off x="9282948" y="2203960"/>
                <a:ext cx="1982968" cy="349967"/>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Please specify briefly on what went well in the interaction.</a:t>
                </a:r>
              </a:p>
            </p:txBody>
          </p:sp>
          <p:grpSp>
            <p:nvGrpSpPr>
              <p:cNvPr id="197" name="Group 196">
                <a:extLst>
                  <a:ext uri="{FF2B5EF4-FFF2-40B4-BE49-F238E27FC236}">
                    <a16:creationId xmlns:a16="http://schemas.microsoft.com/office/drawing/2014/main" id="{E7CA6C97-7716-D8A0-BC71-0A8653788957}"/>
                  </a:ext>
                </a:extLst>
              </p:cNvPr>
              <p:cNvGrpSpPr/>
              <p:nvPr/>
            </p:nvGrpSpPr>
            <p:grpSpPr>
              <a:xfrm>
                <a:off x="8934147" y="2600581"/>
                <a:ext cx="2326931" cy="683956"/>
                <a:chOff x="424422" y="2617077"/>
                <a:chExt cx="2326931" cy="683956"/>
              </a:xfrm>
            </p:grpSpPr>
            <p:grpSp>
              <p:nvGrpSpPr>
                <p:cNvPr id="198" name="Group 197">
                  <a:extLst>
                    <a:ext uri="{FF2B5EF4-FFF2-40B4-BE49-F238E27FC236}">
                      <a16:creationId xmlns:a16="http://schemas.microsoft.com/office/drawing/2014/main" id="{01D580C0-B5B8-9C26-3FD5-A97347B6D0C3}"/>
                    </a:ext>
                  </a:extLst>
                </p:cNvPr>
                <p:cNvGrpSpPr/>
                <p:nvPr/>
              </p:nvGrpSpPr>
              <p:grpSpPr>
                <a:xfrm>
                  <a:off x="2463353" y="2653898"/>
                  <a:ext cx="288000" cy="282197"/>
                  <a:chOff x="9355015" y="1420905"/>
                  <a:chExt cx="288000" cy="288000"/>
                </a:xfrm>
              </p:grpSpPr>
              <p:sp>
                <p:nvSpPr>
                  <p:cNvPr id="200" name="Oval 199">
                    <a:extLst>
                      <a:ext uri="{FF2B5EF4-FFF2-40B4-BE49-F238E27FC236}">
                        <a16:creationId xmlns:a16="http://schemas.microsoft.com/office/drawing/2014/main" id="{AB774942-583A-0AC5-3931-3AC4B383EFF6}"/>
                      </a:ext>
                    </a:extLst>
                  </p:cNvPr>
                  <p:cNvSpPr/>
                  <p:nvPr/>
                </p:nvSpPr>
                <p:spPr>
                  <a:xfrm>
                    <a:off x="9355015" y="1420905"/>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201" name="Google Shape;1601;p48">
                    <a:extLst>
                      <a:ext uri="{FF2B5EF4-FFF2-40B4-BE49-F238E27FC236}">
                        <a16:creationId xmlns:a16="http://schemas.microsoft.com/office/drawing/2014/main" id="{64425CC2-DACA-F7A3-F67F-45E74D0D0BC8}"/>
                      </a:ext>
                    </a:extLst>
                  </p:cNvPr>
                  <p:cNvPicPr preferRelativeResize="0"/>
                  <p:nvPr/>
                </p:nvPicPr>
                <p:blipFill rotWithShape="1">
                  <a:blip r:embed="rId3">
                    <a:alphaModFix/>
                  </a:blip>
                  <a:srcRect/>
                  <a:stretch/>
                </p:blipFill>
                <p:spPr>
                  <a:xfrm>
                    <a:off x="9428285" y="1494094"/>
                    <a:ext cx="145677" cy="141632"/>
                  </a:xfrm>
                  <a:prstGeom prst="rect">
                    <a:avLst/>
                  </a:prstGeom>
                  <a:noFill/>
                  <a:ln>
                    <a:noFill/>
                  </a:ln>
                </p:spPr>
              </p:pic>
            </p:grpSp>
            <p:sp>
              <p:nvSpPr>
                <p:cNvPr id="199" name="Speech Bubble: Rectangle with Corners Rounded 198">
                  <a:extLst>
                    <a:ext uri="{FF2B5EF4-FFF2-40B4-BE49-F238E27FC236}">
                      <a16:creationId xmlns:a16="http://schemas.microsoft.com/office/drawing/2014/main" id="{83801D3E-9D3B-6286-7CFE-18DADCF34E5D}"/>
                    </a:ext>
                  </a:extLst>
                </p:cNvPr>
                <p:cNvSpPr/>
                <p:nvPr/>
              </p:nvSpPr>
              <p:spPr>
                <a:xfrm flipH="1">
                  <a:off x="424422" y="2617077"/>
                  <a:ext cx="1982968" cy="683956"/>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I appreciated the succinctness of the presentation. I appreciated their </a:t>
                  </a:r>
                  <a:r>
                    <a:rPr lang="en-US" sz="900" b="1">
                      <a:solidFill>
                        <a:srgbClr val="000000"/>
                      </a:solidFill>
                      <a:latin typeface="Arial" panose="020B0604020202020204"/>
                    </a:rPr>
                    <a:t>ability to immediately answer my questions</a:t>
                  </a:r>
                  <a:r>
                    <a:rPr lang="en-US" sz="900">
                      <a:solidFill>
                        <a:srgbClr val="000000"/>
                      </a:solidFill>
                      <a:latin typeface="Arial" panose="020B0604020202020204"/>
                    </a:rPr>
                    <a:t>. I appreciated the </a:t>
                  </a:r>
                  <a:r>
                    <a:rPr lang="en-US" sz="900" b="1">
                      <a:solidFill>
                        <a:srgbClr val="000000"/>
                      </a:solidFill>
                      <a:latin typeface="Arial" panose="020B0604020202020204"/>
                    </a:rPr>
                    <a:t>efficient </a:t>
                  </a:r>
                  <a:r>
                    <a:rPr lang="en-US" sz="900">
                      <a:solidFill>
                        <a:srgbClr val="000000"/>
                      </a:solidFill>
                      <a:latin typeface="Arial" panose="020B0604020202020204"/>
                    </a:rPr>
                    <a:t>use of my time</a:t>
                  </a:r>
                </a:p>
              </p:txBody>
            </p:sp>
          </p:grpSp>
          <p:cxnSp>
            <p:nvCxnSpPr>
              <p:cNvPr id="202" name="Straight Connector 201">
                <a:extLst>
                  <a:ext uri="{FF2B5EF4-FFF2-40B4-BE49-F238E27FC236}">
                    <a16:creationId xmlns:a16="http://schemas.microsoft.com/office/drawing/2014/main" id="{55A99489-456F-FC2C-B970-220E9D5BBA97}"/>
                  </a:ext>
                </a:extLst>
              </p:cNvPr>
              <p:cNvCxnSpPr>
                <a:cxnSpLocks/>
              </p:cNvCxnSpPr>
              <p:nvPr/>
            </p:nvCxnSpPr>
            <p:spPr>
              <a:xfrm flipH="1">
                <a:off x="9648377" y="6293989"/>
                <a:ext cx="839362" cy="0"/>
              </a:xfrm>
              <a:prstGeom prst="line">
                <a:avLst/>
              </a:prstGeom>
              <a:ln w="381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3" name="Rectangle 202">
                <a:extLst>
                  <a:ext uri="{FF2B5EF4-FFF2-40B4-BE49-F238E27FC236}">
                    <a16:creationId xmlns:a16="http://schemas.microsoft.com/office/drawing/2014/main" id="{6A6F364B-11AA-C5D4-E602-C8DEBAF6D51C}"/>
                  </a:ext>
                </a:extLst>
              </p:cNvPr>
              <p:cNvSpPr/>
              <p:nvPr/>
            </p:nvSpPr>
            <p:spPr>
              <a:xfrm>
                <a:off x="8753608" y="1793413"/>
                <a:ext cx="2628900" cy="3499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GB" sz="1000" b="1">
                    <a:solidFill>
                      <a:srgbClr val="FFFFFF"/>
                    </a:solidFill>
                    <a:latin typeface="Arial" panose="020B0604020202020204"/>
                  </a:rPr>
                  <a:t>    ZoomRx Study</a:t>
                </a:r>
                <a:endParaRPr lang="en-IN" sz="1000" b="1">
                  <a:solidFill>
                    <a:srgbClr val="FFFFFF"/>
                  </a:solidFill>
                  <a:latin typeface="Arial" panose="020B0604020202020204"/>
                </a:endParaRPr>
              </a:p>
            </p:txBody>
          </p:sp>
          <p:pic>
            <p:nvPicPr>
              <p:cNvPr id="204" name="Picture 6" descr="Hamburger Menu Icons (Three Line Menu Icon / Navicon) Different Ways |  CSS-Tricks - CSS-Tricks">
                <a:extLst>
                  <a:ext uri="{FF2B5EF4-FFF2-40B4-BE49-F238E27FC236}">
                    <a16:creationId xmlns:a16="http://schemas.microsoft.com/office/drawing/2014/main" id="{DED6B5DA-9E5C-CBBC-B856-D464D4FBB8D0}"/>
                  </a:ext>
                </a:extLst>
              </p:cNvPr>
              <p:cNvPicPr>
                <a:picLocks noChangeAspect="1" noChangeArrowheads="1"/>
              </p:cNvPicPr>
              <p:nvPr/>
            </p:nvPicPr>
            <p:blipFill>
              <a:blip r:embed="rId4">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11094143" y="1897205"/>
                <a:ext cx="253106" cy="165339"/>
              </a:xfrm>
              <a:prstGeom prst="rect">
                <a:avLst/>
              </a:prstGeom>
              <a:noFill/>
              <a:extLst>
                <a:ext uri="{909E8E84-426E-40DD-AFC4-6F175D3DCCD1}">
                  <a14:hiddenFill xmlns:a14="http://schemas.microsoft.com/office/drawing/2010/main">
                    <a:solidFill>
                      <a:srgbClr val="FFFFFF"/>
                    </a:solidFill>
                  </a14:hiddenFill>
                </a:ext>
              </a:extLst>
            </p:spPr>
          </p:pic>
          <p:cxnSp>
            <p:nvCxnSpPr>
              <p:cNvPr id="205" name="Straight Arrow Connector 204">
                <a:extLst>
                  <a:ext uri="{FF2B5EF4-FFF2-40B4-BE49-F238E27FC236}">
                    <a16:creationId xmlns:a16="http://schemas.microsoft.com/office/drawing/2014/main" id="{3CDACD93-3960-DFF4-D4AF-188216224364}"/>
                  </a:ext>
                </a:extLst>
              </p:cNvPr>
              <p:cNvCxnSpPr>
                <a:cxnSpLocks/>
              </p:cNvCxnSpPr>
              <p:nvPr/>
            </p:nvCxnSpPr>
            <p:spPr>
              <a:xfrm>
                <a:off x="8802313" y="1970637"/>
                <a:ext cx="103695" cy="0"/>
              </a:xfrm>
              <a:prstGeom prst="straightConnector1">
                <a:avLst/>
              </a:prstGeom>
              <a:ln>
                <a:solidFill>
                  <a:schemeClr val="bg1">
                    <a:lumMod val="95000"/>
                  </a:schemeClr>
                </a:solidFill>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206" name="Group 205">
                <a:extLst>
                  <a:ext uri="{FF2B5EF4-FFF2-40B4-BE49-F238E27FC236}">
                    <a16:creationId xmlns:a16="http://schemas.microsoft.com/office/drawing/2014/main" id="{42F0C71E-D07A-D391-8BAD-B80F23F80FE9}"/>
                  </a:ext>
                </a:extLst>
              </p:cNvPr>
              <p:cNvGrpSpPr/>
              <p:nvPr/>
            </p:nvGrpSpPr>
            <p:grpSpPr>
              <a:xfrm>
                <a:off x="8934147" y="4241658"/>
                <a:ext cx="2326931" cy="456992"/>
                <a:chOff x="814579" y="3834899"/>
                <a:chExt cx="2326931" cy="456992"/>
              </a:xfrm>
            </p:grpSpPr>
            <p:grpSp>
              <p:nvGrpSpPr>
                <p:cNvPr id="207" name="Group 206">
                  <a:extLst>
                    <a:ext uri="{FF2B5EF4-FFF2-40B4-BE49-F238E27FC236}">
                      <a16:creationId xmlns:a16="http://schemas.microsoft.com/office/drawing/2014/main" id="{0ED86233-B465-0A88-FF57-799BF2FD35DB}"/>
                    </a:ext>
                  </a:extLst>
                </p:cNvPr>
                <p:cNvGrpSpPr/>
                <p:nvPr/>
              </p:nvGrpSpPr>
              <p:grpSpPr>
                <a:xfrm>
                  <a:off x="2853510" y="3866455"/>
                  <a:ext cx="288000" cy="288000"/>
                  <a:chOff x="9355015" y="2046446"/>
                  <a:chExt cx="288000" cy="288000"/>
                </a:xfrm>
              </p:grpSpPr>
              <p:sp>
                <p:nvSpPr>
                  <p:cNvPr id="209" name="Oval 208">
                    <a:extLst>
                      <a:ext uri="{FF2B5EF4-FFF2-40B4-BE49-F238E27FC236}">
                        <a16:creationId xmlns:a16="http://schemas.microsoft.com/office/drawing/2014/main" id="{F1AFF9EE-F13A-0971-6876-B61572AE8E9F}"/>
                      </a:ext>
                    </a:extLst>
                  </p:cNvPr>
                  <p:cNvSpPr/>
                  <p:nvPr/>
                </p:nvSpPr>
                <p:spPr>
                  <a:xfrm>
                    <a:off x="9355015" y="2046446"/>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210" name="Google Shape;1601;p48">
                    <a:extLst>
                      <a:ext uri="{FF2B5EF4-FFF2-40B4-BE49-F238E27FC236}">
                        <a16:creationId xmlns:a16="http://schemas.microsoft.com/office/drawing/2014/main" id="{E7EF9D46-0AB7-D1DD-45FF-B67077603CE4}"/>
                      </a:ext>
                    </a:extLst>
                  </p:cNvPr>
                  <p:cNvPicPr preferRelativeResize="0"/>
                  <p:nvPr/>
                </p:nvPicPr>
                <p:blipFill rotWithShape="1">
                  <a:blip r:embed="rId3">
                    <a:alphaModFix/>
                  </a:blip>
                  <a:srcRect/>
                  <a:stretch/>
                </p:blipFill>
                <p:spPr>
                  <a:xfrm>
                    <a:off x="9428285" y="2119639"/>
                    <a:ext cx="145677" cy="141632"/>
                  </a:xfrm>
                  <a:prstGeom prst="rect">
                    <a:avLst/>
                  </a:prstGeom>
                  <a:noFill/>
                  <a:ln>
                    <a:noFill/>
                  </a:ln>
                </p:spPr>
              </p:pic>
            </p:grpSp>
            <p:sp>
              <p:nvSpPr>
                <p:cNvPr id="208" name="Speech Bubble: Rectangle with Corners Rounded 207">
                  <a:extLst>
                    <a:ext uri="{FF2B5EF4-FFF2-40B4-BE49-F238E27FC236}">
                      <a16:creationId xmlns:a16="http://schemas.microsoft.com/office/drawing/2014/main" id="{D64CA970-F385-27AB-8928-23DC9812FC42}"/>
                    </a:ext>
                  </a:extLst>
                </p:cNvPr>
                <p:cNvSpPr/>
                <p:nvPr/>
              </p:nvSpPr>
              <p:spPr>
                <a:xfrm flipH="1">
                  <a:off x="814579" y="3834899"/>
                  <a:ext cx="1982968" cy="456992"/>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The sequence of slides that reflects a </a:t>
                  </a:r>
                  <a:r>
                    <a:rPr lang="en-US" sz="900" b="1">
                      <a:solidFill>
                        <a:srgbClr val="000000"/>
                      </a:solidFill>
                      <a:latin typeface="Arial" panose="020B0604020202020204"/>
                    </a:rPr>
                    <a:t>bare basics approach </a:t>
                  </a:r>
                  <a:r>
                    <a:rPr lang="en-US" sz="900">
                      <a:solidFill>
                        <a:srgbClr val="000000"/>
                      </a:solidFill>
                      <a:latin typeface="Arial" panose="020B0604020202020204"/>
                    </a:rPr>
                    <a:t>in order to best utilize my time</a:t>
                  </a:r>
                  <a:endParaRPr lang="en-GB" sz="900">
                    <a:solidFill>
                      <a:srgbClr val="000000"/>
                    </a:solidFill>
                    <a:latin typeface="Arial" panose="020B0604020202020204"/>
                  </a:endParaRPr>
                </a:p>
              </p:txBody>
            </p:sp>
          </p:grpSp>
          <p:sp>
            <p:nvSpPr>
              <p:cNvPr id="213" name="Speech Bubble: Rectangle with Corners Rounded 212">
                <a:extLst>
                  <a:ext uri="{FF2B5EF4-FFF2-40B4-BE49-F238E27FC236}">
                    <a16:creationId xmlns:a16="http://schemas.microsoft.com/office/drawing/2014/main" id="{C08A5423-010F-020C-4647-29713315BCBF}"/>
                  </a:ext>
                </a:extLst>
              </p:cNvPr>
              <p:cNvSpPr/>
              <p:nvPr/>
            </p:nvSpPr>
            <p:spPr>
              <a:xfrm>
                <a:off x="9282948" y="3325774"/>
                <a:ext cx="1982968" cy="864760"/>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Can you share more about how the Pfizer sales representative managed to be succinct and efficient during the presentation? What specific aspects of their approach stood out to you?</a:t>
                </a:r>
                <a:endParaRPr lang="en-IN" sz="900" i="1">
                  <a:solidFill>
                    <a:srgbClr val="000000"/>
                  </a:solidFill>
                  <a:latin typeface="Arial" panose="020B0604020202020204"/>
                </a:endParaRPr>
              </a:p>
            </p:txBody>
          </p:sp>
          <p:sp>
            <p:nvSpPr>
              <p:cNvPr id="218" name="Speech Bubble: Rectangle with Corners Rounded 217">
                <a:extLst>
                  <a:ext uri="{FF2B5EF4-FFF2-40B4-BE49-F238E27FC236}">
                    <a16:creationId xmlns:a16="http://schemas.microsoft.com/office/drawing/2014/main" id="{C16A00EA-7F67-3D74-9D15-1592D9750C3B}"/>
                  </a:ext>
                </a:extLst>
              </p:cNvPr>
              <p:cNvSpPr/>
              <p:nvPr/>
            </p:nvSpPr>
            <p:spPr>
              <a:xfrm>
                <a:off x="9282948" y="4750466"/>
                <a:ext cx="1982968" cy="879604"/>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Could you elaborate on how the "bare basics" approach in the slide sequence contributed to the effectiveness of the presentation? What elements of this approach did you find most beneficial?</a:t>
                </a:r>
                <a:endParaRPr lang="en-IN" sz="900" i="1">
                  <a:solidFill>
                    <a:srgbClr val="000000"/>
                  </a:solidFill>
                  <a:latin typeface="Arial" panose="020B0604020202020204"/>
                </a:endParaRPr>
              </a:p>
            </p:txBody>
          </p:sp>
          <p:grpSp>
            <p:nvGrpSpPr>
              <p:cNvPr id="221" name="Group 220">
                <a:extLst>
                  <a:ext uri="{FF2B5EF4-FFF2-40B4-BE49-F238E27FC236}">
                    <a16:creationId xmlns:a16="http://schemas.microsoft.com/office/drawing/2014/main" id="{95C625B8-36D1-7206-D628-22B3A2FAAA57}"/>
                  </a:ext>
                </a:extLst>
              </p:cNvPr>
              <p:cNvGrpSpPr/>
              <p:nvPr/>
            </p:nvGrpSpPr>
            <p:grpSpPr>
              <a:xfrm>
                <a:off x="8906007" y="5670726"/>
                <a:ext cx="2355071" cy="542546"/>
                <a:chOff x="786439" y="4276387"/>
                <a:chExt cx="2355071" cy="542546"/>
              </a:xfrm>
            </p:grpSpPr>
            <p:grpSp>
              <p:nvGrpSpPr>
                <p:cNvPr id="222" name="Group 221">
                  <a:extLst>
                    <a:ext uri="{FF2B5EF4-FFF2-40B4-BE49-F238E27FC236}">
                      <a16:creationId xmlns:a16="http://schemas.microsoft.com/office/drawing/2014/main" id="{28124451-3C6A-8EB1-D975-2EC7950C2A7D}"/>
                    </a:ext>
                  </a:extLst>
                </p:cNvPr>
                <p:cNvGrpSpPr/>
                <p:nvPr/>
              </p:nvGrpSpPr>
              <p:grpSpPr>
                <a:xfrm>
                  <a:off x="2853510" y="4293693"/>
                  <a:ext cx="288000" cy="288000"/>
                  <a:chOff x="9355015" y="2473684"/>
                  <a:chExt cx="288000" cy="288000"/>
                </a:xfrm>
              </p:grpSpPr>
              <p:sp>
                <p:nvSpPr>
                  <p:cNvPr id="224" name="Oval 223">
                    <a:extLst>
                      <a:ext uri="{FF2B5EF4-FFF2-40B4-BE49-F238E27FC236}">
                        <a16:creationId xmlns:a16="http://schemas.microsoft.com/office/drawing/2014/main" id="{CA73DEEB-B5AC-31AC-D791-EE779498BC9C}"/>
                      </a:ext>
                    </a:extLst>
                  </p:cNvPr>
                  <p:cNvSpPr/>
                  <p:nvPr/>
                </p:nvSpPr>
                <p:spPr>
                  <a:xfrm>
                    <a:off x="9355015" y="2473684"/>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225" name="Google Shape;1601;p48">
                    <a:extLst>
                      <a:ext uri="{FF2B5EF4-FFF2-40B4-BE49-F238E27FC236}">
                        <a16:creationId xmlns:a16="http://schemas.microsoft.com/office/drawing/2014/main" id="{B896454D-C7B2-E18F-66C7-210D8D5A5151}"/>
                      </a:ext>
                    </a:extLst>
                  </p:cNvPr>
                  <p:cNvPicPr preferRelativeResize="0"/>
                  <p:nvPr/>
                </p:nvPicPr>
                <p:blipFill rotWithShape="1">
                  <a:blip r:embed="rId3">
                    <a:alphaModFix/>
                  </a:blip>
                  <a:srcRect/>
                  <a:stretch/>
                </p:blipFill>
                <p:spPr>
                  <a:xfrm>
                    <a:off x="9428285" y="2546898"/>
                    <a:ext cx="145677" cy="141632"/>
                  </a:xfrm>
                  <a:prstGeom prst="rect">
                    <a:avLst/>
                  </a:prstGeom>
                  <a:noFill/>
                  <a:ln>
                    <a:noFill/>
                  </a:ln>
                </p:spPr>
              </p:pic>
            </p:grpSp>
            <p:sp>
              <p:nvSpPr>
                <p:cNvPr id="223" name="Speech Bubble: Rectangle with Corners Rounded 222">
                  <a:extLst>
                    <a:ext uri="{FF2B5EF4-FFF2-40B4-BE49-F238E27FC236}">
                      <a16:creationId xmlns:a16="http://schemas.microsoft.com/office/drawing/2014/main" id="{04180955-68EF-5AC3-F16E-BD6A504447B5}"/>
                    </a:ext>
                  </a:extLst>
                </p:cNvPr>
                <p:cNvSpPr/>
                <p:nvPr/>
              </p:nvSpPr>
              <p:spPr>
                <a:xfrm flipH="1">
                  <a:off x="786439" y="4276387"/>
                  <a:ext cx="2011107" cy="542546"/>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lumMod val="85000"/>
                          <a:lumOff val="15000"/>
                        </a:srgbClr>
                      </a:solidFill>
                      <a:latin typeface="Arial" panose="020B0604020202020204"/>
                    </a:rPr>
                    <a:t>They hit the </a:t>
                  </a:r>
                  <a:r>
                    <a:rPr lang="en-US" sz="900" b="1">
                      <a:solidFill>
                        <a:srgbClr val="000000">
                          <a:lumMod val="85000"/>
                          <a:lumOff val="15000"/>
                        </a:srgbClr>
                      </a:solidFill>
                      <a:latin typeface="Arial" panose="020B0604020202020204"/>
                    </a:rPr>
                    <a:t>high points of effectiveness</a:t>
                  </a:r>
                  <a:r>
                    <a:rPr lang="en-US" sz="900">
                      <a:solidFill>
                        <a:srgbClr val="000000">
                          <a:lumMod val="85000"/>
                          <a:lumOff val="15000"/>
                        </a:srgbClr>
                      </a:solidFill>
                      <a:latin typeface="Arial" panose="020B0604020202020204"/>
                    </a:rPr>
                    <a:t>, when to give, what it's trying to prevent, </a:t>
                  </a:r>
                  <a:r>
                    <a:rPr lang="en-US" sz="900" b="1">
                      <a:solidFill>
                        <a:srgbClr val="000000">
                          <a:lumMod val="85000"/>
                          <a:lumOff val="15000"/>
                        </a:srgbClr>
                      </a:solidFill>
                      <a:latin typeface="Arial" panose="020B0604020202020204"/>
                    </a:rPr>
                    <a:t>cost and coverage</a:t>
                  </a:r>
                  <a:r>
                    <a:rPr lang="en-US" sz="900">
                      <a:solidFill>
                        <a:srgbClr val="000000">
                          <a:lumMod val="85000"/>
                          <a:lumOff val="15000"/>
                        </a:srgbClr>
                      </a:solidFill>
                      <a:latin typeface="Arial" panose="020B0604020202020204"/>
                    </a:rPr>
                    <a:t>.</a:t>
                  </a:r>
                  <a:endParaRPr lang="en-GB" sz="900">
                    <a:solidFill>
                      <a:srgbClr val="000000">
                        <a:lumMod val="85000"/>
                        <a:lumOff val="15000"/>
                      </a:srgbClr>
                    </a:solidFill>
                    <a:latin typeface="Arial" panose="020B0604020202020204"/>
                  </a:endParaRPr>
                </a:p>
              </p:txBody>
            </p:sp>
          </p:grpSp>
        </p:grpSp>
        <p:pic>
          <p:nvPicPr>
            <p:cNvPr id="334" name="Picture 333">
              <a:extLst>
                <a:ext uri="{FF2B5EF4-FFF2-40B4-BE49-F238E27FC236}">
                  <a16:creationId xmlns:a16="http://schemas.microsoft.com/office/drawing/2014/main" id="{DB1C234C-8FE7-1A05-FF39-8F93CEC31015}"/>
                </a:ext>
              </a:extLst>
            </p:cNvPr>
            <p:cNvPicPr>
              <a:picLocks noChangeAspect="1"/>
            </p:cNvPicPr>
            <p:nvPr/>
          </p:nvPicPr>
          <p:blipFill>
            <a:blip r:embed="rId5"/>
            <a:stretch>
              <a:fillRect/>
            </a:stretch>
          </p:blipFill>
          <p:spPr>
            <a:xfrm>
              <a:off x="3315374" y="2286276"/>
              <a:ext cx="295239" cy="304764"/>
            </a:xfrm>
            <a:prstGeom prst="rect">
              <a:avLst/>
            </a:prstGeom>
          </p:spPr>
        </p:pic>
        <p:pic>
          <p:nvPicPr>
            <p:cNvPr id="335" name="Picture 334">
              <a:extLst>
                <a:ext uri="{FF2B5EF4-FFF2-40B4-BE49-F238E27FC236}">
                  <a16:creationId xmlns:a16="http://schemas.microsoft.com/office/drawing/2014/main" id="{0E8C53A8-4553-EDB6-2508-FE59984C16AC}"/>
                </a:ext>
              </a:extLst>
            </p:cNvPr>
            <p:cNvPicPr>
              <a:picLocks noChangeAspect="1"/>
            </p:cNvPicPr>
            <p:nvPr/>
          </p:nvPicPr>
          <p:blipFill>
            <a:blip r:embed="rId5"/>
            <a:stretch>
              <a:fillRect/>
            </a:stretch>
          </p:blipFill>
          <p:spPr>
            <a:xfrm>
              <a:off x="3315374" y="3433879"/>
              <a:ext cx="295239" cy="304764"/>
            </a:xfrm>
            <a:prstGeom prst="rect">
              <a:avLst/>
            </a:prstGeom>
          </p:spPr>
        </p:pic>
        <p:pic>
          <p:nvPicPr>
            <p:cNvPr id="336" name="Picture 335">
              <a:extLst>
                <a:ext uri="{FF2B5EF4-FFF2-40B4-BE49-F238E27FC236}">
                  <a16:creationId xmlns:a16="http://schemas.microsoft.com/office/drawing/2014/main" id="{18D05056-685D-C042-B18B-2E233C41ABD6}"/>
                </a:ext>
              </a:extLst>
            </p:cNvPr>
            <p:cNvPicPr>
              <a:picLocks noChangeAspect="1"/>
            </p:cNvPicPr>
            <p:nvPr/>
          </p:nvPicPr>
          <p:blipFill>
            <a:blip r:embed="rId5"/>
            <a:stretch>
              <a:fillRect/>
            </a:stretch>
          </p:blipFill>
          <p:spPr>
            <a:xfrm>
              <a:off x="3315374" y="4840142"/>
              <a:ext cx="295239" cy="304764"/>
            </a:xfrm>
            <a:prstGeom prst="rect">
              <a:avLst/>
            </a:prstGeom>
          </p:spPr>
        </p:pic>
      </p:grpSp>
      <p:grpSp>
        <p:nvGrpSpPr>
          <p:cNvPr id="18" name="Group 17">
            <a:extLst>
              <a:ext uri="{FF2B5EF4-FFF2-40B4-BE49-F238E27FC236}">
                <a16:creationId xmlns:a16="http://schemas.microsoft.com/office/drawing/2014/main" id="{6C203698-1282-BD02-EBEA-298ECD854384}"/>
              </a:ext>
            </a:extLst>
          </p:cNvPr>
          <p:cNvGrpSpPr/>
          <p:nvPr/>
        </p:nvGrpSpPr>
        <p:grpSpPr>
          <a:xfrm>
            <a:off x="6248476" y="1639243"/>
            <a:ext cx="2628216" cy="4754331"/>
            <a:chOff x="6379875" y="1639242"/>
            <a:chExt cx="2628216" cy="4754331"/>
          </a:xfrm>
        </p:grpSpPr>
        <p:grpSp>
          <p:nvGrpSpPr>
            <p:cNvPr id="13" name="Group 12">
              <a:extLst>
                <a:ext uri="{FF2B5EF4-FFF2-40B4-BE49-F238E27FC236}">
                  <a16:creationId xmlns:a16="http://schemas.microsoft.com/office/drawing/2014/main" id="{862A8422-E7E7-B82B-83FA-D77785893608}"/>
                </a:ext>
              </a:extLst>
            </p:cNvPr>
            <p:cNvGrpSpPr/>
            <p:nvPr/>
          </p:nvGrpSpPr>
          <p:grpSpPr>
            <a:xfrm>
              <a:off x="6379875" y="1639242"/>
              <a:ext cx="2628216" cy="4754331"/>
              <a:chOff x="3197833" y="1631139"/>
              <a:chExt cx="2628900" cy="4755569"/>
            </a:xfrm>
          </p:grpSpPr>
          <p:sp>
            <p:nvSpPr>
              <p:cNvPr id="118" name="Rectangle: Rounded Corners 117">
                <a:extLst>
                  <a:ext uri="{FF2B5EF4-FFF2-40B4-BE49-F238E27FC236}">
                    <a16:creationId xmlns:a16="http://schemas.microsoft.com/office/drawing/2014/main" id="{33B91A37-42FE-58E4-C039-345B75E99A3E}"/>
                  </a:ext>
                </a:extLst>
              </p:cNvPr>
              <p:cNvSpPr/>
              <p:nvPr/>
            </p:nvSpPr>
            <p:spPr>
              <a:xfrm>
                <a:off x="3197833" y="1631139"/>
                <a:ext cx="2628900" cy="4755569"/>
              </a:xfrm>
              <a:prstGeom prst="roundRect">
                <a:avLst>
                  <a:gd name="adj" fmla="val 10312"/>
                </a:avLst>
              </a:prstGeom>
              <a:solidFill>
                <a:srgbClr val="FFFFFF"/>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19" name="Oval 118">
                <a:extLst>
                  <a:ext uri="{FF2B5EF4-FFF2-40B4-BE49-F238E27FC236}">
                    <a16:creationId xmlns:a16="http://schemas.microsoft.com/office/drawing/2014/main" id="{3169BD58-A390-2EDB-37CE-CAEB1BB0BE2A}"/>
                  </a:ext>
                </a:extLst>
              </p:cNvPr>
              <p:cNvSpPr/>
              <p:nvPr/>
            </p:nvSpPr>
            <p:spPr>
              <a:xfrm>
                <a:off x="4467655" y="1683730"/>
                <a:ext cx="89256" cy="87458"/>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22" name="Speech Bubble: Rectangle with Corners Rounded 121">
                <a:extLst>
                  <a:ext uri="{FF2B5EF4-FFF2-40B4-BE49-F238E27FC236}">
                    <a16:creationId xmlns:a16="http://schemas.microsoft.com/office/drawing/2014/main" id="{7FA07139-FF4F-E406-809C-459942D77F4D}"/>
                  </a:ext>
                </a:extLst>
              </p:cNvPr>
              <p:cNvSpPr/>
              <p:nvPr/>
            </p:nvSpPr>
            <p:spPr>
              <a:xfrm>
                <a:off x="3727173" y="2262217"/>
                <a:ext cx="1982968" cy="349967"/>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Please specify briefly on what went well in the interaction.</a:t>
                </a:r>
              </a:p>
            </p:txBody>
          </p:sp>
          <p:grpSp>
            <p:nvGrpSpPr>
              <p:cNvPr id="125" name="Group 124">
                <a:extLst>
                  <a:ext uri="{FF2B5EF4-FFF2-40B4-BE49-F238E27FC236}">
                    <a16:creationId xmlns:a16="http://schemas.microsoft.com/office/drawing/2014/main" id="{B8C9D28F-DA0D-2A0C-5895-42473FE35E0A}"/>
                  </a:ext>
                </a:extLst>
              </p:cNvPr>
              <p:cNvGrpSpPr/>
              <p:nvPr/>
            </p:nvGrpSpPr>
            <p:grpSpPr>
              <a:xfrm>
                <a:off x="3295650" y="2680434"/>
                <a:ext cx="2409653" cy="449074"/>
                <a:chOff x="341700" y="2580663"/>
                <a:chExt cx="2409653" cy="449074"/>
              </a:xfrm>
            </p:grpSpPr>
            <p:grpSp>
              <p:nvGrpSpPr>
                <p:cNvPr id="126" name="Group 125">
                  <a:extLst>
                    <a:ext uri="{FF2B5EF4-FFF2-40B4-BE49-F238E27FC236}">
                      <a16:creationId xmlns:a16="http://schemas.microsoft.com/office/drawing/2014/main" id="{D7B32EB7-92CF-8419-4343-A34B1990328D}"/>
                    </a:ext>
                  </a:extLst>
                </p:cNvPr>
                <p:cNvGrpSpPr/>
                <p:nvPr/>
              </p:nvGrpSpPr>
              <p:grpSpPr>
                <a:xfrm>
                  <a:off x="2463353" y="2598647"/>
                  <a:ext cx="288000" cy="282197"/>
                  <a:chOff x="9355015" y="1364514"/>
                  <a:chExt cx="288000" cy="288000"/>
                </a:xfrm>
              </p:grpSpPr>
              <p:sp>
                <p:nvSpPr>
                  <p:cNvPr id="128" name="Oval 127">
                    <a:extLst>
                      <a:ext uri="{FF2B5EF4-FFF2-40B4-BE49-F238E27FC236}">
                        <a16:creationId xmlns:a16="http://schemas.microsoft.com/office/drawing/2014/main" id="{E42BFC0D-56DC-6D17-3FEA-B3AE987E750A}"/>
                      </a:ext>
                    </a:extLst>
                  </p:cNvPr>
                  <p:cNvSpPr/>
                  <p:nvPr/>
                </p:nvSpPr>
                <p:spPr>
                  <a:xfrm>
                    <a:off x="9355015" y="1364514"/>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29" name="Google Shape;1601;p48">
                    <a:extLst>
                      <a:ext uri="{FF2B5EF4-FFF2-40B4-BE49-F238E27FC236}">
                        <a16:creationId xmlns:a16="http://schemas.microsoft.com/office/drawing/2014/main" id="{2A04D64B-D72D-9493-6F5D-C8AAD7917613}"/>
                      </a:ext>
                    </a:extLst>
                  </p:cNvPr>
                  <p:cNvPicPr preferRelativeResize="0"/>
                  <p:nvPr/>
                </p:nvPicPr>
                <p:blipFill rotWithShape="1">
                  <a:blip r:embed="rId3">
                    <a:alphaModFix/>
                  </a:blip>
                  <a:srcRect/>
                  <a:stretch/>
                </p:blipFill>
                <p:spPr>
                  <a:xfrm>
                    <a:off x="9428285" y="1437703"/>
                    <a:ext cx="145677" cy="141632"/>
                  </a:xfrm>
                  <a:prstGeom prst="rect">
                    <a:avLst/>
                  </a:prstGeom>
                  <a:noFill/>
                  <a:ln>
                    <a:noFill/>
                  </a:ln>
                </p:spPr>
              </p:pic>
            </p:grpSp>
            <p:sp>
              <p:nvSpPr>
                <p:cNvPr id="127" name="Speech Bubble: Rectangle with Corners Rounded 126">
                  <a:extLst>
                    <a:ext uri="{FF2B5EF4-FFF2-40B4-BE49-F238E27FC236}">
                      <a16:creationId xmlns:a16="http://schemas.microsoft.com/office/drawing/2014/main" id="{C0B6561D-613A-48AE-F34F-77C64665CC2F}"/>
                    </a:ext>
                  </a:extLst>
                </p:cNvPr>
                <p:cNvSpPr/>
                <p:nvPr/>
              </p:nvSpPr>
              <p:spPr>
                <a:xfrm flipH="1">
                  <a:off x="341700" y="2580663"/>
                  <a:ext cx="2104227" cy="449074"/>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Very </a:t>
                  </a:r>
                  <a:r>
                    <a:rPr lang="en-US" sz="900" b="1">
                      <a:solidFill>
                        <a:srgbClr val="000000"/>
                      </a:solidFill>
                      <a:latin typeface="Arial" panose="020B0604020202020204"/>
                    </a:rPr>
                    <a:t>respectful of time </a:t>
                  </a:r>
                  <a:r>
                    <a:rPr lang="en-US" sz="900">
                      <a:solidFill>
                        <a:srgbClr val="000000"/>
                      </a:solidFill>
                      <a:latin typeface="Arial" panose="020B0604020202020204"/>
                    </a:rPr>
                    <a:t>and our office schedules and presented to our staff well, supplemented by </a:t>
                  </a:r>
                  <a:r>
                    <a:rPr lang="en-US" sz="900" b="1">
                      <a:solidFill>
                        <a:srgbClr val="000000"/>
                      </a:solidFill>
                      <a:latin typeface="Arial" panose="020B0604020202020204"/>
                    </a:rPr>
                    <a:t>iPad imaging</a:t>
                  </a:r>
                </a:p>
              </p:txBody>
            </p:sp>
          </p:grpSp>
          <p:cxnSp>
            <p:nvCxnSpPr>
              <p:cNvPr id="130" name="Straight Connector 129">
                <a:extLst>
                  <a:ext uri="{FF2B5EF4-FFF2-40B4-BE49-F238E27FC236}">
                    <a16:creationId xmlns:a16="http://schemas.microsoft.com/office/drawing/2014/main" id="{A906F1D5-E362-7066-C7F3-DAD4FC75384C}"/>
                  </a:ext>
                </a:extLst>
              </p:cNvPr>
              <p:cNvCxnSpPr>
                <a:cxnSpLocks/>
              </p:cNvCxnSpPr>
              <p:nvPr/>
            </p:nvCxnSpPr>
            <p:spPr>
              <a:xfrm flipH="1">
                <a:off x="4092602" y="6352246"/>
                <a:ext cx="839362" cy="0"/>
              </a:xfrm>
              <a:prstGeom prst="line">
                <a:avLst/>
              </a:prstGeom>
              <a:ln w="381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FE90384A-78BA-67F5-00B3-A16A0928A711}"/>
                  </a:ext>
                </a:extLst>
              </p:cNvPr>
              <p:cNvSpPr/>
              <p:nvPr/>
            </p:nvSpPr>
            <p:spPr>
              <a:xfrm>
                <a:off x="3197833" y="1851670"/>
                <a:ext cx="2628900" cy="3499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GB" sz="1000" b="1">
                    <a:solidFill>
                      <a:srgbClr val="FFFFFF"/>
                    </a:solidFill>
                    <a:latin typeface="Arial" panose="020B0604020202020204"/>
                  </a:rPr>
                  <a:t>    ZoomRx Study</a:t>
                </a:r>
                <a:endParaRPr lang="en-IN" sz="1000" b="1">
                  <a:solidFill>
                    <a:srgbClr val="FFFFFF"/>
                  </a:solidFill>
                  <a:latin typeface="Arial" panose="020B0604020202020204"/>
                </a:endParaRPr>
              </a:p>
            </p:txBody>
          </p:sp>
          <p:pic>
            <p:nvPicPr>
              <p:cNvPr id="132" name="Picture 6" descr="Hamburger Menu Icons (Three Line Menu Icon / Navicon) Different Ways |  CSS-Tricks - CSS-Tricks">
                <a:extLst>
                  <a:ext uri="{FF2B5EF4-FFF2-40B4-BE49-F238E27FC236}">
                    <a16:creationId xmlns:a16="http://schemas.microsoft.com/office/drawing/2014/main" id="{6377F04B-2B55-7446-E575-CD449157A9AD}"/>
                  </a:ext>
                </a:extLst>
              </p:cNvPr>
              <p:cNvPicPr>
                <a:picLocks noChangeAspect="1" noChangeArrowheads="1"/>
              </p:cNvPicPr>
              <p:nvPr/>
            </p:nvPicPr>
            <p:blipFill>
              <a:blip r:embed="rId4">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5538368" y="1955462"/>
                <a:ext cx="253106" cy="165339"/>
              </a:xfrm>
              <a:prstGeom prst="rect">
                <a:avLst/>
              </a:prstGeom>
              <a:noFill/>
              <a:extLst>
                <a:ext uri="{909E8E84-426E-40DD-AFC4-6F175D3DCCD1}">
                  <a14:hiddenFill xmlns:a14="http://schemas.microsoft.com/office/drawing/2010/main">
                    <a:solidFill>
                      <a:srgbClr val="FFFFFF"/>
                    </a:solidFill>
                  </a14:hiddenFill>
                </a:ext>
              </a:extLst>
            </p:spPr>
          </p:pic>
          <p:cxnSp>
            <p:nvCxnSpPr>
              <p:cNvPr id="133" name="Straight Arrow Connector 132">
                <a:extLst>
                  <a:ext uri="{FF2B5EF4-FFF2-40B4-BE49-F238E27FC236}">
                    <a16:creationId xmlns:a16="http://schemas.microsoft.com/office/drawing/2014/main" id="{509311CE-7155-B740-831A-0718FDEBCECF}"/>
                  </a:ext>
                </a:extLst>
              </p:cNvPr>
              <p:cNvCxnSpPr>
                <a:cxnSpLocks/>
              </p:cNvCxnSpPr>
              <p:nvPr/>
            </p:nvCxnSpPr>
            <p:spPr>
              <a:xfrm>
                <a:off x="3246538" y="2028894"/>
                <a:ext cx="103695" cy="0"/>
              </a:xfrm>
              <a:prstGeom prst="straightConnector1">
                <a:avLst/>
              </a:prstGeom>
              <a:ln>
                <a:solidFill>
                  <a:schemeClr val="bg1">
                    <a:lumMod val="95000"/>
                  </a:schemeClr>
                </a:solidFill>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134" name="Group 133">
                <a:extLst>
                  <a:ext uri="{FF2B5EF4-FFF2-40B4-BE49-F238E27FC236}">
                    <a16:creationId xmlns:a16="http://schemas.microsoft.com/office/drawing/2014/main" id="{570E1F7E-D40E-B306-DC20-316C6702656A}"/>
                  </a:ext>
                </a:extLst>
              </p:cNvPr>
              <p:cNvGrpSpPr/>
              <p:nvPr/>
            </p:nvGrpSpPr>
            <p:grpSpPr>
              <a:xfrm>
                <a:off x="3308806" y="4006224"/>
                <a:ext cx="2396497" cy="635410"/>
                <a:chOff x="745013" y="3327993"/>
                <a:chExt cx="2396497" cy="635410"/>
              </a:xfrm>
            </p:grpSpPr>
            <p:grpSp>
              <p:nvGrpSpPr>
                <p:cNvPr id="135" name="Group 134">
                  <a:extLst>
                    <a:ext uri="{FF2B5EF4-FFF2-40B4-BE49-F238E27FC236}">
                      <a16:creationId xmlns:a16="http://schemas.microsoft.com/office/drawing/2014/main" id="{D9A57650-189B-9C6A-92FE-14557CF2CDFC}"/>
                    </a:ext>
                  </a:extLst>
                </p:cNvPr>
                <p:cNvGrpSpPr/>
                <p:nvPr/>
              </p:nvGrpSpPr>
              <p:grpSpPr>
                <a:xfrm>
                  <a:off x="2853510" y="3418017"/>
                  <a:ext cx="288000" cy="288000"/>
                  <a:chOff x="9355015" y="1598008"/>
                  <a:chExt cx="288000" cy="288000"/>
                </a:xfrm>
              </p:grpSpPr>
              <p:sp>
                <p:nvSpPr>
                  <p:cNvPr id="137" name="Oval 136">
                    <a:extLst>
                      <a:ext uri="{FF2B5EF4-FFF2-40B4-BE49-F238E27FC236}">
                        <a16:creationId xmlns:a16="http://schemas.microsoft.com/office/drawing/2014/main" id="{991A55D0-CAFF-47D2-D99C-EE7810196E0F}"/>
                      </a:ext>
                    </a:extLst>
                  </p:cNvPr>
                  <p:cNvSpPr/>
                  <p:nvPr/>
                </p:nvSpPr>
                <p:spPr>
                  <a:xfrm>
                    <a:off x="9355015" y="1598008"/>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38" name="Google Shape;1601;p48">
                    <a:extLst>
                      <a:ext uri="{FF2B5EF4-FFF2-40B4-BE49-F238E27FC236}">
                        <a16:creationId xmlns:a16="http://schemas.microsoft.com/office/drawing/2014/main" id="{DE07F204-DD51-8EED-B946-9824DD10733D}"/>
                      </a:ext>
                    </a:extLst>
                  </p:cNvPr>
                  <p:cNvPicPr preferRelativeResize="0"/>
                  <p:nvPr/>
                </p:nvPicPr>
                <p:blipFill rotWithShape="1">
                  <a:blip r:embed="rId3">
                    <a:alphaModFix/>
                  </a:blip>
                  <a:srcRect/>
                  <a:stretch/>
                </p:blipFill>
                <p:spPr>
                  <a:xfrm>
                    <a:off x="9428285" y="1671198"/>
                    <a:ext cx="145677" cy="141632"/>
                  </a:xfrm>
                  <a:prstGeom prst="rect">
                    <a:avLst/>
                  </a:prstGeom>
                  <a:noFill/>
                  <a:ln>
                    <a:noFill/>
                  </a:ln>
                </p:spPr>
              </p:pic>
            </p:grpSp>
            <p:sp>
              <p:nvSpPr>
                <p:cNvPr id="136" name="Speech Bubble: Rectangle with Corners Rounded 135">
                  <a:extLst>
                    <a:ext uri="{FF2B5EF4-FFF2-40B4-BE49-F238E27FC236}">
                      <a16:creationId xmlns:a16="http://schemas.microsoft.com/office/drawing/2014/main" id="{D437AFA0-6DA4-CDB2-83BC-E06E955D3645}"/>
                    </a:ext>
                  </a:extLst>
                </p:cNvPr>
                <p:cNvSpPr/>
                <p:nvPr/>
              </p:nvSpPr>
              <p:spPr>
                <a:xfrm flipH="1">
                  <a:off x="745013" y="3327993"/>
                  <a:ext cx="2052534" cy="635410"/>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Was supportive of statements and </a:t>
                  </a:r>
                  <a:r>
                    <a:rPr lang="en-US" sz="900" b="1">
                      <a:solidFill>
                        <a:srgbClr val="000000"/>
                      </a:solidFill>
                      <a:latin typeface="Arial" panose="020B0604020202020204"/>
                    </a:rPr>
                    <a:t>illustrated bar graphs </a:t>
                  </a:r>
                  <a:r>
                    <a:rPr lang="en-US" sz="900">
                      <a:solidFill>
                        <a:srgbClr val="000000"/>
                      </a:solidFill>
                      <a:latin typeface="Arial" panose="020B0604020202020204"/>
                    </a:rPr>
                    <a:t>for percentages, etc. </a:t>
                  </a:r>
                  <a:r>
                    <a:rPr lang="en-US" sz="900" b="1">
                      <a:solidFill>
                        <a:srgbClr val="000000"/>
                      </a:solidFill>
                      <a:latin typeface="Arial" panose="020B0604020202020204"/>
                    </a:rPr>
                    <a:t>Helped to amplify statistics</a:t>
                  </a:r>
                  <a:endParaRPr lang="en-GB" sz="900" b="1">
                    <a:solidFill>
                      <a:srgbClr val="000000"/>
                    </a:solidFill>
                    <a:latin typeface="Arial" panose="020B0604020202020204"/>
                  </a:endParaRPr>
                </a:p>
              </p:txBody>
            </p:sp>
          </p:grpSp>
          <p:sp>
            <p:nvSpPr>
              <p:cNvPr id="141" name="Speech Bubble: Rectangle with Corners Rounded 140">
                <a:extLst>
                  <a:ext uri="{FF2B5EF4-FFF2-40B4-BE49-F238E27FC236}">
                    <a16:creationId xmlns:a16="http://schemas.microsoft.com/office/drawing/2014/main" id="{7BCF9353-08A5-9EA7-B0B5-AE8271E58B5A}"/>
                  </a:ext>
                </a:extLst>
              </p:cNvPr>
              <p:cNvSpPr/>
              <p:nvPr/>
            </p:nvSpPr>
            <p:spPr>
              <a:xfrm>
                <a:off x="3727173" y="3163970"/>
                <a:ext cx="1982968" cy="807794"/>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Can you elaborate on how the use of iPad imaging during the presentation enhanced your understanding or engagement with the information provided?</a:t>
                </a:r>
                <a:endParaRPr lang="en-IN" sz="900" i="1">
                  <a:solidFill>
                    <a:srgbClr val="000000"/>
                  </a:solidFill>
                  <a:latin typeface="Arial" panose="020B0604020202020204"/>
                </a:endParaRPr>
              </a:p>
            </p:txBody>
          </p:sp>
          <p:sp>
            <p:nvSpPr>
              <p:cNvPr id="146" name="Speech Bubble: Rectangle with Corners Rounded 145">
                <a:extLst>
                  <a:ext uri="{FF2B5EF4-FFF2-40B4-BE49-F238E27FC236}">
                    <a16:creationId xmlns:a16="http://schemas.microsoft.com/office/drawing/2014/main" id="{9C8D7E78-7E62-26AE-6FC6-611E912D5BA6}"/>
                  </a:ext>
                </a:extLst>
              </p:cNvPr>
              <p:cNvSpPr/>
              <p:nvPr/>
            </p:nvSpPr>
            <p:spPr>
              <a:xfrm>
                <a:off x="3708116" y="4683317"/>
                <a:ext cx="2052534" cy="807794"/>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Could you share more about how the use of bar graphs and visual aids impacted your perception or understanding of the data presented?</a:t>
                </a:r>
                <a:endParaRPr lang="en-IN" sz="900" i="1">
                  <a:solidFill>
                    <a:srgbClr val="000000"/>
                  </a:solidFill>
                  <a:latin typeface="Arial" panose="020B0604020202020204"/>
                </a:endParaRPr>
              </a:p>
            </p:txBody>
          </p:sp>
          <p:grpSp>
            <p:nvGrpSpPr>
              <p:cNvPr id="149" name="Group 148">
                <a:extLst>
                  <a:ext uri="{FF2B5EF4-FFF2-40B4-BE49-F238E27FC236}">
                    <a16:creationId xmlns:a16="http://schemas.microsoft.com/office/drawing/2014/main" id="{10EEFA3E-428F-077D-FB2B-512D5E31DF24}"/>
                  </a:ext>
                </a:extLst>
              </p:cNvPr>
              <p:cNvGrpSpPr/>
              <p:nvPr/>
            </p:nvGrpSpPr>
            <p:grpSpPr>
              <a:xfrm>
                <a:off x="3276596" y="5554507"/>
                <a:ext cx="2428707" cy="390258"/>
                <a:chOff x="712803" y="3299662"/>
                <a:chExt cx="2428707" cy="390258"/>
              </a:xfrm>
            </p:grpSpPr>
            <p:grpSp>
              <p:nvGrpSpPr>
                <p:cNvPr id="150" name="Group 149">
                  <a:extLst>
                    <a:ext uri="{FF2B5EF4-FFF2-40B4-BE49-F238E27FC236}">
                      <a16:creationId xmlns:a16="http://schemas.microsoft.com/office/drawing/2014/main" id="{D61B69C0-5B34-70E6-5E47-81618BD3BFEE}"/>
                    </a:ext>
                  </a:extLst>
                </p:cNvPr>
                <p:cNvGrpSpPr/>
                <p:nvPr/>
              </p:nvGrpSpPr>
              <p:grpSpPr>
                <a:xfrm>
                  <a:off x="2853510" y="3370731"/>
                  <a:ext cx="288000" cy="288000"/>
                  <a:chOff x="9355015" y="1550722"/>
                  <a:chExt cx="288000" cy="288000"/>
                </a:xfrm>
              </p:grpSpPr>
              <p:sp>
                <p:nvSpPr>
                  <p:cNvPr id="152" name="Oval 151">
                    <a:extLst>
                      <a:ext uri="{FF2B5EF4-FFF2-40B4-BE49-F238E27FC236}">
                        <a16:creationId xmlns:a16="http://schemas.microsoft.com/office/drawing/2014/main" id="{AFBA902B-93B9-FE91-8919-6DD6880CCA78}"/>
                      </a:ext>
                    </a:extLst>
                  </p:cNvPr>
                  <p:cNvSpPr/>
                  <p:nvPr/>
                </p:nvSpPr>
                <p:spPr>
                  <a:xfrm>
                    <a:off x="9355015" y="1550722"/>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53" name="Google Shape;1601;p48">
                    <a:extLst>
                      <a:ext uri="{FF2B5EF4-FFF2-40B4-BE49-F238E27FC236}">
                        <a16:creationId xmlns:a16="http://schemas.microsoft.com/office/drawing/2014/main" id="{0BEA94AE-0ED2-E649-E639-F76674959025}"/>
                      </a:ext>
                    </a:extLst>
                  </p:cNvPr>
                  <p:cNvPicPr preferRelativeResize="0"/>
                  <p:nvPr/>
                </p:nvPicPr>
                <p:blipFill rotWithShape="1">
                  <a:blip r:embed="rId3">
                    <a:alphaModFix/>
                  </a:blip>
                  <a:srcRect/>
                  <a:stretch/>
                </p:blipFill>
                <p:spPr>
                  <a:xfrm>
                    <a:off x="9428285" y="1614260"/>
                    <a:ext cx="145677" cy="141632"/>
                  </a:xfrm>
                  <a:prstGeom prst="rect">
                    <a:avLst/>
                  </a:prstGeom>
                  <a:noFill/>
                  <a:ln>
                    <a:noFill/>
                  </a:ln>
                </p:spPr>
              </p:pic>
            </p:grpSp>
            <p:sp>
              <p:nvSpPr>
                <p:cNvPr id="151" name="Speech Bubble: Rectangle with Corners Rounded 150">
                  <a:extLst>
                    <a:ext uri="{FF2B5EF4-FFF2-40B4-BE49-F238E27FC236}">
                      <a16:creationId xmlns:a16="http://schemas.microsoft.com/office/drawing/2014/main" id="{4E1F4C49-3FE6-DE15-A326-A3E33708D5A8}"/>
                    </a:ext>
                  </a:extLst>
                </p:cNvPr>
                <p:cNvSpPr/>
                <p:nvPr/>
              </p:nvSpPr>
              <p:spPr>
                <a:xfrm flipH="1">
                  <a:off x="712803" y="3299662"/>
                  <a:ext cx="2088543" cy="390258"/>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b="1">
                      <a:solidFill>
                        <a:srgbClr val="000000">
                          <a:lumMod val="85000"/>
                          <a:lumOff val="15000"/>
                        </a:srgbClr>
                      </a:solidFill>
                      <a:latin typeface="Arial" panose="020B0604020202020204"/>
                    </a:rPr>
                    <a:t>Reinforced numbers</a:t>
                  </a:r>
                  <a:r>
                    <a:rPr lang="en-US" sz="900">
                      <a:solidFill>
                        <a:srgbClr val="000000">
                          <a:lumMod val="85000"/>
                          <a:lumOff val="15000"/>
                        </a:srgbClr>
                      </a:solidFill>
                      <a:latin typeface="Arial" panose="020B0604020202020204"/>
                    </a:rPr>
                    <a:t>, made these percentages clearer</a:t>
                  </a:r>
                  <a:endParaRPr lang="en-GB" sz="900">
                    <a:solidFill>
                      <a:srgbClr val="000000">
                        <a:lumMod val="85000"/>
                        <a:lumOff val="15000"/>
                      </a:srgbClr>
                    </a:solidFill>
                    <a:latin typeface="Arial" panose="020B0604020202020204"/>
                  </a:endParaRPr>
                </a:p>
              </p:txBody>
            </p:sp>
          </p:grpSp>
        </p:grpSp>
        <p:pic>
          <p:nvPicPr>
            <p:cNvPr id="337" name="Picture 336">
              <a:extLst>
                <a:ext uri="{FF2B5EF4-FFF2-40B4-BE49-F238E27FC236}">
                  <a16:creationId xmlns:a16="http://schemas.microsoft.com/office/drawing/2014/main" id="{7FB37556-6467-BC80-1C60-0BD62A9B2AE1}"/>
                </a:ext>
              </a:extLst>
            </p:cNvPr>
            <p:cNvPicPr>
              <a:picLocks noChangeAspect="1"/>
            </p:cNvPicPr>
            <p:nvPr/>
          </p:nvPicPr>
          <p:blipFill>
            <a:blip r:embed="rId5"/>
            <a:stretch>
              <a:fillRect/>
            </a:stretch>
          </p:blipFill>
          <p:spPr>
            <a:xfrm>
              <a:off x="6545401" y="2277824"/>
              <a:ext cx="295239" cy="304764"/>
            </a:xfrm>
            <a:prstGeom prst="rect">
              <a:avLst/>
            </a:prstGeom>
          </p:spPr>
        </p:pic>
        <p:pic>
          <p:nvPicPr>
            <p:cNvPr id="338" name="Picture 337">
              <a:extLst>
                <a:ext uri="{FF2B5EF4-FFF2-40B4-BE49-F238E27FC236}">
                  <a16:creationId xmlns:a16="http://schemas.microsoft.com/office/drawing/2014/main" id="{AF411DAD-4E63-7922-DACC-8281E6005939}"/>
                </a:ext>
              </a:extLst>
            </p:cNvPr>
            <p:cNvPicPr>
              <a:picLocks noChangeAspect="1"/>
            </p:cNvPicPr>
            <p:nvPr/>
          </p:nvPicPr>
          <p:blipFill>
            <a:blip r:embed="rId5"/>
            <a:stretch>
              <a:fillRect/>
            </a:stretch>
          </p:blipFill>
          <p:spPr>
            <a:xfrm>
              <a:off x="6545401" y="3169128"/>
              <a:ext cx="295239" cy="304764"/>
            </a:xfrm>
            <a:prstGeom prst="rect">
              <a:avLst/>
            </a:prstGeom>
          </p:spPr>
        </p:pic>
        <p:pic>
          <p:nvPicPr>
            <p:cNvPr id="339" name="Picture 338">
              <a:extLst>
                <a:ext uri="{FF2B5EF4-FFF2-40B4-BE49-F238E27FC236}">
                  <a16:creationId xmlns:a16="http://schemas.microsoft.com/office/drawing/2014/main" id="{15E04EF6-ED37-1E54-6601-1C967B9569C0}"/>
                </a:ext>
              </a:extLst>
            </p:cNvPr>
            <p:cNvPicPr>
              <a:picLocks noChangeAspect="1"/>
            </p:cNvPicPr>
            <p:nvPr/>
          </p:nvPicPr>
          <p:blipFill>
            <a:blip r:embed="rId5"/>
            <a:stretch>
              <a:fillRect/>
            </a:stretch>
          </p:blipFill>
          <p:spPr>
            <a:xfrm>
              <a:off x="6545401" y="4748051"/>
              <a:ext cx="295239" cy="304764"/>
            </a:xfrm>
            <a:prstGeom prst="rect">
              <a:avLst/>
            </a:prstGeom>
          </p:spPr>
        </p:pic>
      </p:grpSp>
      <p:grpSp>
        <p:nvGrpSpPr>
          <p:cNvPr id="6" name="Group 5">
            <a:extLst>
              <a:ext uri="{FF2B5EF4-FFF2-40B4-BE49-F238E27FC236}">
                <a16:creationId xmlns:a16="http://schemas.microsoft.com/office/drawing/2014/main" id="{60F8E201-7ACA-60CC-93E1-E2632CBBD105}"/>
              </a:ext>
            </a:extLst>
          </p:cNvPr>
          <p:cNvGrpSpPr/>
          <p:nvPr/>
        </p:nvGrpSpPr>
        <p:grpSpPr>
          <a:xfrm>
            <a:off x="9194077" y="1639243"/>
            <a:ext cx="2628216" cy="4754331"/>
            <a:chOff x="9192489" y="1639242"/>
            <a:chExt cx="2628216" cy="4754331"/>
          </a:xfrm>
        </p:grpSpPr>
        <p:grpSp>
          <p:nvGrpSpPr>
            <p:cNvPr id="9" name="Group 8">
              <a:extLst>
                <a:ext uri="{FF2B5EF4-FFF2-40B4-BE49-F238E27FC236}">
                  <a16:creationId xmlns:a16="http://schemas.microsoft.com/office/drawing/2014/main" id="{B1C51761-FB44-1DA7-1864-54AB8FDBD5BB}"/>
                </a:ext>
              </a:extLst>
            </p:cNvPr>
            <p:cNvGrpSpPr/>
            <p:nvPr/>
          </p:nvGrpSpPr>
          <p:grpSpPr>
            <a:xfrm>
              <a:off x="9192489" y="1639242"/>
              <a:ext cx="2628216" cy="4754331"/>
              <a:chOff x="6039163" y="1567131"/>
              <a:chExt cx="2628900" cy="4755569"/>
            </a:xfrm>
          </p:grpSpPr>
          <p:sp>
            <p:nvSpPr>
              <p:cNvPr id="154" name="Rectangle: Rounded Corners 153">
                <a:extLst>
                  <a:ext uri="{FF2B5EF4-FFF2-40B4-BE49-F238E27FC236}">
                    <a16:creationId xmlns:a16="http://schemas.microsoft.com/office/drawing/2014/main" id="{CC424ADA-7F25-29E2-080D-5C5116A4A7C3}"/>
                  </a:ext>
                </a:extLst>
              </p:cNvPr>
              <p:cNvSpPr/>
              <p:nvPr/>
            </p:nvSpPr>
            <p:spPr>
              <a:xfrm>
                <a:off x="6039163" y="1567131"/>
                <a:ext cx="2628900" cy="4755569"/>
              </a:xfrm>
              <a:prstGeom prst="roundRect">
                <a:avLst>
                  <a:gd name="adj" fmla="val 10312"/>
                </a:avLst>
              </a:prstGeom>
              <a:solidFill>
                <a:srgbClr val="FFFFFF"/>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55" name="Oval 154">
                <a:extLst>
                  <a:ext uri="{FF2B5EF4-FFF2-40B4-BE49-F238E27FC236}">
                    <a16:creationId xmlns:a16="http://schemas.microsoft.com/office/drawing/2014/main" id="{B9B7520E-BF94-581C-5610-E2250C161309}"/>
                  </a:ext>
                </a:extLst>
              </p:cNvPr>
              <p:cNvSpPr/>
              <p:nvPr/>
            </p:nvSpPr>
            <p:spPr>
              <a:xfrm>
                <a:off x="7308985" y="1619722"/>
                <a:ext cx="89256" cy="87458"/>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58" name="Speech Bubble: Rectangle with Corners Rounded 157">
                <a:extLst>
                  <a:ext uri="{FF2B5EF4-FFF2-40B4-BE49-F238E27FC236}">
                    <a16:creationId xmlns:a16="http://schemas.microsoft.com/office/drawing/2014/main" id="{A864543E-7DAD-CC3F-07AD-B05D57D5ED3C}"/>
                  </a:ext>
                </a:extLst>
              </p:cNvPr>
              <p:cNvSpPr/>
              <p:nvPr/>
            </p:nvSpPr>
            <p:spPr>
              <a:xfrm>
                <a:off x="6568503" y="2155331"/>
                <a:ext cx="1982968" cy="257243"/>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Please specify briefly on what went well in the interaction.</a:t>
                </a:r>
              </a:p>
            </p:txBody>
          </p:sp>
          <p:grpSp>
            <p:nvGrpSpPr>
              <p:cNvPr id="161" name="Group 160">
                <a:extLst>
                  <a:ext uri="{FF2B5EF4-FFF2-40B4-BE49-F238E27FC236}">
                    <a16:creationId xmlns:a16="http://schemas.microsoft.com/office/drawing/2014/main" id="{D1E73EE0-2EB8-FDEB-02F8-353ADB475873}"/>
                  </a:ext>
                </a:extLst>
              </p:cNvPr>
              <p:cNvGrpSpPr/>
              <p:nvPr/>
            </p:nvGrpSpPr>
            <p:grpSpPr>
              <a:xfrm>
                <a:off x="6151646" y="2476664"/>
                <a:ext cx="2433095" cy="663514"/>
                <a:chOff x="356366" y="2474467"/>
                <a:chExt cx="2433095" cy="663514"/>
              </a:xfrm>
            </p:grpSpPr>
            <p:grpSp>
              <p:nvGrpSpPr>
                <p:cNvPr id="162" name="Group 161">
                  <a:extLst>
                    <a:ext uri="{FF2B5EF4-FFF2-40B4-BE49-F238E27FC236}">
                      <a16:creationId xmlns:a16="http://schemas.microsoft.com/office/drawing/2014/main" id="{A7D30190-3CD1-1706-37E6-3EE3B487473E}"/>
                    </a:ext>
                  </a:extLst>
                </p:cNvPr>
                <p:cNvGrpSpPr/>
                <p:nvPr/>
              </p:nvGrpSpPr>
              <p:grpSpPr>
                <a:xfrm>
                  <a:off x="2501461" y="2642522"/>
                  <a:ext cx="288000" cy="282197"/>
                  <a:chOff x="9393123" y="1409293"/>
                  <a:chExt cx="288000" cy="288000"/>
                </a:xfrm>
              </p:grpSpPr>
              <p:sp>
                <p:nvSpPr>
                  <p:cNvPr id="164" name="Oval 163">
                    <a:extLst>
                      <a:ext uri="{FF2B5EF4-FFF2-40B4-BE49-F238E27FC236}">
                        <a16:creationId xmlns:a16="http://schemas.microsoft.com/office/drawing/2014/main" id="{95DF9EF7-363B-424A-F5DB-1497D948B252}"/>
                      </a:ext>
                    </a:extLst>
                  </p:cNvPr>
                  <p:cNvSpPr/>
                  <p:nvPr/>
                </p:nvSpPr>
                <p:spPr>
                  <a:xfrm>
                    <a:off x="9393123" y="1409293"/>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65" name="Google Shape;1601;p48">
                    <a:extLst>
                      <a:ext uri="{FF2B5EF4-FFF2-40B4-BE49-F238E27FC236}">
                        <a16:creationId xmlns:a16="http://schemas.microsoft.com/office/drawing/2014/main" id="{A22EB265-4C5B-BC98-16F6-03B508264ECF}"/>
                      </a:ext>
                    </a:extLst>
                  </p:cNvPr>
                  <p:cNvPicPr preferRelativeResize="0"/>
                  <p:nvPr/>
                </p:nvPicPr>
                <p:blipFill rotWithShape="1">
                  <a:blip r:embed="rId3">
                    <a:alphaModFix/>
                  </a:blip>
                  <a:srcRect/>
                  <a:stretch/>
                </p:blipFill>
                <p:spPr>
                  <a:xfrm>
                    <a:off x="9466395" y="1482480"/>
                    <a:ext cx="145677" cy="141632"/>
                  </a:xfrm>
                  <a:prstGeom prst="rect">
                    <a:avLst/>
                  </a:prstGeom>
                  <a:noFill/>
                  <a:ln>
                    <a:noFill/>
                  </a:ln>
                </p:spPr>
              </p:pic>
            </p:grpSp>
            <p:sp>
              <p:nvSpPr>
                <p:cNvPr id="163" name="Speech Bubble: Rectangle with Corners Rounded 162">
                  <a:extLst>
                    <a:ext uri="{FF2B5EF4-FFF2-40B4-BE49-F238E27FC236}">
                      <a16:creationId xmlns:a16="http://schemas.microsoft.com/office/drawing/2014/main" id="{A526B2BF-65F7-FEE9-7D63-84CB5619958B}"/>
                    </a:ext>
                  </a:extLst>
                </p:cNvPr>
                <p:cNvSpPr/>
                <p:nvPr/>
              </p:nvSpPr>
              <p:spPr>
                <a:xfrm flipH="1">
                  <a:off x="356366" y="2474467"/>
                  <a:ext cx="2072459" cy="663514"/>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The representative from Pfizer was very </a:t>
                  </a:r>
                  <a:r>
                    <a:rPr lang="en-US" sz="900" b="1">
                      <a:solidFill>
                        <a:srgbClr val="000000"/>
                      </a:solidFill>
                      <a:latin typeface="Arial" panose="020B0604020202020204"/>
                    </a:rPr>
                    <a:t>well informed </a:t>
                  </a:r>
                  <a:r>
                    <a:rPr lang="en-US" sz="900">
                      <a:solidFill>
                        <a:srgbClr val="000000"/>
                      </a:solidFill>
                      <a:latin typeface="Arial" panose="020B0604020202020204"/>
                    </a:rPr>
                    <a:t>and able to discuss the vaccines in a </a:t>
                  </a:r>
                  <a:r>
                    <a:rPr lang="en-US" sz="900" b="1">
                      <a:solidFill>
                        <a:srgbClr val="000000"/>
                      </a:solidFill>
                      <a:latin typeface="Arial" panose="020B0604020202020204"/>
                    </a:rPr>
                    <a:t>professional </a:t>
                  </a:r>
                  <a:r>
                    <a:rPr lang="en-US" sz="900">
                      <a:solidFill>
                        <a:srgbClr val="000000"/>
                      </a:solidFill>
                      <a:latin typeface="Arial" panose="020B0604020202020204"/>
                    </a:rPr>
                    <a:t>and </a:t>
                  </a:r>
                  <a:r>
                    <a:rPr lang="en-US" sz="900" b="1">
                      <a:solidFill>
                        <a:srgbClr val="000000"/>
                      </a:solidFill>
                      <a:latin typeface="Arial" panose="020B0604020202020204"/>
                    </a:rPr>
                    <a:t>knowledgeable </a:t>
                  </a:r>
                  <a:r>
                    <a:rPr lang="en-US" sz="900">
                      <a:solidFill>
                        <a:srgbClr val="000000"/>
                      </a:solidFill>
                      <a:latin typeface="Arial" panose="020B0604020202020204"/>
                    </a:rPr>
                    <a:t>manner</a:t>
                  </a:r>
                </a:p>
              </p:txBody>
            </p:sp>
          </p:grpSp>
          <p:cxnSp>
            <p:nvCxnSpPr>
              <p:cNvPr id="166" name="Straight Connector 165">
                <a:extLst>
                  <a:ext uri="{FF2B5EF4-FFF2-40B4-BE49-F238E27FC236}">
                    <a16:creationId xmlns:a16="http://schemas.microsoft.com/office/drawing/2014/main" id="{2754DC18-AFF2-0F41-BDE3-95FC5D2D73AE}"/>
                  </a:ext>
                </a:extLst>
              </p:cNvPr>
              <p:cNvCxnSpPr>
                <a:cxnSpLocks/>
              </p:cNvCxnSpPr>
              <p:nvPr/>
            </p:nvCxnSpPr>
            <p:spPr>
              <a:xfrm flipH="1">
                <a:off x="6933932" y="6288238"/>
                <a:ext cx="839362" cy="0"/>
              </a:xfrm>
              <a:prstGeom prst="line">
                <a:avLst/>
              </a:prstGeom>
              <a:ln w="381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7" name="Rectangle 166">
                <a:extLst>
                  <a:ext uri="{FF2B5EF4-FFF2-40B4-BE49-F238E27FC236}">
                    <a16:creationId xmlns:a16="http://schemas.microsoft.com/office/drawing/2014/main" id="{546B1AF1-65BE-61EB-F209-357F214893B5}"/>
                  </a:ext>
                </a:extLst>
              </p:cNvPr>
              <p:cNvSpPr/>
              <p:nvPr/>
            </p:nvSpPr>
            <p:spPr>
              <a:xfrm>
                <a:off x="6039163" y="1787662"/>
                <a:ext cx="2628900" cy="3499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GB" sz="1000" b="1">
                    <a:solidFill>
                      <a:srgbClr val="FFFFFF"/>
                    </a:solidFill>
                    <a:latin typeface="Arial" panose="020B0604020202020204"/>
                  </a:rPr>
                  <a:t>    *</a:t>
                </a:r>
                <a:r>
                  <a:rPr lang="en-GB" sz="1000" b="1" err="1">
                    <a:solidFill>
                      <a:srgbClr val="FFFFFF"/>
                    </a:solidFill>
                    <a:latin typeface="Arial" panose="020B0604020202020204"/>
                  </a:rPr>
                  <a:t>ZoomRx</a:t>
                </a:r>
                <a:r>
                  <a:rPr lang="en-GB" sz="1000" b="1">
                    <a:solidFill>
                      <a:srgbClr val="FFFFFF"/>
                    </a:solidFill>
                    <a:latin typeface="Arial" panose="020B0604020202020204"/>
                  </a:rPr>
                  <a:t> Study</a:t>
                </a:r>
                <a:endParaRPr lang="en-IN" sz="1000" b="1">
                  <a:solidFill>
                    <a:srgbClr val="FFFFFF"/>
                  </a:solidFill>
                  <a:latin typeface="Arial" panose="020B0604020202020204"/>
                </a:endParaRPr>
              </a:p>
            </p:txBody>
          </p:sp>
          <p:pic>
            <p:nvPicPr>
              <p:cNvPr id="168" name="Picture 6" descr="Hamburger Menu Icons (Three Line Menu Icon / Navicon) Different Ways |  CSS-Tricks - CSS-Tricks">
                <a:extLst>
                  <a:ext uri="{FF2B5EF4-FFF2-40B4-BE49-F238E27FC236}">
                    <a16:creationId xmlns:a16="http://schemas.microsoft.com/office/drawing/2014/main" id="{7215826E-31BD-904B-6DCA-745512022FCC}"/>
                  </a:ext>
                </a:extLst>
              </p:cNvPr>
              <p:cNvPicPr>
                <a:picLocks noChangeAspect="1" noChangeArrowheads="1"/>
              </p:cNvPicPr>
              <p:nvPr/>
            </p:nvPicPr>
            <p:blipFill>
              <a:blip r:embed="rId4">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8379698" y="1891454"/>
                <a:ext cx="253106" cy="165339"/>
              </a:xfrm>
              <a:prstGeom prst="rect">
                <a:avLst/>
              </a:prstGeom>
              <a:noFill/>
              <a:extLst>
                <a:ext uri="{909E8E84-426E-40DD-AFC4-6F175D3DCCD1}">
                  <a14:hiddenFill xmlns:a14="http://schemas.microsoft.com/office/drawing/2010/main">
                    <a:solidFill>
                      <a:srgbClr val="FFFFFF"/>
                    </a:solidFill>
                  </a14:hiddenFill>
                </a:ext>
              </a:extLst>
            </p:spPr>
          </p:pic>
          <p:cxnSp>
            <p:nvCxnSpPr>
              <p:cNvPr id="169" name="Straight Arrow Connector 168">
                <a:extLst>
                  <a:ext uri="{FF2B5EF4-FFF2-40B4-BE49-F238E27FC236}">
                    <a16:creationId xmlns:a16="http://schemas.microsoft.com/office/drawing/2014/main" id="{83C786B2-17CF-779A-6EEB-FD9C87DCC9CF}"/>
                  </a:ext>
                </a:extLst>
              </p:cNvPr>
              <p:cNvCxnSpPr>
                <a:cxnSpLocks/>
              </p:cNvCxnSpPr>
              <p:nvPr/>
            </p:nvCxnSpPr>
            <p:spPr>
              <a:xfrm>
                <a:off x="6087868" y="1964886"/>
                <a:ext cx="103695" cy="0"/>
              </a:xfrm>
              <a:prstGeom prst="straightConnector1">
                <a:avLst/>
              </a:prstGeom>
              <a:ln>
                <a:solidFill>
                  <a:schemeClr val="bg1">
                    <a:lumMod val="95000"/>
                  </a:schemeClr>
                </a:solidFill>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170" name="Group 169">
                <a:extLst>
                  <a:ext uri="{FF2B5EF4-FFF2-40B4-BE49-F238E27FC236}">
                    <a16:creationId xmlns:a16="http://schemas.microsoft.com/office/drawing/2014/main" id="{3F579D4D-FA29-4BDD-9D9B-C78FEA45F0FD}"/>
                  </a:ext>
                </a:extLst>
              </p:cNvPr>
              <p:cNvGrpSpPr/>
              <p:nvPr/>
            </p:nvGrpSpPr>
            <p:grpSpPr>
              <a:xfrm>
                <a:off x="6130209" y="3817694"/>
                <a:ext cx="2454532" cy="1049562"/>
                <a:chOff x="725086" y="3423459"/>
                <a:chExt cx="2454532" cy="1049562"/>
              </a:xfrm>
            </p:grpSpPr>
            <p:grpSp>
              <p:nvGrpSpPr>
                <p:cNvPr id="171" name="Group 170">
                  <a:extLst>
                    <a:ext uri="{FF2B5EF4-FFF2-40B4-BE49-F238E27FC236}">
                      <a16:creationId xmlns:a16="http://schemas.microsoft.com/office/drawing/2014/main" id="{0FCE8F53-AD7C-3982-E56E-C8705AFAD8F1}"/>
                    </a:ext>
                  </a:extLst>
                </p:cNvPr>
                <p:cNvGrpSpPr/>
                <p:nvPr/>
              </p:nvGrpSpPr>
              <p:grpSpPr>
                <a:xfrm>
                  <a:off x="2891618" y="3556733"/>
                  <a:ext cx="288000" cy="288000"/>
                  <a:chOff x="9393123" y="1736724"/>
                  <a:chExt cx="288000" cy="288000"/>
                </a:xfrm>
              </p:grpSpPr>
              <p:sp>
                <p:nvSpPr>
                  <p:cNvPr id="173" name="Oval 172">
                    <a:extLst>
                      <a:ext uri="{FF2B5EF4-FFF2-40B4-BE49-F238E27FC236}">
                        <a16:creationId xmlns:a16="http://schemas.microsoft.com/office/drawing/2014/main" id="{259C66A2-40DC-9A77-CB7F-D3ED1A407C20}"/>
                      </a:ext>
                    </a:extLst>
                  </p:cNvPr>
                  <p:cNvSpPr/>
                  <p:nvPr/>
                </p:nvSpPr>
                <p:spPr>
                  <a:xfrm>
                    <a:off x="9393123" y="1736724"/>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74" name="Google Shape;1601;p48">
                    <a:extLst>
                      <a:ext uri="{FF2B5EF4-FFF2-40B4-BE49-F238E27FC236}">
                        <a16:creationId xmlns:a16="http://schemas.microsoft.com/office/drawing/2014/main" id="{1511F9B3-0336-B2CB-B075-F95912AC818B}"/>
                      </a:ext>
                    </a:extLst>
                  </p:cNvPr>
                  <p:cNvPicPr preferRelativeResize="0"/>
                  <p:nvPr/>
                </p:nvPicPr>
                <p:blipFill rotWithShape="1">
                  <a:blip r:embed="rId3">
                    <a:alphaModFix/>
                  </a:blip>
                  <a:srcRect/>
                  <a:stretch/>
                </p:blipFill>
                <p:spPr>
                  <a:xfrm>
                    <a:off x="9466395" y="1792137"/>
                    <a:ext cx="145677" cy="141632"/>
                  </a:xfrm>
                  <a:prstGeom prst="rect">
                    <a:avLst/>
                  </a:prstGeom>
                  <a:noFill/>
                  <a:ln>
                    <a:noFill/>
                  </a:ln>
                </p:spPr>
              </p:pic>
            </p:grpSp>
            <p:sp>
              <p:nvSpPr>
                <p:cNvPr id="172" name="Speech Bubble: Rectangle with Corners Rounded 171">
                  <a:extLst>
                    <a:ext uri="{FF2B5EF4-FFF2-40B4-BE49-F238E27FC236}">
                      <a16:creationId xmlns:a16="http://schemas.microsoft.com/office/drawing/2014/main" id="{2FFDA03F-5BA9-3E2F-2096-D756276439F8}"/>
                    </a:ext>
                  </a:extLst>
                </p:cNvPr>
                <p:cNvSpPr/>
                <p:nvPr/>
              </p:nvSpPr>
              <p:spPr>
                <a:xfrm flipH="1">
                  <a:off x="725086" y="3423459"/>
                  <a:ext cx="2159750" cy="1049562"/>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She was </a:t>
                  </a:r>
                  <a:r>
                    <a:rPr lang="en-US" sz="900" b="1">
                      <a:solidFill>
                        <a:srgbClr val="000000"/>
                      </a:solidFill>
                      <a:latin typeface="Arial" panose="020B0604020202020204"/>
                    </a:rPr>
                    <a:t>well prepared </a:t>
                  </a:r>
                  <a:r>
                    <a:rPr lang="en-US" sz="900">
                      <a:solidFill>
                        <a:srgbClr val="000000"/>
                      </a:solidFill>
                      <a:latin typeface="Arial" panose="020B0604020202020204"/>
                    </a:rPr>
                    <a:t>to answer any questions and to discuss the vaccine fully. This was in spite of the fact that she knew that we would not be ordering this specific vaccine as </a:t>
                  </a:r>
                  <a:r>
                    <a:rPr lang="en-US" sz="900" b="1">
                      <a:solidFill>
                        <a:srgbClr val="000000"/>
                      </a:solidFill>
                      <a:latin typeface="Arial" panose="020B0604020202020204"/>
                    </a:rPr>
                    <a:t>we do not immunize pregnant women in this pediatric office.</a:t>
                  </a:r>
                  <a:endParaRPr lang="en-GB" sz="900" b="1">
                    <a:solidFill>
                      <a:srgbClr val="000000"/>
                    </a:solidFill>
                    <a:latin typeface="Arial" panose="020B0604020202020204"/>
                  </a:endParaRPr>
                </a:p>
              </p:txBody>
            </p:sp>
          </p:grpSp>
          <p:sp>
            <p:nvSpPr>
              <p:cNvPr id="177" name="Speech Bubble: Rectangle with Corners Rounded 176">
                <a:extLst>
                  <a:ext uri="{FF2B5EF4-FFF2-40B4-BE49-F238E27FC236}">
                    <a16:creationId xmlns:a16="http://schemas.microsoft.com/office/drawing/2014/main" id="{7B4C2791-0A62-6ACD-7866-86FDC8474BEC}"/>
                  </a:ext>
                </a:extLst>
              </p:cNvPr>
              <p:cNvSpPr/>
              <p:nvPr/>
            </p:nvSpPr>
            <p:spPr>
              <a:xfrm>
                <a:off x="6568503" y="3216128"/>
                <a:ext cx="1982968" cy="555760"/>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Could you elaborate on which aspects of the rep's knowledge or professionalism stood out during the discussion about vaccines?</a:t>
                </a:r>
                <a:endParaRPr lang="en-IN" sz="900" i="1">
                  <a:solidFill>
                    <a:srgbClr val="000000"/>
                  </a:solidFill>
                  <a:latin typeface="Arial" panose="020B0604020202020204"/>
                </a:endParaRPr>
              </a:p>
            </p:txBody>
          </p:sp>
          <p:sp>
            <p:nvSpPr>
              <p:cNvPr id="182" name="Speech Bubble: Rectangle with Corners Rounded 181">
                <a:extLst>
                  <a:ext uri="{FF2B5EF4-FFF2-40B4-BE49-F238E27FC236}">
                    <a16:creationId xmlns:a16="http://schemas.microsoft.com/office/drawing/2014/main" id="{E1F1D751-1223-F153-39D8-2190CBA1AD96}"/>
                  </a:ext>
                </a:extLst>
              </p:cNvPr>
              <p:cNvSpPr/>
              <p:nvPr/>
            </p:nvSpPr>
            <p:spPr>
              <a:xfrm>
                <a:off x="6568503" y="4933949"/>
                <a:ext cx="2012998" cy="862442"/>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Can you share more about how her preparedness and willingness to engage in the discussion, despite knowing the vaccine wouldn't be ordered, impacted your perception of the interaction?</a:t>
                </a:r>
                <a:endParaRPr lang="en-IN" sz="900" i="1">
                  <a:solidFill>
                    <a:srgbClr val="000000"/>
                  </a:solidFill>
                  <a:latin typeface="Arial" panose="020B0604020202020204"/>
                </a:endParaRPr>
              </a:p>
            </p:txBody>
          </p:sp>
          <p:grpSp>
            <p:nvGrpSpPr>
              <p:cNvPr id="185" name="Group 184">
                <a:extLst>
                  <a:ext uri="{FF2B5EF4-FFF2-40B4-BE49-F238E27FC236}">
                    <a16:creationId xmlns:a16="http://schemas.microsoft.com/office/drawing/2014/main" id="{62588E5A-ABA9-1868-2A7D-D6ED1D0274A1}"/>
                  </a:ext>
                </a:extLst>
              </p:cNvPr>
              <p:cNvGrpSpPr/>
              <p:nvPr/>
            </p:nvGrpSpPr>
            <p:grpSpPr>
              <a:xfrm>
                <a:off x="6151646" y="5863616"/>
                <a:ext cx="2433095" cy="394858"/>
                <a:chOff x="746523" y="4009203"/>
                <a:chExt cx="2433095" cy="394858"/>
              </a:xfrm>
            </p:grpSpPr>
            <p:grpSp>
              <p:nvGrpSpPr>
                <p:cNvPr id="186" name="Group 185">
                  <a:extLst>
                    <a:ext uri="{FF2B5EF4-FFF2-40B4-BE49-F238E27FC236}">
                      <a16:creationId xmlns:a16="http://schemas.microsoft.com/office/drawing/2014/main" id="{6D71B306-E9D7-B8FF-7549-F42C4D909235}"/>
                    </a:ext>
                  </a:extLst>
                </p:cNvPr>
                <p:cNvGrpSpPr/>
                <p:nvPr/>
              </p:nvGrpSpPr>
              <p:grpSpPr>
                <a:xfrm>
                  <a:off x="2891618" y="4043792"/>
                  <a:ext cx="288000" cy="288000"/>
                  <a:chOff x="9393123" y="2223783"/>
                  <a:chExt cx="288000" cy="288000"/>
                </a:xfrm>
              </p:grpSpPr>
              <p:sp>
                <p:nvSpPr>
                  <p:cNvPr id="188" name="Oval 187">
                    <a:extLst>
                      <a:ext uri="{FF2B5EF4-FFF2-40B4-BE49-F238E27FC236}">
                        <a16:creationId xmlns:a16="http://schemas.microsoft.com/office/drawing/2014/main" id="{8CF7C0DF-716D-9781-9555-D069F10BD249}"/>
                      </a:ext>
                    </a:extLst>
                  </p:cNvPr>
                  <p:cNvSpPr/>
                  <p:nvPr/>
                </p:nvSpPr>
                <p:spPr>
                  <a:xfrm>
                    <a:off x="9393123" y="2223783"/>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89" name="Google Shape;1601;p48">
                    <a:extLst>
                      <a:ext uri="{FF2B5EF4-FFF2-40B4-BE49-F238E27FC236}">
                        <a16:creationId xmlns:a16="http://schemas.microsoft.com/office/drawing/2014/main" id="{3D1165F8-2368-1A32-0323-EC75291A72BF}"/>
                      </a:ext>
                    </a:extLst>
                  </p:cNvPr>
                  <p:cNvPicPr preferRelativeResize="0"/>
                  <p:nvPr/>
                </p:nvPicPr>
                <p:blipFill rotWithShape="1">
                  <a:blip r:embed="rId3">
                    <a:alphaModFix/>
                  </a:blip>
                  <a:srcRect/>
                  <a:stretch/>
                </p:blipFill>
                <p:spPr>
                  <a:xfrm>
                    <a:off x="9466397" y="2287330"/>
                    <a:ext cx="145677" cy="141632"/>
                  </a:xfrm>
                  <a:prstGeom prst="rect">
                    <a:avLst/>
                  </a:prstGeom>
                  <a:noFill/>
                  <a:ln>
                    <a:noFill/>
                  </a:ln>
                </p:spPr>
              </p:pic>
            </p:grpSp>
            <p:sp>
              <p:nvSpPr>
                <p:cNvPr id="187" name="Speech Bubble: Rectangle with Corners Rounded 186">
                  <a:extLst>
                    <a:ext uri="{FF2B5EF4-FFF2-40B4-BE49-F238E27FC236}">
                      <a16:creationId xmlns:a16="http://schemas.microsoft.com/office/drawing/2014/main" id="{88733EB0-6040-ED0B-C6DB-2F1FAC1A3F0D}"/>
                    </a:ext>
                  </a:extLst>
                </p:cNvPr>
                <p:cNvSpPr/>
                <p:nvPr/>
              </p:nvSpPr>
              <p:spPr>
                <a:xfrm flipH="1">
                  <a:off x="746523" y="4009203"/>
                  <a:ext cx="2051021" cy="394858"/>
                </a:xfrm>
                <a:prstGeom prst="wedgeRoundRectCallout">
                  <a:avLst>
                    <a:gd name="adj1" fmla="val -52412"/>
                    <a:gd name="adj2" fmla="val -23660"/>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lumMod val="85000"/>
                          <a:lumOff val="15000"/>
                        </a:srgbClr>
                      </a:solidFill>
                      <a:latin typeface="Arial" panose="020B0604020202020204"/>
                    </a:rPr>
                    <a:t>And </a:t>
                  </a:r>
                  <a:r>
                    <a:rPr lang="en-US" sz="900" b="1">
                      <a:solidFill>
                        <a:srgbClr val="000000">
                          <a:lumMod val="85000"/>
                          <a:lumOff val="15000"/>
                        </a:srgbClr>
                      </a:solidFill>
                      <a:latin typeface="Arial" panose="020B0604020202020204"/>
                    </a:rPr>
                    <a:t>as a result, I am more likely to recommend that the mothers discuss this with the OB/GYN</a:t>
                  </a:r>
                  <a:endParaRPr lang="en-GB" sz="900" b="1">
                    <a:solidFill>
                      <a:srgbClr val="000000">
                        <a:lumMod val="85000"/>
                        <a:lumOff val="15000"/>
                      </a:srgbClr>
                    </a:solidFill>
                    <a:latin typeface="Arial" panose="020B0604020202020204"/>
                  </a:endParaRPr>
                </a:p>
              </p:txBody>
            </p:sp>
          </p:grpSp>
        </p:grpSp>
        <p:pic>
          <p:nvPicPr>
            <p:cNvPr id="340" name="Picture 339">
              <a:extLst>
                <a:ext uri="{FF2B5EF4-FFF2-40B4-BE49-F238E27FC236}">
                  <a16:creationId xmlns:a16="http://schemas.microsoft.com/office/drawing/2014/main" id="{E83F992A-A578-05D8-DCD2-AA385FAA2346}"/>
                </a:ext>
              </a:extLst>
            </p:cNvPr>
            <p:cNvPicPr>
              <a:picLocks noChangeAspect="1"/>
            </p:cNvPicPr>
            <p:nvPr/>
          </p:nvPicPr>
          <p:blipFill>
            <a:blip r:embed="rId5"/>
            <a:stretch>
              <a:fillRect/>
            </a:stretch>
          </p:blipFill>
          <p:spPr>
            <a:xfrm>
              <a:off x="9356881" y="2221570"/>
              <a:ext cx="295239" cy="304764"/>
            </a:xfrm>
            <a:prstGeom prst="rect">
              <a:avLst/>
            </a:prstGeom>
          </p:spPr>
        </p:pic>
        <p:pic>
          <p:nvPicPr>
            <p:cNvPr id="341" name="Picture 340">
              <a:extLst>
                <a:ext uri="{FF2B5EF4-FFF2-40B4-BE49-F238E27FC236}">
                  <a16:creationId xmlns:a16="http://schemas.microsoft.com/office/drawing/2014/main" id="{9848FB74-E3FD-19C8-547D-48AC7E0BE329}"/>
                </a:ext>
              </a:extLst>
            </p:cNvPr>
            <p:cNvPicPr>
              <a:picLocks noChangeAspect="1"/>
            </p:cNvPicPr>
            <p:nvPr/>
          </p:nvPicPr>
          <p:blipFill>
            <a:blip r:embed="rId5"/>
            <a:stretch>
              <a:fillRect/>
            </a:stretch>
          </p:blipFill>
          <p:spPr>
            <a:xfrm>
              <a:off x="9356881" y="3271583"/>
              <a:ext cx="295239" cy="304764"/>
            </a:xfrm>
            <a:prstGeom prst="rect">
              <a:avLst/>
            </a:prstGeom>
          </p:spPr>
        </p:pic>
        <p:pic>
          <p:nvPicPr>
            <p:cNvPr id="342" name="Picture 341">
              <a:extLst>
                <a:ext uri="{FF2B5EF4-FFF2-40B4-BE49-F238E27FC236}">
                  <a16:creationId xmlns:a16="http://schemas.microsoft.com/office/drawing/2014/main" id="{978D7093-8DE9-5E2D-9045-7E6335AA05BA}"/>
                </a:ext>
              </a:extLst>
            </p:cNvPr>
            <p:cNvPicPr>
              <a:picLocks noChangeAspect="1"/>
            </p:cNvPicPr>
            <p:nvPr/>
          </p:nvPicPr>
          <p:blipFill>
            <a:blip r:embed="rId5"/>
            <a:stretch>
              <a:fillRect/>
            </a:stretch>
          </p:blipFill>
          <p:spPr>
            <a:xfrm>
              <a:off x="9356881" y="5061706"/>
              <a:ext cx="295239" cy="304764"/>
            </a:xfrm>
            <a:prstGeom prst="rect">
              <a:avLst/>
            </a:prstGeom>
          </p:spPr>
        </p:pic>
      </p:grpSp>
      <p:sp>
        <p:nvSpPr>
          <p:cNvPr id="5" name="Title 14">
            <a:extLst>
              <a:ext uri="{FF2B5EF4-FFF2-40B4-BE49-F238E27FC236}">
                <a16:creationId xmlns:a16="http://schemas.microsoft.com/office/drawing/2014/main" id="{F948C624-1454-D0AD-288D-F674ECE97AF9}"/>
              </a:ext>
            </a:extLst>
          </p:cNvPr>
          <p:cNvSpPr txBox="1">
            <a:spLocks/>
          </p:cNvSpPr>
          <p:nvPr/>
        </p:nvSpPr>
        <p:spPr>
          <a:xfrm>
            <a:off x="448386" y="484632"/>
            <a:ext cx="11545177" cy="850392"/>
          </a:xfrm>
          <a:prstGeom prst="rect">
            <a:avLst/>
          </a:prstGeom>
        </p:spPr>
        <p:txBody>
          <a:bodyPr lIns="91440" tIns="45720" rIns="91440" bIns="45720" anchor="t"/>
          <a:lstStyle>
            <a:lvl1pPr algn="l" defTabSz="914400" rtl="0" eaLnBrk="1" latinLnBrk="0" hangingPunct="1">
              <a:lnSpc>
                <a:spcPct val="85000"/>
              </a:lnSpc>
              <a:spcBef>
                <a:spcPts val="0"/>
              </a:spcBef>
              <a:buNone/>
              <a:defRPr lang="en-US" sz="2700" b="0" kern="1200" dirty="0">
                <a:solidFill>
                  <a:schemeClr val="tx1"/>
                </a:solidFill>
                <a:latin typeface="+mj-lt"/>
                <a:ea typeface="+mj-ea"/>
                <a:cs typeface="+mj-cs"/>
              </a:defRPr>
            </a:lvl1pPr>
          </a:lstStyle>
          <a:p>
            <a:r>
              <a:rPr lang="en-US" sz="2000">
                <a:solidFill>
                  <a:srgbClr val="000000"/>
                </a:solidFill>
                <a:latin typeface="Arial"/>
                <a:cs typeface="Arial"/>
              </a:rPr>
              <a:t>Reasoning for ABRYSVO’s High Call Quality - Verbatims</a:t>
            </a:r>
            <a:endParaRPr lang="en-GB" sz="2000">
              <a:solidFill>
                <a:srgbClr val="000000"/>
              </a:solidFill>
              <a:latin typeface="Arial" panose="020B0604020202020204"/>
              <a:cs typeface="Arial"/>
            </a:endParaRPr>
          </a:p>
        </p:txBody>
      </p:sp>
      <p:sp>
        <p:nvSpPr>
          <p:cNvPr id="22" name="Google Shape;435;p2">
            <a:extLst>
              <a:ext uri="{FF2B5EF4-FFF2-40B4-BE49-F238E27FC236}">
                <a16:creationId xmlns:a16="http://schemas.microsoft.com/office/drawing/2014/main" id="{D9461022-EA9C-F690-50BB-75CFC3C953C3}"/>
              </a:ext>
            </a:extLst>
          </p:cNvPr>
          <p:cNvSpPr txBox="1"/>
          <p:nvPr/>
        </p:nvSpPr>
        <p:spPr>
          <a:xfrm>
            <a:off x="2753868" y="1197343"/>
            <a:ext cx="6684264" cy="430847"/>
          </a:xfrm>
          <a:prstGeom prst="rect">
            <a:avLst/>
          </a:prstGeom>
          <a:noFill/>
          <a:ln>
            <a:noFill/>
          </a:ln>
        </p:spPr>
        <p:txBody>
          <a:bodyPr spcFirstLastPara="1" wrap="square" lIns="91425" tIns="45700" rIns="91425" bIns="45700" anchor="t" anchorCtr="0">
            <a:spAutoFit/>
          </a:bodyPr>
          <a:lstStyle/>
          <a:p>
            <a:pPr algn="ctr"/>
            <a:r>
              <a:rPr lang="en-GB" sz="1200" b="1">
                <a:solidFill>
                  <a:srgbClr val="000000"/>
                </a:solidFill>
                <a:latin typeface="Arial"/>
                <a:ea typeface="Arial"/>
                <a:cs typeface="Arial"/>
                <a:sym typeface="Arial"/>
              </a:rPr>
              <a:t>Dynamic Dialogues – Overall Call Quality – </a:t>
            </a:r>
            <a:r>
              <a:rPr lang="en-GB" sz="1200" b="1">
                <a:solidFill>
                  <a:srgbClr val="006600"/>
                </a:solidFill>
                <a:latin typeface="Arial"/>
                <a:ea typeface="Arial"/>
                <a:cs typeface="Arial"/>
                <a:sym typeface="Arial"/>
              </a:rPr>
              <a:t>Highly Rated Interactions</a:t>
            </a:r>
          </a:p>
          <a:p>
            <a:pPr algn="ctr"/>
            <a:r>
              <a:rPr lang="en-GB" sz="1000">
                <a:solidFill>
                  <a:srgbClr val="000000">
                    <a:lumMod val="85000"/>
                    <a:lumOff val="15000"/>
                  </a:srgbClr>
                </a:solidFill>
                <a:latin typeface="Arial" panose="020B0604020202020204"/>
              </a:rPr>
              <a:t>s = 87 | W4: Aug ‘25 - Oct ’25 | Interaction Rated 6,7 on Overall Call Quality</a:t>
            </a:r>
            <a:endParaRPr lang="en-US" sz="1000">
              <a:solidFill>
                <a:srgbClr val="000000">
                  <a:lumMod val="85000"/>
                  <a:lumOff val="15000"/>
                </a:srgbClr>
              </a:solidFill>
              <a:latin typeface="Arial" panose="020B0604020202020204"/>
            </a:endParaRPr>
          </a:p>
        </p:txBody>
      </p:sp>
      <p:sp>
        <p:nvSpPr>
          <p:cNvPr id="25" name="Text Placeholder 2">
            <a:extLst>
              <a:ext uri="{FF2B5EF4-FFF2-40B4-BE49-F238E27FC236}">
                <a16:creationId xmlns:a16="http://schemas.microsoft.com/office/drawing/2014/main" id="{2173E352-C399-6825-28CA-32E6499E911A}"/>
              </a:ext>
            </a:extLst>
          </p:cNvPr>
          <p:cNvSpPr txBox="1">
            <a:spLocks/>
          </p:cNvSpPr>
          <p:nvPr/>
        </p:nvSpPr>
        <p:spPr>
          <a:xfrm>
            <a:off x="1290604" y="6636190"/>
            <a:ext cx="11292840" cy="221810"/>
          </a:xfrm>
          <a:prstGeom prst="rect">
            <a:avLst/>
          </a:prstGeom>
        </p:spPr>
        <p:txBody>
          <a:bodyPr anchor="ctr"/>
          <a:lstStyle>
            <a:lvl1pPr marL="228600" indent="-228600" algn="l" defTabSz="914400" rtl="0" eaLnBrk="1" latinLnBrk="0" hangingPunct="1">
              <a:lnSpc>
                <a:spcPct val="90000"/>
              </a:lnSpc>
              <a:spcBef>
                <a:spcPts val="2000"/>
              </a:spcBef>
              <a:buClrTx/>
              <a:buSzPct val="100000"/>
              <a:buFont typeface="Arial" panose="020B0604020202020204" pitchFamily="34" charset="0"/>
              <a:buChar char="•"/>
              <a:defRPr lang="en-US" sz="2000" kern="1200" dirty="0" smtClean="0">
                <a:solidFill>
                  <a:schemeClr val="tx1"/>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85457">
              <a:buNone/>
              <a:defRPr/>
            </a:pPr>
            <a:r>
              <a:rPr kumimoji="1" lang="en-US" sz="800" kern="0">
                <a:solidFill>
                  <a:srgbClr val="000000"/>
                </a:solidFill>
                <a:latin typeface="Arial" panose="020B0604020202020204"/>
              </a:rPr>
              <a:t>Question text in speaker notes | </a:t>
            </a:r>
            <a:r>
              <a:rPr lang="en-IN" sz="800">
                <a:solidFill>
                  <a:srgbClr val="000000">
                    <a:lumMod val="85000"/>
                    <a:lumOff val="15000"/>
                  </a:srgbClr>
                </a:solidFill>
                <a:latin typeface="Arial"/>
                <a:cs typeface="Arial"/>
              </a:rPr>
              <a:t>s = no. of interactions | *Question text shortened. Full Question text in the Speaker notes  </a:t>
            </a:r>
            <a:endParaRPr kumimoji="1" lang="en-US" sz="800" kern="0">
              <a:solidFill>
                <a:srgbClr val="000000"/>
              </a:solidFill>
              <a:latin typeface="Arial" panose="020B0604020202020204"/>
            </a:endParaRPr>
          </a:p>
        </p:txBody>
      </p:sp>
      <p:sp>
        <p:nvSpPr>
          <p:cNvPr id="34" name="Arrow: Pentagon 33">
            <a:extLst>
              <a:ext uri="{FF2B5EF4-FFF2-40B4-BE49-F238E27FC236}">
                <a16:creationId xmlns:a16="http://schemas.microsoft.com/office/drawing/2014/main" id="{8FA00390-25D9-B974-8F3C-5DF1B19BE0B4}"/>
              </a:ext>
            </a:extLst>
          </p:cNvPr>
          <p:cNvSpPr/>
          <p:nvPr/>
        </p:nvSpPr>
        <p:spPr bwMode="gray">
          <a:xfrm flipH="1">
            <a:off x="11136327" y="1952899"/>
            <a:ext cx="429016" cy="180000"/>
          </a:xfrm>
          <a:prstGeom prst="homePlate">
            <a:avLst/>
          </a:prstGeom>
          <a:solidFill>
            <a:schemeClr val="accent4">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700" b="1">
                <a:solidFill>
                  <a:srgbClr val="000000"/>
                </a:solidFill>
                <a:latin typeface="Arial" panose="020B0604020202020204"/>
              </a:rPr>
              <a:t>PED</a:t>
            </a:r>
            <a:endParaRPr lang="en-GB" sz="700" b="1">
              <a:solidFill>
                <a:srgbClr val="000000"/>
              </a:solidFill>
              <a:latin typeface="Arial" panose="020B0604020202020204"/>
            </a:endParaRPr>
          </a:p>
        </p:txBody>
      </p:sp>
      <p:sp>
        <p:nvSpPr>
          <p:cNvPr id="2" name="TextBox 1">
            <a:extLst>
              <a:ext uri="{FF2B5EF4-FFF2-40B4-BE49-F238E27FC236}">
                <a16:creationId xmlns:a16="http://schemas.microsoft.com/office/drawing/2014/main" id="{68377D73-E1DB-7BD0-2096-4BB82ABECF94}"/>
              </a:ext>
            </a:extLst>
          </p:cNvPr>
          <p:cNvSpPr txBox="1"/>
          <p:nvPr/>
        </p:nvSpPr>
        <p:spPr bwMode="gray">
          <a:xfrm>
            <a:off x="3702731" y="6477002"/>
            <a:ext cx="5421086" cy="268183"/>
          </a:xfrm>
          <a:prstGeom prst="rect">
            <a:avLst/>
          </a:prstGeom>
        </p:spPr>
        <p:txBody>
          <a:bodyPr wrap="none" lIns="45720" tIns="45720" rIns="45720" bIns="45720" rtlCol="0">
            <a:noAutofit/>
          </a:bodyPr>
          <a:lstStyle/>
          <a:p>
            <a:pPr>
              <a:lnSpc>
                <a:spcPct val="90000"/>
              </a:lnSpc>
              <a:spcBef>
                <a:spcPts val="1000"/>
              </a:spcBef>
            </a:pPr>
            <a:r>
              <a:rPr lang="en-US" sz="1000" i="1">
                <a:solidFill>
                  <a:srgbClr val="FFFFFF">
                    <a:lumMod val="50000"/>
                  </a:srgbClr>
                </a:solidFill>
                <a:latin typeface="Arial" panose="020B0604020202020204"/>
              </a:rPr>
              <a:t>Source:  US Abrysvo Maternal HCP CFC Promotional Effectiveness Tracking (ZoomRx)_Q3 ‘25</a:t>
            </a:r>
          </a:p>
        </p:txBody>
      </p:sp>
      <p:sp>
        <p:nvSpPr>
          <p:cNvPr id="8" name="TextBox 7">
            <a:extLst>
              <a:ext uri="{FF2B5EF4-FFF2-40B4-BE49-F238E27FC236}">
                <a16:creationId xmlns:a16="http://schemas.microsoft.com/office/drawing/2014/main" id="{DF12B436-B198-42F2-2055-96D0E69D8E12}"/>
              </a:ext>
            </a:extLst>
          </p:cNvPr>
          <p:cNvSpPr txBox="1"/>
          <p:nvPr/>
        </p:nvSpPr>
        <p:spPr>
          <a:xfrm>
            <a:off x="9866313" y="269813"/>
            <a:ext cx="2324100" cy="246221"/>
          </a:xfrm>
          <a:prstGeom prst="rect">
            <a:avLst/>
          </a:prstGeom>
          <a:noFill/>
        </p:spPr>
        <p:txBody>
          <a:bodyPr wrap="square" rtlCol="0">
            <a:spAutoFit/>
          </a:bodyPr>
          <a:lstStyle/>
          <a:p>
            <a:pPr algn="r">
              <a:spcAft>
                <a:spcPts val="600"/>
              </a:spcAft>
            </a:pPr>
            <a:r>
              <a:rPr lang="en-GB" sz="1000" b="1">
                <a:solidFill>
                  <a:srgbClr val="FFFFFF"/>
                </a:solidFill>
                <a:highlight>
                  <a:srgbClr val="FF0000"/>
                </a:highlight>
                <a:latin typeface="Arial" panose="020B0604020202020204" pitchFamily="34" charset="0"/>
                <a:cs typeface="Arial" panose="020B0604020202020204" pitchFamily="34" charset="0"/>
              </a:rPr>
              <a:t> Final Report (Aug – Oct ‘25)</a:t>
            </a:r>
          </a:p>
        </p:txBody>
      </p:sp>
      <p:sp>
        <p:nvSpPr>
          <p:cNvPr id="11" name="Google Shape;562;p23">
            <a:extLst>
              <a:ext uri="{FF2B5EF4-FFF2-40B4-BE49-F238E27FC236}">
                <a16:creationId xmlns:a16="http://schemas.microsoft.com/office/drawing/2014/main" id="{FC397C8C-2A04-34C5-7598-E5334F634A50}"/>
              </a:ext>
            </a:extLst>
          </p:cNvPr>
          <p:cNvSpPr txBox="1"/>
          <p:nvPr/>
        </p:nvSpPr>
        <p:spPr>
          <a:xfrm>
            <a:off x="9237663" y="0"/>
            <a:ext cx="2952750" cy="324000"/>
          </a:xfrm>
          <a:prstGeom prst="rect">
            <a:avLst/>
          </a:prstGeom>
          <a:noFill/>
          <a:ln>
            <a:noFill/>
          </a:ln>
        </p:spPr>
        <p:txBody>
          <a:bodyPr spcFirstLastPara="1" wrap="square" lIns="91425" tIns="91425" rIns="91425" bIns="91425" anchor="ctr" anchorCtr="0">
            <a:normAutofit/>
          </a:bodyPr>
          <a:lstStyle/>
          <a:p>
            <a:pPr algn="r"/>
            <a:r>
              <a:rPr lang="en-IN" sz="800">
                <a:solidFill>
                  <a:srgbClr val="000000"/>
                </a:solidFill>
                <a:latin typeface="Arial" panose="020B0604020202020204" pitchFamily="34" charset="0"/>
                <a:cs typeface="Arial" panose="020B0604020202020204" pitchFamily="34" charset="0"/>
              </a:rPr>
              <a:t>Appendix – Overall Findings</a:t>
            </a:r>
          </a:p>
        </p:txBody>
      </p:sp>
      <p:sp>
        <p:nvSpPr>
          <p:cNvPr id="16" name="Oval 15">
            <a:extLst>
              <a:ext uri="{FF2B5EF4-FFF2-40B4-BE49-F238E27FC236}">
                <a16:creationId xmlns:a16="http://schemas.microsoft.com/office/drawing/2014/main" id="{9E4B41C2-FB83-7AF5-91C6-7BD431B0B3AF}"/>
              </a:ext>
            </a:extLst>
          </p:cNvPr>
          <p:cNvSpPr/>
          <p:nvPr/>
        </p:nvSpPr>
        <p:spPr>
          <a:xfrm>
            <a:off x="2571404" y="6027821"/>
            <a:ext cx="287925" cy="287925"/>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37" name="Google Shape;1601;p48">
            <a:extLst>
              <a:ext uri="{FF2B5EF4-FFF2-40B4-BE49-F238E27FC236}">
                <a16:creationId xmlns:a16="http://schemas.microsoft.com/office/drawing/2014/main" id="{6DCE35BD-87DB-C4C0-4CED-E6127115FF0C}"/>
              </a:ext>
            </a:extLst>
          </p:cNvPr>
          <p:cNvPicPr preferRelativeResize="0"/>
          <p:nvPr/>
        </p:nvPicPr>
        <p:blipFill rotWithShape="1">
          <a:blip r:embed="rId3">
            <a:alphaModFix/>
          </a:blip>
          <a:srcRect/>
          <a:stretch/>
        </p:blipFill>
        <p:spPr>
          <a:xfrm>
            <a:off x="2644655" y="6083218"/>
            <a:ext cx="145639" cy="141595"/>
          </a:xfrm>
          <a:prstGeom prst="rect">
            <a:avLst/>
          </a:prstGeom>
          <a:noFill/>
          <a:ln>
            <a:noFill/>
          </a:ln>
        </p:spPr>
      </p:pic>
      <p:sp>
        <p:nvSpPr>
          <p:cNvPr id="38" name="Arrow: Pentagon 37">
            <a:extLst>
              <a:ext uri="{FF2B5EF4-FFF2-40B4-BE49-F238E27FC236}">
                <a16:creationId xmlns:a16="http://schemas.microsoft.com/office/drawing/2014/main" id="{F9AE4091-C38C-29FC-7909-4A760D6A92FA}"/>
              </a:ext>
            </a:extLst>
          </p:cNvPr>
          <p:cNvSpPr/>
          <p:nvPr/>
        </p:nvSpPr>
        <p:spPr bwMode="gray">
          <a:xfrm flipH="1">
            <a:off x="2170462" y="1943038"/>
            <a:ext cx="565911" cy="180000"/>
          </a:xfrm>
          <a:prstGeom prst="homePlate">
            <a:avLst/>
          </a:prstGeom>
          <a:solidFill>
            <a:schemeClr val="accent5">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700" b="1">
                <a:solidFill>
                  <a:srgbClr val="000000"/>
                </a:solidFill>
                <a:latin typeface="Arial" panose="020B0604020202020204"/>
              </a:rPr>
              <a:t>OBGYN</a:t>
            </a:r>
            <a:endParaRPr lang="en-GB" sz="700" b="1">
              <a:solidFill>
                <a:srgbClr val="000000"/>
              </a:solidFill>
              <a:latin typeface="Arial" panose="020B0604020202020204"/>
            </a:endParaRPr>
          </a:p>
        </p:txBody>
      </p:sp>
      <p:sp>
        <p:nvSpPr>
          <p:cNvPr id="40" name="TextBox 39">
            <a:extLst>
              <a:ext uri="{FF2B5EF4-FFF2-40B4-BE49-F238E27FC236}">
                <a16:creationId xmlns:a16="http://schemas.microsoft.com/office/drawing/2014/main" id="{F7C28E31-B28D-CFB1-3A46-B0C2F893517C}"/>
              </a:ext>
            </a:extLst>
          </p:cNvPr>
          <p:cNvSpPr txBox="1"/>
          <p:nvPr/>
        </p:nvSpPr>
        <p:spPr bwMode="gray">
          <a:xfrm>
            <a:off x="1602454" y="1943039"/>
            <a:ext cx="552168" cy="186647"/>
          </a:xfrm>
          <a:prstGeom prst="rect">
            <a:avLst/>
          </a:prstGeom>
          <a:solidFill>
            <a:schemeClr val="bg2">
              <a:lumMod val="75000"/>
            </a:schemeClr>
          </a:solidFill>
        </p:spPr>
        <p:txBody>
          <a:bodyPr wrap="none" lIns="45720" tIns="45720" rIns="45720" bIns="45720" rtlCol="0">
            <a:noAutofit/>
          </a:bodyPr>
          <a:lstStyle/>
          <a:p>
            <a:pPr algn="ctr" fontAlgn="base">
              <a:lnSpc>
                <a:spcPct val="90000"/>
              </a:lnSpc>
              <a:spcAft>
                <a:spcPct val="0"/>
              </a:spcAft>
              <a:buClr>
                <a:srgbClr val="0095FF"/>
              </a:buClr>
              <a:buSzPct val="90000"/>
            </a:pPr>
            <a:r>
              <a:rPr lang="en-US" sz="800" b="1">
                <a:solidFill>
                  <a:srgbClr val="000000"/>
                </a:solidFill>
                <a:latin typeface="Arial" panose="020B0604020202020204"/>
              </a:rPr>
              <a:t>STOCKER</a:t>
            </a:r>
            <a:endParaRPr lang="en-GB" sz="800" b="1">
              <a:solidFill>
                <a:srgbClr val="000000"/>
              </a:solidFill>
              <a:latin typeface="Arial" panose="020B0604020202020204"/>
            </a:endParaRPr>
          </a:p>
        </p:txBody>
      </p:sp>
      <p:sp>
        <p:nvSpPr>
          <p:cNvPr id="41" name="Arrow: Pentagon 40">
            <a:extLst>
              <a:ext uri="{FF2B5EF4-FFF2-40B4-BE49-F238E27FC236}">
                <a16:creationId xmlns:a16="http://schemas.microsoft.com/office/drawing/2014/main" id="{EFA8A9A2-3367-2EF0-9853-ACE2D9853740}"/>
              </a:ext>
            </a:extLst>
          </p:cNvPr>
          <p:cNvSpPr/>
          <p:nvPr/>
        </p:nvSpPr>
        <p:spPr bwMode="gray">
          <a:xfrm flipH="1">
            <a:off x="5118455" y="1938267"/>
            <a:ext cx="565911" cy="180000"/>
          </a:xfrm>
          <a:prstGeom prst="homePlate">
            <a:avLst/>
          </a:prstGeom>
          <a:solidFill>
            <a:schemeClr val="accent5">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700" b="1">
                <a:solidFill>
                  <a:srgbClr val="000000"/>
                </a:solidFill>
                <a:latin typeface="Arial" panose="020B0604020202020204"/>
              </a:rPr>
              <a:t>OBGYN</a:t>
            </a:r>
            <a:endParaRPr lang="en-GB" sz="700" b="1">
              <a:solidFill>
                <a:srgbClr val="000000"/>
              </a:solidFill>
              <a:latin typeface="Arial" panose="020B0604020202020204"/>
            </a:endParaRPr>
          </a:p>
        </p:txBody>
      </p:sp>
      <p:sp>
        <p:nvSpPr>
          <p:cNvPr id="42" name="TextBox 41">
            <a:extLst>
              <a:ext uri="{FF2B5EF4-FFF2-40B4-BE49-F238E27FC236}">
                <a16:creationId xmlns:a16="http://schemas.microsoft.com/office/drawing/2014/main" id="{DDEB1688-EA7D-D6CA-14AB-23775334F0FE}"/>
              </a:ext>
            </a:extLst>
          </p:cNvPr>
          <p:cNvSpPr txBox="1"/>
          <p:nvPr/>
        </p:nvSpPr>
        <p:spPr bwMode="gray">
          <a:xfrm>
            <a:off x="4550447" y="1928329"/>
            <a:ext cx="552168" cy="186647"/>
          </a:xfrm>
          <a:prstGeom prst="rect">
            <a:avLst/>
          </a:prstGeom>
          <a:solidFill>
            <a:schemeClr val="bg2">
              <a:lumMod val="75000"/>
            </a:schemeClr>
          </a:solidFill>
        </p:spPr>
        <p:txBody>
          <a:bodyPr wrap="none" lIns="45720" tIns="45720" rIns="45720" bIns="45720" rtlCol="0">
            <a:noAutofit/>
          </a:bodyPr>
          <a:lstStyle/>
          <a:p>
            <a:pPr algn="ctr" fontAlgn="base">
              <a:lnSpc>
                <a:spcPct val="90000"/>
              </a:lnSpc>
              <a:spcAft>
                <a:spcPct val="0"/>
              </a:spcAft>
              <a:buClr>
                <a:srgbClr val="0095FF"/>
              </a:buClr>
              <a:buSzPct val="90000"/>
            </a:pPr>
            <a:r>
              <a:rPr lang="en-US" sz="800" b="1">
                <a:solidFill>
                  <a:srgbClr val="000000"/>
                </a:solidFill>
                <a:latin typeface="Arial" panose="020B0604020202020204"/>
              </a:rPr>
              <a:t>STOCKER</a:t>
            </a:r>
            <a:endParaRPr lang="en-GB" sz="800" b="1">
              <a:solidFill>
                <a:srgbClr val="000000"/>
              </a:solidFill>
              <a:latin typeface="Arial" panose="020B0604020202020204"/>
            </a:endParaRPr>
          </a:p>
        </p:txBody>
      </p:sp>
      <p:sp>
        <p:nvSpPr>
          <p:cNvPr id="43" name="Arrow: Pentagon 42">
            <a:extLst>
              <a:ext uri="{FF2B5EF4-FFF2-40B4-BE49-F238E27FC236}">
                <a16:creationId xmlns:a16="http://schemas.microsoft.com/office/drawing/2014/main" id="{CE165926-CFA7-FCE2-9096-685329ABF3AD}"/>
              </a:ext>
            </a:extLst>
          </p:cNvPr>
          <p:cNvSpPr/>
          <p:nvPr/>
        </p:nvSpPr>
        <p:spPr bwMode="gray">
          <a:xfrm flipH="1">
            <a:off x="8052155" y="1957317"/>
            <a:ext cx="565911" cy="180000"/>
          </a:xfrm>
          <a:prstGeom prst="homePlate">
            <a:avLst/>
          </a:prstGeom>
          <a:solidFill>
            <a:schemeClr val="accent5">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700" b="1">
                <a:solidFill>
                  <a:srgbClr val="000000"/>
                </a:solidFill>
                <a:latin typeface="Arial" panose="020B0604020202020204"/>
              </a:rPr>
              <a:t>OBGYN</a:t>
            </a:r>
            <a:endParaRPr lang="en-GB" sz="700" b="1">
              <a:solidFill>
                <a:srgbClr val="000000"/>
              </a:solidFill>
              <a:latin typeface="Arial" panose="020B0604020202020204"/>
            </a:endParaRPr>
          </a:p>
        </p:txBody>
      </p:sp>
      <p:sp>
        <p:nvSpPr>
          <p:cNvPr id="44" name="TextBox 43">
            <a:extLst>
              <a:ext uri="{FF2B5EF4-FFF2-40B4-BE49-F238E27FC236}">
                <a16:creationId xmlns:a16="http://schemas.microsoft.com/office/drawing/2014/main" id="{68836CEC-F472-0D2C-A91A-F3FF4355BA9C}"/>
              </a:ext>
            </a:extLst>
          </p:cNvPr>
          <p:cNvSpPr txBox="1"/>
          <p:nvPr/>
        </p:nvSpPr>
        <p:spPr bwMode="gray">
          <a:xfrm>
            <a:off x="7484147" y="1947379"/>
            <a:ext cx="552168" cy="186647"/>
          </a:xfrm>
          <a:prstGeom prst="rect">
            <a:avLst/>
          </a:prstGeom>
          <a:solidFill>
            <a:schemeClr val="bg2">
              <a:lumMod val="75000"/>
            </a:schemeClr>
          </a:solidFill>
        </p:spPr>
        <p:txBody>
          <a:bodyPr wrap="none" lIns="45720" tIns="45720" rIns="45720" bIns="45720" rtlCol="0">
            <a:noAutofit/>
          </a:bodyPr>
          <a:lstStyle/>
          <a:p>
            <a:pPr algn="ctr" fontAlgn="base">
              <a:lnSpc>
                <a:spcPct val="90000"/>
              </a:lnSpc>
              <a:spcAft>
                <a:spcPct val="0"/>
              </a:spcAft>
              <a:buClr>
                <a:srgbClr val="0095FF"/>
              </a:buClr>
              <a:buSzPct val="90000"/>
            </a:pPr>
            <a:r>
              <a:rPr lang="en-US" sz="800" b="1">
                <a:solidFill>
                  <a:srgbClr val="000000"/>
                </a:solidFill>
                <a:latin typeface="Arial" panose="020B0604020202020204"/>
              </a:rPr>
              <a:t>STOCKER</a:t>
            </a:r>
            <a:endParaRPr lang="en-GB" sz="800" b="1">
              <a:solidFill>
                <a:srgbClr val="000000"/>
              </a:solidFill>
              <a:latin typeface="Arial" panose="020B0604020202020204"/>
            </a:endParaRPr>
          </a:p>
        </p:txBody>
      </p:sp>
      <p:sp>
        <p:nvSpPr>
          <p:cNvPr id="45" name="TextBox 44">
            <a:extLst>
              <a:ext uri="{FF2B5EF4-FFF2-40B4-BE49-F238E27FC236}">
                <a16:creationId xmlns:a16="http://schemas.microsoft.com/office/drawing/2014/main" id="{4B2E91D4-CF8D-6554-E063-8FBB54DE402D}"/>
              </a:ext>
            </a:extLst>
          </p:cNvPr>
          <p:cNvSpPr txBox="1"/>
          <p:nvPr/>
        </p:nvSpPr>
        <p:spPr bwMode="gray">
          <a:xfrm>
            <a:off x="10387013" y="1954419"/>
            <a:ext cx="736840" cy="186647"/>
          </a:xfrm>
          <a:prstGeom prst="rect">
            <a:avLst/>
          </a:prstGeom>
          <a:solidFill>
            <a:schemeClr val="bg2">
              <a:lumMod val="75000"/>
            </a:schemeClr>
          </a:solidFill>
        </p:spPr>
        <p:txBody>
          <a:bodyPr wrap="none" lIns="45720" tIns="45720" rIns="45720" bIns="45720" rtlCol="0">
            <a:noAutofit/>
          </a:bodyPr>
          <a:lstStyle/>
          <a:p>
            <a:pPr algn="ctr" fontAlgn="base">
              <a:lnSpc>
                <a:spcPct val="90000"/>
              </a:lnSpc>
              <a:spcAft>
                <a:spcPct val="0"/>
              </a:spcAft>
              <a:buClr>
                <a:srgbClr val="0095FF"/>
              </a:buClr>
              <a:buSzPct val="90000"/>
            </a:pPr>
            <a:r>
              <a:rPr lang="en-US" sz="800" b="1">
                <a:solidFill>
                  <a:srgbClr val="000000"/>
                </a:solidFill>
                <a:latin typeface="Arial" panose="020B0604020202020204"/>
              </a:rPr>
              <a:t>NONSTOCKER</a:t>
            </a:r>
            <a:endParaRPr lang="en-GB" sz="800" b="1">
              <a:solidFill>
                <a:srgbClr val="000000"/>
              </a:solidFill>
              <a:latin typeface="Arial" panose="020B0604020202020204"/>
            </a:endParaRPr>
          </a:p>
        </p:txBody>
      </p:sp>
    </p:spTree>
    <p:extLst>
      <p:ext uri="{BB962C8B-B14F-4D97-AF65-F5344CB8AC3E}">
        <p14:creationId xmlns:p14="http://schemas.microsoft.com/office/powerpoint/2010/main" val="445561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Title 1">
            <a:extLst>
              <a:ext uri="{FF2B5EF4-FFF2-40B4-BE49-F238E27FC236}">
                <a16:creationId xmlns:a16="http://schemas.microsoft.com/office/drawing/2014/main" id="{C77B628C-0A15-9556-7F12-6E5FE012006E}"/>
              </a:ext>
            </a:extLst>
          </p:cNvPr>
          <p:cNvSpPr>
            <a:spLocks noGrp="1"/>
          </p:cNvSpPr>
          <p:nvPr/>
        </p:nvSpPr>
        <p:spPr>
          <a:xfrm>
            <a:off x="1588" y="145067"/>
            <a:ext cx="12183539" cy="899456"/>
          </a:xfrm>
          <a:prstGeom prst="rect">
            <a:avLst/>
          </a:prstGeom>
        </p:spPr>
        <p:txBody>
          <a:bodyPr vert="horz" lIns="91416" tIns="45708" rIns="91416" bIns="45708" rtlCol="0" anchor="t">
            <a:noAutofit/>
          </a:bodyPr>
          <a:lstStyle>
            <a:lvl1pPr algn="l" defTabSz="457200" rtl="0" eaLnBrk="1" latinLnBrk="0" hangingPunct="1">
              <a:spcBef>
                <a:spcPct val="0"/>
              </a:spcBef>
              <a:buNone/>
              <a:defRPr sz="2500" b="1" kern="1200">
                <a:solidFill>
                  <a:schemeClr val="accent1"/>
                </a:solidFill>
                <a:latin typeface="Verdana"/>
                <a:ea typeface="+mj-ea"/>
                <a:cs typeface="Verdana"/>
              </a:defRPr>
            </a:lvl1pPr>
          </a:lstStyle>
          <a:p>
            <a:pPr>
              <a:defRPr/>
            </a:pPr>
            <a:endParaRPr lang="en-US" sz="1799">
              <a:solidFill>
                <a:srgbClr val="EB1700"/>
              </a:solidFill>
              <a:latin typeface="Johnson Display"/>
              <a:ea typeface="Verdana"/>
            </a:endParaRPr>
          </a:p>
        </p:txBody>
      </p:sp>
      <p:grpSp>
        <p:nvGrpSpPr>
          <p:cNvPr id="24" name="Group 23">
            <a:extLst>
              <a:ext uri="{FF2B5EF4-FFF2-40B4-BE49-F238E27FC236}">
                <a16:creationId xmlns:a16="http://schemas.microsoft.com/office/drawing/2014/main" id="{3685F586-A65C-BF88-542E-E025F68E6847}"/>
              </a:ext>
            </a:extLst>
          </p:cNvPr>
          <p:cNvGrpSpPr/>
          <p:nvPr/>
        </p:nvGrpSpPr>
        <p:grpSpPr>
          <a:xfrm>
            <a:off x="357988" y="1639243"/>
            <a:ext cx="2628216" cy="4754331"/>
            <a:chOff x="3373997" y="1639242"/>
            <a:chExt cx="2628216" cy="4754331"/>
          </a:xfrm>
        </p:grpSpPr>
        <p:grpSp>
          <p:nvGrpSpPr>
            <p:cNvPr id="13" name="Group 12">
              <a:extLst>
                <a:ext uri="{FF2B5EF4-FFF2-40B4-BE49-F238E27FC236}">
                  <a16:creationId xmlns:a16="http://schemas.microsoft.com/office/drawing/2014/main" id="{862A8422-E7E7-B82B-83FA-D77785893608}"/>
                </a:ext>
              </a:extLst>
            </p:cNvPr>
            <p:cNvGrpSpPr/>
            <p:nvPr/>
          </p:nvGrpSpPr>
          <p:grpSpPr>
            <a:xfrm>
              <a:off x="3373997" y="1639242"/>
              <a:ext cx="2628216" cy="4754331"/>
              <a:chOff x="3197833" y="1631139"/>
              <a:chExt cx="2628900" cy="4755569"/>
            </a:xfrm>
          </p:grpSpPr>
          <p:sp>
            <p:nvSpPr>
              <p:cNvPr id="118" name="Rectangle: Rounded Corners 117">
                <a:extLst>
                  <a:ext uri="{FF2B5EF4-FFF2-40B4-BE49-F238E27FC236}">
                    <a16:creationId xmlns:a16="http://schemas.microsoft.com/office/drawing/2014/main" id="{33B91A37-42FE-58E4-C039-345B75E99A3E}"/>
                  </a:ext>
                </a:extLst>
              </p:cNvPr>
              <p:cNvSpPr/>
              <p:nvPr/>
            </p:nvSpPr>
            <p:spPr>
              <a:xfrm>
                <a:off x="3197833" y="1631139"/>
                <a:ext cx="2628900" cy="4755569"/>
              </a:xfrm>
              <a:prstGeom prst="roundRect">
                <a:avLst>
                  <a:gd name="adj" fmla="val 10312"/>
                </a:avLst>
              </a:prstGeom>
              <a:solidFill>
                <a:srgbClr val="FFFFFF"/>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19" name="Oval 118">
                <a:extLst>
                  <a:ext uri="{FF2B5EF4-FFF2-40B4-BE49-F238E27FC236}">
                    <a16:creationId xmlns:a16="http://schemas.microsoft.com/office/drawing/2014/main" id="{3169BD58-A390-2EDB-37CE-CAEB1BB0BE2A}"/>
                  </a:ext>
                </a:extLst>
              </p:cNvPr>
              <p:cNvSpPr/>
              <p:nvPr/>
            </p:nvSpPr>
            <p:spPr>
              <a:xfrm>
                <a:off x="4467655" y="1683730"/>
                <a:ext cx="89256" cy="87458"/>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22" name="Speech Bubble: Rectangle with Corners Rounded 121">
                <a:extLst>
                  <a:ext uri="{FF2B5EF4-FFF2-40B4-BE49-F238E27FC236}">
                    <a16:creationId xmlns:a16="http://schemas.microsoft.com/office/drawing/2014/main" id="{7FA07139-FF4F-E406-809C-459942D77F4D}"/>
                  </a:ext>
                </a:extLst>
              </p:cNvPr>
              <p:cNvSpPr/>
              <p:nvPr/>
            </p:nvSpPr>
            <p:spPr>
              <a:xfrm>
                <a:off x="3727173" y="2233633"/>
                <a:ext cx="1982968" cy="271705"/>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How could your most recent interaction have been improved?</a:t>
                </a:r>
              </a:p>
            </p:txBody>
          </p:sp>
          <p:grpSp>
            <p:nvGrpSpPr>
              <p:cNvPr id="125" name="Group 124">
                <a:extLst>
                  <a:ext uri="{FF2B5EF4-FFF2-40B4-BE49-F238E27FC236}">
                    <a16:creationId xmlns:a16="http://schemas.microsoft.com/office/drawing/2014/main" id="{B8C9D28F-DA0D-2A0C-5895-42473FE35E0A}"/>
                  </a:ext>
                </a:extLst>
              </p:cNvPr>
              <p:cNvGrpSpPr/>
              <p:nvPr/>
            </p:nvGrpSpPr>
            <p:grpSpPr>
              <a:xfrm>
                <a:off x="3300316" y="2573229"/>
                <a:ext cx="2404987" cy="1091760"/>
                <a:chOff x="346366" y="2473458"/>
                <a:chExt cx="2404987" cy="1091760"/>
              </a:xfrm>
            </p:grpSpPr>
            <p:grpSp>
              <p:nvGrpSpPr>
                <p:cNvPr id="126" name="Group 125">
                  <a:extLst>
                    <a:ext uri="{FF2B5EF4-FFF2-40B4-BE49-F238E27FC236}">
                      <a16:creationId xmlns:a16="http://schemas.microsoft.com/office/drawing/2014/main" id="{D7B32EB7-92CF-8419-4343-A34B1990328D}"/>
                    </a:ext>
                  </a:extLst>
                </p:cNvPr>
                <p:cNvGrpSpPr/>
                <p:nvPr/>
              </p:nvGrpSpPr>
              <p:grpSpPr>
                <a:xfrm>
                  <a:off x="2463353" y="2745410"/>
                  <a:ext cx="288000" cy="282197"/>
                  <a:chOff x="9355015" y="1514297"/>
                  <a:chExt cx="288000" cy="288000"/>
                </a:xfrm>
              </p:grpSpPr>
              <p:sp>
                <p:nvSpPr>
                  <p:cNvPr id="128" name="Oval 127">
                    <a:extLst>
                      <a:ext uri="{FF2B5EF4-FFF2-40B4-BE49-F238E27FC236}">
                        <a16:creationId xmlns:a16="http://schemas.microsoft.com/office/drawing/2014/main" id="{E42BFC0D-56DC-6D17-3FEA-B3AE987E750A}"/>
                      </a:ext>
                    </a:extLst>
                  </p:cNvPr>
                  <p:cNvSpPr/>
                  <p:nvPr/>
                </p:nvSpPr>
                <p:spPr>
                  <a:xfrm>
                    <a:off x="9355015" y="1514297"/>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29" name="Google Shape;1601;p48">
                    <a:extLst>
                      <a:ext uri="{FF2B5EF4-FFF2-40B4-BE49-F238E27FC236}">
                        <a16:creationId xmlns:a16="http://schemas.microsoft.com/office/drawing/2014/main" id="{2A04D64B-D72D-9493-6F5D-C8AAD7917613}"/>
                      </a:ext>
                    </a:extLst>
                  </p:cNvPr>
                  <p:cNvPicPr preferRelativeResize="0"/>
                  <p:nvPr/>
                </p:nvPicPr>
                <p:blipFill rotWithShape="1">
                  <a:blip r:embed="rId3">
                    <a:alphaModFix/>
                  </a:blip>
                  <a:srcRect/>
                  <a:stretch/>
                </p:blipFill>
                <p:spPr>
                  <a:xfrm>
                    <a:off x="9428285" y="1587483"/>
                    <a:ext cx="145677" cy="141632"/>
                  </a:xfrm>
                  <a:prstGeom prst="rect">
                    <a:avLst/>
                  </a:prstGeom>
                  <a:noFill/>
                  <a:ln>
                    <a:noFill/>
                  </a:ln>
                </p:spPr>
              </p:pic>
            </p:grpSp>
            <p:sp>
              <p:nvSpPr>
                <p:cNvPr id="127" name="Speech Bubble: Rectangle with Corners Rounded 126">
                  <a:extLst>
                    <a:ext uri="{FF2B5EF4-FFF2-40B4-BE49-F238E27FC236}">
                      <a16:creationId xmlns:a16="http://schemas.microsoft.com/office/drawing/2014/main" id="{C0B6561D-613A-48AE-F34F-77C64665CC2F}"/>
                    </a:ext>
                  </a:extLst>
                </p:cNvPr>
                <p:cNvSpPr/>
                <p:nvPr/>
              </p:nvSpPr>
              <p:spPr>
                <a:xfrm flipH="1">
                  <a:off x="346366" y="2473458"/>
                  <a:ext cx="2099562" cy="1091760"/>
                </a:xfrm>
                <a:prstGeom prst="wedgeRoundRectCallout">
                  <a:avLst>
                    <a:gd name="adj1" fmla="val -52412"/>
                    <a:gd name="adj2" fmla="val -23660"/>
                    <a:gd name="adj3" fmla="val 1666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On follow up visits, I would like to have </a:t>
                  </a:r>
                  <a:r>
                    <a:rPr lang="en-US" sz="900" b="1">
                      <a:solidFill>
                        <a:srgbClr val="000000"/>
                      </a:solidFill>
                      <a:latin typeface="Arial" panose="020B0604020202020204"/>
                    </a:rPr>
                    <a:t>materials that my staff can review and some for patients in waiting rooms</a:t>
                  </a:r>
                  <a:r>
                    <a:rPr lang="en-US" sz="900">
                      <a:solidFill>
                        <a:srgbClr val="000000"/>
                      </a:solidFill>
                      <a:latin typeface="Arial" panose="020B0604020202020204"/>
                    </a:rPr>
                    <a:t> to review. There are still many health professionals and members of the general population unfamiliar with RSV and vaccines available</a:t>
                  </a:r>
                </a:p>
              </p:txBody>
            </p:sp>
          </p:grpSp>
          <p:cxnSp>
            <p:nvCxnSpPr>
              <p:cNvPr id="130" name="Straight Connector 129">
                <a:extLst>
                  <a:ext uri="{FF2B5EF4-FFF2-40B4-BE49-F238E27FC236}">
                    <a16:creationId xmlns:a16="http://schemas.microsoft.com/office/drawing/2014/main" id="{A906F1D5-E362-7066-C7F3-DAD4FC75384C}"/>
                  </a:ext>
                </a:extLst>
              </p:cNvPr>
              <p:cNvCxnSpPr>
                <a:cxnSpLocks/>
              </p:cNvCxnSpPr>
              <p:nvPr/>
            </p:nvCxnSpPr>
            <p:spPr>
              <a:xfrm flipH="1">
                <a:off x="4092602" y="6352246"/>
                <a:ext cx="839362" cy="0"/>
              </a:xfrm>
              <a:prstGeom prst="line">
                <a:avLst/>
              </a:prstGeom>
              <a:ln w="381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FE90384A-78BA-67F5-00B3-A16A0928A711}"/>
                  </a:ext>
                </a:extLst>
              </p:cNvPr>
              <p:cNvSpPr/>
              <p:nvPr/>
            </p:nvSpPr>
            <p:spPr>
              <a:xfrm>
                <a:off x="3197833" y="1851670"/>
                <a:ext cx="2628900" cy="3499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GB" sz="1000" b="1">
                    <a:solidFill>
                      <a:srgbClr val="FFFFFF"/>
                    </a:solidFill>
                    <a:latin typeface="Arial" panose="020B0604020202020204"/>
                  </a:rPr>
                  <a:t>    </a:t>
                </a:r>
                <a:r>
                  <a:rPr lang="en-GB" sz="1000" b="1" err="1">
                    <a:solidFill>
                      <a:srgbClr val="FFFFFF"/>
                    </a:solidFill>
                    <a:latin typeface="Arial" panose="020B0604020202020204"/>
                  </a:rPr>
                  <a:t>ZoomRx</a:t>
                </a:r>
                <a:r>
                  <a:rPr lang="en-GB" sz="1000" b="1">
                    <a:solidFill>
                      <a:srgbClr val="FFFFFF"/>
                    </a:solidFill>
                    <a:latin typeface="Arial" panose="020B0604020202020204"/>
                  </a:rPr>
                  <a:t> Study</a:t>
                </a:r>
                <a:endParaRPr lang="en-IN" sz="1000" b="1">
                  <a:solidFill>
                    <a:srgbClr val="FFFFFF"/>
                  </a:solidFill>
                  <a:latin typeface="Arial" panose="020B0604020202020204"/>
                </a:endParaRPr>
              </a:p>
            </p:txBody>
          </p:sp>
          <p:pic>
            <p:nvPicPr>
              <p:cNvPr id="132" name="Picture 6" descr="Hamburger Menu Icons (Three Line Menu Icon / Navicon) Different Ways |  CSS-Tricks - CSS-Tricks">
                <a:extLst>
                  <a:ext uri="{FF2B5EF4-FFF2-40B4-BE49-F238E27FC236}">
                    <a16:creationId xmlns:a16="http://schemas.microsoft.com/office/drawing/2014/main" id="{6377F04B-2B55-7446-E575-CD449157A9AD}"/>
                  </a:ext>
                </a:extLst>
              </p:cNvPr>
              <p:cNvPicPr>
                <a:picLocks noChangeAspect="1" noChangeArrowheads="1"/>
              </p:cNvPicPr>
              <p:nvPr/>
            </p:nvPicPr>
            <p:blipFill>
              <a:blip r:embed="rId4">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5538368" y="1955462"/>
                <a:ext cx="253106" cy="165339"/>
              </a:xfrm>
              <a:prstGeom prst="rect">
                <a:avLst/>
              </a:prstGeom>
              <a:noFill/>
              <a:extLst>
                <a:ext uri="{909E8E84-426E-40DD-AFC4-6F175D3DCCD1}">
                  <a14:hiddenFill xmlns:a14="http://schemas.microsoft.com/office/drawing/2010/main">
                    <a:solidFill>
                      <a:srgbClr val="FFFFFF"/>
                    </a:solidFill>
                  </a14:hiddenFill>
                </a:ext>
              </a:extLst>
            </p:spPr>
          </p:pic>
          <p:cxnSp>
            <p:nvCxnSpPr>
              <p:cNvPr id="133" name="Straight Arrow Connector 132">
                <a:extLst>
                  <a:ext uri="{FF2B5EF4-FFF2-40B4-BE49-F238E27FC236}">
                    <a16:creationId xmlns:a16="http://schemas.microsoft.com/office/drawing/2014/main" id="{509311CE-7155-B740-831A-0718FDEBCECF}"/>
                  </a:ext>
                </a:extLst>
              </p:cNvPr>
              <p:cNvCxnSpPr>
                <a:cxnSpLocks/>
              </p:cNvCxnSpPr>
              <p:nvPr/>
            </p:nvCxnSpPr>
            <p:spPr>
              <a:xfrm>
                <a:off x="3246538" y="2028894"/>
                <a:ext cx="103695" cy="0"/>
              </a:xfrm>
              <a:prstGeom prst="straightConnector1">
                <a:avLst/>
              </a:prstGeom>
              <a:ln>
                <a:solidFill>
                  <a:schemeClr val="bg1">
                    <a:lumMod val="95000"/>
                  </a:schemeClr>
                </a:solidFill>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134" name="Group 133">
                <a:extLst>
                  <a:ext uri="{FF2B5EF4-FFF2-40B4-BE49-F238E27FC236}">
                    <a16:creationId xmlns:a16="http://schemas.microsoft.com/office/drawing/2014/main" id="{570E1F7E-D40E-B306-DC20-316C6702656A}"/>
                  </a:ext>
                </a:extLst>
              </p:cNvPr>
              <p:cNvGrpSpPr/>
              <p:nvPr/>
            </p:nvGrpSpPr>
            <p:grpSpPr>
              <a:xfrm>
                <a:off x="3378372" y="4641196"/>
                <a:ext cx="2326931" cy="304843"/>
                <a:chOff x="814579" y="3962965"/>
                <a:chExt cx="2326931" cy="304843"/>
              </a:xfrm>
            </p:grpSpPr>
            <p:grpSp>
              <p:nvGrpSpPr>
                <p:cNvPr id="135" name="Group 134">
                  <a:extLst>
                    <a:ext uri="{FF2B5EF4-FFF2-40B4-BE49-F238E27FC236}">
                      <a16:creationId xmlns:a16="http://schemas.microsoft.com/office/drawing/2014/main" id="{D9A57650-189B-9C6A-92FE-14557CF2CDFC}"/>
                    </a:ext>
                  </a:extLst>
                </p:cNvPr>
                <p:cNvGrpSpPr/>
                <p:nvPr/>
              </p:nvGrpSpPr>
              <p:grpSpPr>
                <a:xfrm>
                  <a:off x="2853510" y="3971985"/>
                  <a:ext cx="288000" cy="288000"/>
                  <a:chOff x="9355015" y="2151976"/>
                  <a:chExt cx="288000" cy="288000"/>
                </a:xfrm>
              </p:grpSpPr>
              <p:sp>
                <p:nvSpPr>
                  <p:cNvPr id="137" name="Oval 136">
                    <a:extLst>
                      <a:ext uri="{FF2B5EF4-FFF2-40B4-BE49-F238E27FC236}">
                        <a16:creationId xmlns:a16="http://schemas.microsoft.com/office/drawing/2014/main" id="{991A55D0-CAFF-47D2-D99C-EE7810196E0F}"/>
                      </a:ext>
                    </a:extLst>
                  </p:cNvPr>
                  <p:cNvSpPr/>
                  <p:nvPr/>
                </p:nvSpPr>
                <p:spPr>
                  <a:xfrm>
                    <a:off x="9355015" y="2151976"/>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38" name="Google Shape;1601;p48">
                    <a:extLst>
                      <a:ext uri="{FF2B5EF4-FFF2-40B4-BE49-F238E27FC236}">
                        <a16:creationId xmlns:a16="http://schemas.microsoft.com/office/drawing/2014/main" id="{DE07F204-DD51-8EED-B946-9824DD10733D}"/>
                      </a:ext>
                    </a:extLst>
                  </p:cNvPr>
                  <p:cNvPicPr preferRelativeResize="0"/>
                  <p:nvPr/>
                </p:nvPicPr>
                <p:blipFill rotWithShape="1">
                  <a:blip r:embed="rId3">
                    <a:alphaModFix/>
                  </a:blip>
                  <a:srcRect/>
                  <a:stretch/>
                </p:blipFill>
                <p:spPr>
                  <a:xfrm>
                    <a:off x="9428285" y="2225170"/>
                    <a:ext cx="145677" cy="141632"/>
                  </a:xfrm>
                  <a:prstGeom prst="rect">
                    <a:avLst/>
                  </a:prstGeom>
                  <a:noFill/>
                  <a:ln>
                    <a:noFill/>
                  </a:ln>
                </p:spPr>
              </p:pic>
            </p:grpSp>
            <p:sp>
              <p:nvSpPr>
                <p:cNvPr id="136" name="Speech Bubble: Rectangle with Corners Rounded 135">
                  <a:extLst>
                    <a:ext uri="{FF2B5EF4-FFF2-40B4-BE49-F238E27FC236}">
                      <a16:creationId xmlns:a16="http://schemas.microsoft.com/office/drawing/2014/main" id="{D437AFA0-6DA4-CDB2-83BC-E06E955D3645}"/>
                    </a:ext>
                  </a:extLst>
                </p:cNvPr>
                <p:cNvSpPr/>
                <p:nvPr/>
              </p:nvSpPr>
              <p:spPr>
                <a:xfrm flipH="1">
                  <a:off x="814579" y="3962965"/>
                  <a:ext cx="1982968" cy="304843"/>
                </a:xfrm>
                <a:prstGeom prst="wedgeRoundRectCallout">
                  <a:avLst>
                    <a:gd name="adj1" fmla="val -52412"/>
                    <a:gd name="adj2" fmla="val -23660"/>
                    <a:gd name="adj3" fmla="val 1666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Patient-friendly language. English and Spanish</a:t>
                  </a:r>
                  <a:endParaRPr lang="en-GB" sz="900">
                    <a:solidFill>
                      <a:srgbClr val="000000"/>
                    </a:solidFill>
                    <a:latin typeface="Arial" panose="020B0604020202020204"/>
                  </a:endParaRPr>
                </a:p>
              </p:txBody>
            </p:sp>
          </p:grpSp>
          <p:sp>
            <p:nvSpPr>
              <p:cNvPr id="141" name="Speech Bubble: Rectangle with Corners Rounded 140">
                <a:extLst>
                  <a:ext uri="{FF2B5EF4-FFF2-40B4-BE49-F238E27FC236}">
                    <a16:creationId xmlns:a16="http://schemas.microsoft.com/office/drawing/2014/main" id="{7BCF9353-08A5-9EA7-B0B5-AE8271E58B5A}"/>
                  </a:ext>
                </a:extLst>
              </p:cNvPr>
              <p:cNvSpPr/>
              <p:nvPr/>
            </p:nvSpPr>
            <p:spPr>
              <a:xfrm>
                <a:off x="3727173" y="3736172"/>
                <a:ext cx="1982968" cy="836562"/>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Could you elaborate on the types of materials or resources you believe would be most effective for both your staff and patients in enhancing their understanding of RSV and the available vaccines?</a:t>
                </a:r>
                <a:endParaRPr lang="en-IN" sz="900" i="1">
                  <a:solidFill>
                    <a:srgbClr val="000000"/>
                  </a:solidFill>
                  <a:latin typeface="Arial" panose="020B0604020202020204"/>
                </a:endParaRPr>
              </a:p>
            </p:txBody>
          </p:sp>
          <p:sp>
            <p:nvSpPr>
              <p:cNvPr id="146" name="Speech Bubble: Rectangle with Corners Rounded 145">
                <a:extLst>
                  <a:ext uri="{FF2B5EF4-FFF2-40B4-BE49-F238E27FC236}">
                    <a16:creationId xmlns:a16="http://schemas.microsoft.com/office/drawing/2014/main" id="{9C8D7E78-7E62-26AE-6FC6-611E912D5BA6}"/>
                  </a:ext>
                </a:extLst>
              </p:cNvPr>
              <p:cNvSpPr/>
              <p:nvPr/>
            </p:nvSpPr>
            <p:spPr>
              <a:xfrm>
                <a:off x="3727173" y="5007496"/>
                <a:ext cx="2064301" cy="952160"/>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Thank you for specifying that. Could you describe any particular formats or types of materials that you think would be most engaging or useful for your patients and staff, such as brochures, posters, or digital content?</a:t>
                </a:r>
                <a:endParaRPr lang="en-IN" sz="900" i="1">
                  <a:solidFill>
                    <a:srgbClr val="000000"/>
                  </a:solidFill>
                  <a:latin typeface="Arial" panose="020B0604020202020204"/>
                </a:endParaRPr>
              </a:p>
            </p:txBody>
          </p:sp>
          <p:grpSp>
            <p:nvGrpSpPr>
              <p:cNvPr id="149" name="Group 148">
                <a:extLst>
                  <a:ext uri="{FF2B5EF4-FFF2-40B4-BE49-F238E27FC236}">
                    <a16:creationId xmlns:a16="http://schemas.microsoft.com/office/drawing/2014/main" id="{10EEFA3E-428F-077D-FB2B-512D5E31DF24}"/>
                  </a:ext>
                </a:extLst>
              </p:cNvPr>
              <p:cNvGrpSpPr/>
              <p:nvPr/>
            </p:nvGrpSpPr>
            <p:grpSpPr>
              <a:xfrm>
                <a:off x="3363397" y="5993254"/>
                <a:ext cx="2341907" cy="288000"/>
                <a:chOff x="799604" y="3738409"/>
                <a:chExt cx="2341907" cy="288000"/>
              </a:xfrm>
            </p:grpSpPr>
            <p:grpSp>
              <p:nvGrpSpPr>
                <p:cNvPr id="150" name="Group 149">
                  <a:extLst>
                    <a:ext uri="{FF2B5EF4-FFF2-40B4-BE49-F238E27FC236}">
                      <a16:creationId xmlns:a16="http://schemas.microsoft.com/office/drawing/2014/main" id="{D61B69C0-5B34-70E6-5E47-81618BD3BFEE}"/>
                    </a:ext>
                  </a:extLst>
                </p:cNvPr>
                <p:cNvGrpSpPr/>
                <p:nvPr/>
              </p:nvGrpSpPr>
              <p:grpSpPr>
                <a:xfrm>
                  <a:off x="2853511" y="3738409"/>
                  <a:ext cx="288000" cy="288000"/>
                  <a:chOff x="9355016" y="1918400"/>
                  <a:chExt cx="288000" cy="288000"/>
                </a:xfrm>
              </p:grpSpPr>
              <p:sp>
                <p:nvSpPr>
                  <p:cNvPr id="152" name="Oval 151">
                    <a:extLst>
                      <a:ext uri="{FF2B5EF4-FFF2-40B4-BE49-F238E27FC236}">
                        <a16:creationId xmlns:a16="http://schemas.microsoft.com/office/drawing/2014/main" id="{AFBA902B-93B9-FE91-8919-6DD6880CCA78}"/>
                      </a:ext>
                    </a:extLst>
                  </p:cNvPr>
                  <p:cNvSpPr/>
                  <p:nvPr/>
                </p:nvSpPr>
                <p:spPr>
                  <a:xfrm>
                    <a:off x="9355016" y="1918400"/>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53" name="Google Shape;1601;p48">
                    <a:extLst>
                      <a:ext uri="{FF2B5EF4-FFF2-40B4-BE49-F238E27FC236}">
                        <a16:creationId xmlns:a16="http://schemas.microsoft.com/office/drawing/2014/main" id="{0BEA94AE-0ED2-E649-E639-F76674959025}"/>
                      </a:ext>
                    </a:extLst>
                  </p:cNvPr>
                  <p:cNvPicPr preferRelativeResize="0"/>
                  <p:nvPr/>
                </p:nvPicPr>
                <p:blipFill rotWithShape="1">
                  <a:blip r:embed="rId3">
                    <a:alphaModFix/>
                  </a:blip>
                  <a:srcRect/>
                  <a:stretch/>
                </p:blipFill>
                <p:spPr>
                  <a:xfrm>
                    <a:off x="9428285" y="1977231"/>
                    <a:ext cx="145677" cy="141632"/>
                  </a:xfrm>
                  <a:prstGeom prst="rect">
                    <a:avLst/>
                  </a:prstGeom>
                  <a:noFill/>
                  <a:ln>
                    <a:noFill/>
                  </a:ln>
                </p:spPr>
              </p:pic>
            </p:grpSp>
            <p:sp>
              <p:nvSpPr>
                <p:cNvPr id="151" name="Speech Bubble: Rectangle with Corners Rounded 150">
                  <a:extLst>
                    <a:ext uri="{FF2B5EF4-FFF2-40B4-BE49-F238E27FC236}">
                      <a16:creationId xmlns:a16="http://schemas.microsoft.com/office/drawing/2014/main" id="{4E1F4C49-3FE6-DE15-A326-A3E33708D5A8}"/>
                    </a:ext>
                  </a:extLst>
                </p:cNvPr>
                <p:cNvSpPr/>
                <p:nvPr/>
              </p:nvSpPr>
              <p:spPr>
                <a:xfrm flipH="1">
                  <a:off x="799604" y="3748107"/>
                  <a:ext cx="1997937" cy="272681"/>
                </a:xfrm>
                <a:prstGeom prst="wedgeRoundRectCallout">
                  <a:avLst>
                    <a:gd name="adj1" fmla="val -52412"/>
                    <a:gd name="adj2" fmla="val -23660"/>
                    <a:gd name="adj3" fmla="val 1666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lumMod val="85000"/>
                          <a:lumOff val="15000"/>
                        </a:srgbClr>
                      </a:solidFill>
                      <a:latin typeface="Arial" panose="020B0604020202020204"/>
                    </a:rPr>
                    <a:t>Brochures. Posters or cards with QR codes</a:t>
                  </a:r>
                  <a:endParaRPr lang="en-GB" sz="900">
                    <a:solidFill>
                      <a:srgbClr val="000000">
                        <a:lumMod val="85000"/>
                        <a:lumOff val="15000"/>
                      </a:srgbClr>
                    </a:solidFill>
                    <a:latin typeface="Arial" panose="020B0604020202020204"/>
                  </a:endParaRPr>
                </a:p>
              </p:txBody>
            </p:sp>
          </p:grpSp>
        </p:grpSp>
        <p:pic>
          <p:nvPicPr>
            <p:cNvPr id="337" name="Picture 336">
              <a:extLst>
                <a:ext uri="{FF2B5EF4-FFF2-40B4-BE49-F238E27FC236}">
                  <a16:creationId xmlns:a16="http://schemas.microsoft.com/office/drawing/2014/main" id="{7FB37556-6467-BC80-1C60-0BD62A9B2AE1}"/>
                </a:ext>
              </a:extLst>
            </p:cNvPr>
            <p:cNvPicPr>
              <a:picLocks noChangeAspect="1"/>
            </p:cNvPicPr>
            <p:nvPr/>
          </p:nvPicPr>
          <p:blipFill>
            <a:blip r:embed="rId5"/>
            <a:stretch>
              <a:fillRect/>
            </a:stretch>
          </p:blipFill>
          <p:spPr>
            <a:xfrm>
              <a:off x="3539523" y="2234958"/>
              <a:ext cx="295239" cy="304764"/>
            </a:xfrm>
            <a:prstGeom prst="rect">
              <a:avLst/>
            </a:prstGeom>
          </p:spPr>
        </p:pic>
        <p:pic>
          <p:nvPicPr>
            <p:cNvPr id="338" name="Picture 337">
              <a:extLst>
                <a:ext uri="{FF2B5EF4-FFF2-40B4-BE49-F238E27FC236}">
                  <a16:creationId xmlns:a16="http://schemas.microsoft.com/office/drawing/2014/main" id="{AF411DAD-4E63-7922-DACC-8281E6005939}"/>
                </a:ext>
              </a:extLst>
            </p:cNvPr>
            <p:cNvPicPr>
              <a:picLocks noChangeAspect="1"/>
            </p:cNvPicPr>
            <p:nvPr/>
          </p:nvPicPr>
          <p:blipFill>
            <a:blip r:embed="rId5"/>
            <a:stretch>
              <a:fillRect/>
            </a:stretch>
          </p:blipFill>
          <p:spPr>
            <a:xfrm>
              <a:off x="3539523" y="3746914"/>
              <a:ext cx="295239" cy="304764"/>
            </a:xfrm>
            <a:prstGeom prst="rect">
              <a:avLst/>
            </a:prstGeom>
          </p:spPr>
        </p:pic>
        <p:pic>
          <p:nvPicPr>
            <p:cNvPr id="339" name="Picture 338">
              <a:extLst>
                <a:ext uri="{FF2B5EF4-FFF2-40B4-BE49-F238E27FC236}">
                  <a16:creationId xmlns:a16="http://schemas.microsoft.com/office/drawing/2014/main" id="{15E04EF6-ED37-1E54-6601-1C967B9569C0}"/>
                </a:ext>
              </a:extLst>
            </p:cNvPr>
            <p:cNvPicPr>
              <a:picLocks noChangeAspect="1"/>
            </p:cNvPicPr>
            <p:nvPr/>
          </p:nvPicPr>
          <p:blipFill>
            <a:blip r:embed="rId5"/>
            <a:stretch>
              <a:fillRect/>
            </a:stretch>
          </p:blipFill>
          <p:spPr>
            <a:xfrm>
              <a:off x="3539523" y="5187845"/>
              <a:ext cx="295239" cy="304764"/>
            </a:xfrm>
            <a:prstGeom prst="rect">
              <a:avLst/>
            </a:prstGeom>
          </p:spPr>
        </p:pic>
      </p:grpSp>
      <p:grpSp>
        <p:nvGrpSpPr>
          <p:cNvPr id="25" name="Group 24">
            <a:extLst>
              <a:ext uri="{FF2B5EF4-FFF2-40B4-BE49-F238E27FC236}">
                <a16:creationId xmlns:a16="http://schemas.microsoft.com/office/drawing/2014/main" id="{9E9E4116-8056-05B3-D759-DF166434306B}"/>
              </a:ext>
            </a:extLst>
          </p:cNvPr>
          <p:cNvGrpSpPr/>
          <p:nvPr/>
        </p:nvGrpSpPr>
        <p:grpSpPr>
          <a:xfrm>
            <a:off x="3302788" y="1639243"/>
            <a:ext cx="2628216" cy="4754331"/>
            <a:chOff x="6186611" y="1639242"/>
            <a:chExt cx="2628216" cy="4754331"/>
          </a:xfrm>
        </p:grpSpPr>
        <p:grpSp>
          <p:nvGrpSpPr>
            <p:cNvPr id="9" name="Group 8">
              <a:extLst>
                <a:ext uri="{FF2B5EF4-FFF2-40B4-BE49-F238E27FC236}">
                  <a16:creationId xmlns:a16="http://schemas.microsoft.com/office/drawing/2014/main" id="{B1C51761-FB44-1DA7-1864-54AB8FDBD5BB}"/>
                </a:ext>
              </a:extLst>
            </p:cNvPr>
            <p:cNvGrpSpPr/>
            <p:nvPr/>
          </p:nvGrpSpPr>
          <p:grpSpPr>
            <a:xfrm>
              <a:off x="6186611" y="1639242"/>
              <a:ext cx="2628216" cy="4754331"/>
              <a:chOff x="6039163" y="1567131"/>
              <a:chExt cx="2628900" cy="4755569"/>
            </a:xfrm>
          </p:grpSpPr>
          <p:sp>
            <p:nvSpPr>
              <p:cNvPr id="154" name="Rectangle: Rounded Corners 153">
                <a:extLst>
                  <a:ext uri="{FF2B5EF4-FFF2-40B4-BE49-F238E27FC236}">
                    <a16:creationId xmlns:a16="http://schemas.microsoft.com/office/drawing/2014/main" id="{CC424ADA-7F25-29E2-080D-5C5116A4A7C3}"/>
                  </a:ext>
                </a:extLst>
              </p:cNvPr>
              <p:cNvSpPr/>
              <p:nvPr/>
            </p:nvSpPr>
            <p:spPr>
              <a:xfrm>
                <a:off x="6039163" y="1567131"/>
                <a:ext cx="2628900" cy="4755569"/>
              </a:xfrm>
              <a:prstGeom prst="roundRect">
                <a:avLst>
                  <a:gd name="adj" fmla="val 10312"/>
                </a:avLst>
              </a:prstGeom>
              <a:solidFill>
                <a:srgbClr val="FFFFFF"/>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55" name="Oval 154">
                <a:extLst>
                  <a:ext uri="{FF2B5EF4-FFF2-40B4-BE49-F238E27FC236}">
                    <a16:creationId xmlns:a16="http://schemas.microsoft.com/office/drawing/2014/main" id="{B9B7520E-BF94-581C-5610-E2250C161309}"/>
                  </a:ext>
                </a:extLst>
              </p:cNvPr>
              <p:cNvSpPr/>
              <p:nvPr/>
            </p:nvSpPr>
            <p:spPr>
              <a:xfrm>
                <a:off x="7308985" y="1619722"/>
                <a:ext cx="89256" cy="87458"/>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58" name="Speech Bubble: Rectangle with Corners Rounded 157">
                <a:extLst>
                  <a:ext uri="{FF2B5EF4-FFF2-40B4-BE49-F238E27FC236}">
                    <a16:creationId xmlns:a16="http://schemas.microsoft.com/office/drawing/2014/main" id="{A864543E-7DAD-CC3F-07AD-B05D57D5ED3C}"/>
                  </a:ext>
                </a:extLst>
              </p:cNvPr>
              <p:cNvSpPr/>
              <p:nvPr/>
            </p:nvSpPr>
            <p:spPr>
              <a:xfrm>
                <a:off x="6568503" y="2198209"/>
                <a:ext cx="1982968" cy="349967"/>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How could your most recent interaction have been improved?</a:t>
                </a:r>
              </a:p>
            </p:txBody>
          </p:sp>
          <p:grpSp>
            <p:nvGrpSpPr>
              <p:cNvPr id="161" name="Group 160">
                <a:extLst>
                  <a:ext uri="{FF2B5EF4-FFF2-40B4-BE49-F238E27FC236}">
                    <a16:creationId xmlns:a16="http://schemas.microsoft.com/office/drawing/2014/main" id="{D1E73EE0-2EB8-FDEB-02F8-353ADB475873}"/>
                  </a:ext>
                </a:extLst>
              </p:cNvPr>
              <p:cNvGrpSpPr/>
              <p:nvPr/>
            </p:nvGrpSpPr>
            <p:grpSpPr>
              <a:xfrm>
                <a:off x="6135562" y="2622678"/>
                <a:ext cx="2411071" cy="1013702"/>
                <a:chOff x="340282" y="2620481"/>
                <a:chExt cx="2411071" cy="1013702"/>
              </a:xfrm>
            </p:grpSpPr>
            <p:grpSp>
              <p:nvGrpSpPr>
                <p:cNvPr id="162" name="Group 161">
                  <a:extLst>
                    <a:ext uri="{FF2B5EF4-FFF2-40B4-BE49-F238E27FC236}">
                      <a16:creationId xmlns:a16="http://schemas.microsoft.com/office/drawing/2014/main" id="{A7D30190-3CD1-1706-37E6-3EE3B487473E}"/>
                    </a:ext>
                  </a:extLst>
                </p:cNvPr>
                <p:cNvGrpSpPr/>
                <p:nvPr/>
              </p:nvGrpSpPr>
              <p:grpSpPr>
                <a:xfrm>
                  <a:off x="2463353" y="2661578"/>
                  <a:ext cx="288000" cy="282197"/>
                  <a:chOff x="9355015" y="1428741"/>
                  <a:chExt cx="288000" cy="288000"/>
                </a:xfrm>
              </p:grpSpPr>
              <p:sp>
                <p:nvSpPr>
                  <p:cNvPr id="164" name="Oval 163">
                    <a:extLst>
                      <a:ext uri="{FF2B5EF4-FFF2-40B4-BE49-F238E27FC236}">
                        <a16:creationId xmlns:a16="http://schemas.microsoft.com/office/drawing/2014/main" id="{95DF9EF7-363B-424A-F5DB-1497D948B252}"/>
                      </a:ext>
                    </a:extLst>
                  </p:cNvPr>
                  <p:cNvSpPr/>
                  <p:nvPr/>
                </p:nvSpPr>
                <p:spPr>
                  <a:xfrm>
                    <a:off x="9355015" y="1428741"/>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65" name="Google Shape;1601;p48">
                    <a:extLst>
                      <a:ext uri="{FF2B5EF4-FFF2-40B4-BE49-F238E27FC236}">
                        <a16:creationId xmlns:a16="http://schemas.microsoft.com/office/drawing/2014/main" id="{A22EB265-4C5B-BC98-16F6-03B508264ECF}"/>
                      </a:ext>
                    </a:extLst>
                  </p:cNvPr>
                  <p:cNvPicPr preferRelativeResize="0"/>
                  <p:nvPr/>
                </p:nvPicPr>
                <p:blipFill rotWithShape="1">
                  <a:blip r:embed="rId3">
                    <a:alphaModFix/>
                  </a:blip>
                  <a:srcRect/>
                  <a:stretch/>
                </p:blipFill>
                <p:spPr>
                  <a:xfrm>
                    <a:off x="9428285" y="1501927"/>
                    <a:ext cx="145677" cy="141632"/>
                  </a:xfrm>
                  <a:prstGeom prst="rect">
                    <a:avLst/>
                  </a:prstGeom>
                  <a:noFill/>
                  <a:ln>
                    <a:noFill/>
                  </a:ln>
                </p:spPr>
              </p:pic>
            </p:grpSp>
            <p:sp>
              <p:nvSpPr>
                <p:cNvPr id="163" name="Speech Bubble: Rectangle with Corners Rounded 162">
                  <a:extLst>
                    <a:ext uri="{FF2B5EF4-FFF2-40B4-BE49-F238E27FC236}">
                      <a16:creationId xmlns:a16="http://schemas.microsoft.com/office/drawing/2014/main" id="{A526B2BF-65F7-FEE9-7D63-84CB5619958B}"/>
                    </a:ext>
                  </a:extLst>
                </p:cNvPr>
                <p:cNvSpPr/>
                <p:nvPr/>
              </p:nvSpPr>
              <p:spPr>
                <a:xfrm flipH="1">
                  <a:off x="340282" y="2620481"/>
                  <a:ext cx="2088544" cy="1013702"/>
                </a:xfrm>
                <a:prstGeom prst="wedgeRoundRectCallout">
                  <a:avLst>
                    <a:gd name="adj1" fmla="val -52412"/>
                    <a:gd name="adj2" fmla="val -23660"/>
                    <a:gd name="adj3" fmla="val 1666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Would be better if we spent more time actually getting to know each other so you </a:t>
                  </a:r>
                  <a:r>
                    <a:rPr lang="en-US" sz="900" b="1">
                      <a:solidFill>
                        <a:srgbClr val="000000"/>
                      </a:solidFill>
                      <a:latin typeface="Arial" panose="020B0604020202020204"/>
                    </a:rPr>
                    <a:t>understand the basics of my individual practice</a:t>
                  </a:r>
                  <a:r>
                    <a:rPr lang="en-US" sz="900">
                      <a:solidFill>
                        <a:srgbClr val="000000"/>
                      </a:solidFill>
                      <a:latin typeface="Arial" panose="020B0604020202020204"/>
                    </a:rPr>
                    <a:t> rather than the generic tag lines that they’re supposed to deliver</a:t>
                  </a:r>
                </a:p>
              </p:txBody>
            </p:sp>
          </p:grpSp>
          <p:cxnSp>
            <p:nvCxnSpPr>
              <p:cNvPr id="166" name="Straight Connector 165">
                <a:extLst>
                  <a:ext uri="{FF2B5EF4-FFF2-40B4-BE49-F238E27FC236}">
                    <a16:creationId xmlns:a16="http://schemas.microsoft.com/office/drawing/2014/main" id="{2754DC18-AFF2-0F41-BDE3-95FC5D2D73AE}"/>
                  </a:ext>
                </a:extLst>
              </p:cNvPr>
              <p:cNvCxnSpPr>
                <a:cxnSpLocks/>
              </p:cNvCxnSpPr>
              <p:nvPr/>
            </p:nvCxnSpPr>
            <p:spPr>
              <a:xfrm flipH="1">
                <a:off x="6933932" y="6288238"/>
                <a:ext cx="839362" cy="0"/>
              </a:xfrm>
              <a:prstGeom prst="line">
                <a:avLst/>
              </a:prstGeom>
              <a:ln w="381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7" name="Rectangle 166">
                <a:extLst>
                  <a:ext uri="{FF2B5EF4-FFF2-40B4-BE49-F238E27FC236}">
                    <a16:creationId xmlns:a16="http://schemas.microsoft.com/office/drawing/2014/main" id="{546B1AF1-65BE-61EB-F209-357F214893B5}"/>
                  </a:ext>
                </a:extLst>
              </p:cNvPr>
              <p:cNvSpPr/>
              <p:nvPr/>
            </p:nvSpPr>
            <p:spPr>
              <a:xfrm>
                <a:off x="6039163" y="1787662"/>
                <a:ext cx="2628900" cy="3499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GB" sz="1000" b="1">
                    <a:solidFill>
                      <a:srgbClr val="FFFFFF"/>
                    </a:solidFill>
                    <a:latin typeface="Arial" panose="020B0604020202020204"/>
                  </a:rPr>
                  <a:t>    ZoomRx Study</a:t>
                </a:r>
                <a:endParaRPr lang="en-IN" sz="1000" b="1">
                  <a:solidFill>
                    <a:srgbClr val="FFFFFF"/>
                  </a:solidFill>
                  <a:latin typeface="Arial" panose="020B0604020202020204"/>
                </a:endParaRPr>
              </a:p>
            </p:txBody>
          </p:sp>
          <p:pic>
            <p:nvPicPr>
              <p:cNvPr id="168" name="Picture 6" descr="Hamburger Menu Icons (Three Line Menu Icon / Navicon) Different Ways |  CSS-Tricks - CSS-Tricks">
                <a:extLst>
                  <a:ext uri="{FF2B5EF4-FFF2-40B4-BE49-F238E27FC236}">
                    <a16:creationId xmlns:a16="http://schemas.microsoft.com/office/drawing/2014/main" id="{7215826E-31BD-904B-6DCA-745512022FCC}"/>
                  </a:ext>
                </a:extLst>
              </p:cNvPr>
              <p:cNvPicPr>
                <a:picLocks noChangeAspect="1" noChangeArrowheads="1"/>
              </p:cNvPicPr>
              <p:nvPr/>
            </p:nvPicPr>
            <p:blipFill>
              <a:blip r:embed="rId4">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8379698" y="1891454"/>
                <a:ext cx="253106" cy="165339"/>
              </a:xfrm>
              <a:prstGeom prst="rect">
                <a:avLst/>
              </a:prstGeom>
              <a:noFill/>
              <a:extLst>
                <a:ext uri="{909E8E84-426E-40DD-AFC4-6F175D3DCCD1}">
                  <a14:hiddenFill xmlns:a14="http://schemas.microsoft.com/office/drawing/2010/main">
                    <a:solidFill>
                      <a:srgbClr val="FFFFFF"/>
                    </a:solidFill>
                  </a14:hiddenFill>
                </a:ext>
              </a:extLst>
            </p:spPr>
          </p:pic>
          <p:cxnSp>
            <p:nvCxnSpPr>
              <p:cNvPr id="169" name="Straight Arrow Connector 168">
                <a:extLst>
                  <a:ext uri="{FF2B5EF4-FFF2-40B4-BE49-F238E27FC236}">
                    <a16:creationId xmlns:a16="http://schemas.microsoft.com/office/drawing/2014/main" id="{83C786B2-17CF-779A-6EEB-FD9C87DCC9CF}"/>
                  </a:ext>
                </a:extLst>
              </p:cNvPr>
              <p:cNvCxnSpPr>
                <a:cxnSpLocks/>
              </p:cNvCxnSpPr>
              <p:nvPr/>
            </p:nvCxnSpPr>
            <p:spPr>
              <a:xfrm>
                <a:off x="6087868" y="1964886"/>
                <a:ext cx="103695" cy="0"/>
              </a:xfrm>
              <a:prstGeom prst="straightConnector1">
                <a:avLst/>
              </a:prstGeom>
              <a:ln>
                <a:solidFill>
                  <a:schemeClr val="bg1">
                    <a:lumMod val="95000"/>
                  </a:schemeClr>
                </a:solidFill>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170" name="Group 169">
                <a:extLst>
                  <a:ext uri="{FF2B5EF4-FFF2-40B4-BE49-F238E27FC236}">
                    <a16:creationId xmlns:a16="http://schemas.microsoft.com/office/drawing/2014/main" id="{3F579D4D-FA29-4BDD-9D9B-C78FEA45F0FD}"/>
                  </a:ext>
                </a:extLst>
              </p:cNvPr>
              <p:cNvGrpSpPr/>
              <p:nvPr/>
            </p:nvGrpSpPr>
            <p:grpSpPr>
              <a:xfrm>
                <a:off x="6151647" y="4532029"/>
                <a:ext cx="2394986" cy="332839"/>
                <a:chOff x="746524" y="4137794"/>
                <a:chExt cx="2394986" cy="332839"/>
              </a:xfrm>
            </p:grpSpPr>
            <p:grpSp>
              <p:nvGrpSpPr>
                <p:cNvPr id="171" name="Group 170">
                  <a:extLst>
                    <a:ext uri="{FF2B5EF4-FFF2-40B4-BE49-F238E27FC236}">
                      <a16:creationId xmlns:a16="http://schemas.microsoft.com/office/drawing/2014/main" id="{0FCE8F53-AD7C-3982-E56E-C8705AFAD8F1}"/>
                    </a:ext>
                  </a:extLst>
                </p:cNvPr>
                <p:cNvGrpSpPr/>
                <p:nvPr/>
              </p:nvGrpSpPr>
              <p:grpSpPr>
                <a:xfrm>
                  <a:off x="2853510" y="4182633"/>
                  <a:ext cx="288000" cy="288000"/>
                  <a:chOff x="9355015" y="2362624"/>
                  <a:chExt cx="288000" cy="288000"/>
                </a:xfrm>
              </p:grpSpPr>
              <p:sp>
                <p:nvSpPr>
                  <p:cNvPr id="173" name="Oval 172">
                    <a:extLst>
                      <a:ext uri="{FF2B5EF4-FFF2-40B4-BE49-F238E27FC236}">
                        <a16:creationId xmlns:a16="http://schemas.microsoft.com/office/drawing/2014/main" id="{259C66A2-40DC-9A77-CB7F-D3ED1A407C20}"/>
                      </a:ext>
                    </a:extLst>
                  </p:cNvPr>
                  <p:cNvSpPr/>
                  <p:nvPr/>
                </p:nvSpPr>
                <p:spPr>
                  <a:xfrm>
                    <a:off x="9355015" y="2362624"/>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74" name="Google Shape;1601;p48">
                    <a:extLst>
                      <a:ext uri="{FF2B5EF4-FFF2-40B4-BE49-F238E27FC236}">
                        <a16:creationId xmlns:a16="http://schemas.microsoft.com/office/drawing/2014/main" id="{1511F9B3-0336-B2CB-B075-F95912AC818B}"/>
                      </a:ext>
                    </a:extLst>
                  </p:cNvPr>
                  <p:cNvPicPr preferRelativeResize="0"/>
                  <p:nvPr/>
                </p:nvPicPr>
                <p:blipFill rotWithShape="1">
                  <a:blip r:embed="rId3">
                    <a:alphaModFix/>
                  </a:blip>
                  <a:srcRect/>
                  <a:stretch/>
                </p:blipFill>
                <p:spPr>
                  <a:xfrm>
                    <a:off x="9428285" y="2418027"/>
                    <a:ext cx="145677" cy="141632"/>
                  </a:xfrm>
                  <a:prstGeom prst="rect">
                    <a:avLst/>
                  </a:prstGeom>
                  <a:noFill/>
                  <a:ln>
                    <a:noFill/>
                  </a:ln>
                </p:spPr>
              </p:pic>
            </p:grpSp>
            <p:sp>
              <p:nvSpPr>
                <p:cNvPr id="172" name="Speech Bubble: Rectangle with Corners Rounded 171">
                  <a:extLst>
                    <a:ext uri="{FF2B5EF4-FFF2-40B4-BE49-F238E27FC236}">
                      <a16:creationId xmlns:a16="http://schemas.microsoft.com/office/drawing/2014/main" id="{2FFDA03F-5BA9-3E2F-2096-D756276439F8}"/>
                    </a:ext>
                  </a:extLst>
                </p:cNvPr>
                <p:cNvSpPr/>
                <p:nvPr/>
              </p:nvSpPr>
              <p:spPr>
                <a:xfrm flipH="1">
                  <a:off x="746524" y="4137794"/>
                  <a:ext cx="2051022" cy="331703"/>
                </a:xfrm>
                <a:prstGeom prst="wedgeRoundRectCallout">
                  <a:avLst>
                    <a:gd name="adj1" fmla="val -52412"/>
                    <a:gd name="adj2" fmla="val -23660"/>
                    <a:gd name="adj3" fmla="val 1666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b="1">
                      <a:solidFill>
                        <a:srgbClr val="000000"/>
                      </a:solidFill>
                      <a:latin typeface="Arial" panose="020B0604020202020204"/>
                    </a:rPr>
                    <a:t>Knowing me </a:t>
                  </a:r>
                  <a:r>
                    <a:rPr lang="en-US" sz="900">
                      <a:solidFill>
                        <a:srgbClr val="000000"/>
                      </a:solidFill>
                      <a:latin typeface="Arial" panose="020B0604020202020204"/>
                    </a:rPr>
                    <a:t>individually is important</a:t>
                  </a:r>
                  <a:endParaRPr lang="en-GB" sz="900">
                    <a:solidFill>
                      <a:srgbClr val="000000"/>
                    </a:solidFill>
                    <a:latin typeface="Arial" panose="020B0604020202020204"/>
                  </a:endParaRPr>
                </a:p>
              </p:txBody>
            </p:sp>
          </p:grpSp>
          <p:sp>
            <p:nvSpPr>
              <p:cNvPr id="177" name="Speech Bubble: Rectangle with Corners Rounded 176">
                <a:extLst>
                  <a:ext uri="{FF2B5EF4-FFF2-40B4-BE49-F238E27FC236}">
                    <a16:creationId xmlns:a16="http://schemas.microsoft.com/office/drawing/2014/main" id="{7B4C2791-0A62-6ACD-7866-86FDC8474BEC}"/>
                  </a:ext>
                </a:extLst>
              </p:cNvPr>
              <p:cNvSpPr/>
              <p:nvPr/>
            </p:nvSpPr>
            <p:spPr>
              <a:xfrm>
                <a:off x="6568503" y="3709184"/>
                <a:ext cx="1982968" cy="742136"/>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Could you share more about the specific aspects of your practice that you feel would be valuable for the sales representative to understand better?</a:t>
                </a:r>
                <a:endParaRPr lang="en-IN" sz="900" i="1">
                  <a:solidFill>
                    <a:srgbClr val="000000"/>
                  </a:solidFill>
                  <a:latin typeface="Arial" panose="020B0604020202020204"/>
                </a:endParaRPr>
              </a:p>
            </p:txBody>
          </p:sp>
          <p:sp>
            <p:nvSpPr>
              <p:cNvPr id="182" name="Speech Bubble: Rectangle with Corners Rounded 181">
                <a:extLst>
                  <a:ext uri="{FF2B5EF4-FFF2-40B4-BE49-F238E27FC236}">
                    <a16:creationId xmlns:a16="http://schemas.microsoft.com/office/drawing/2014/main" id="{E1F1D751-1223-F153-39D8-2190CBA1AD96}"/>
                  </a:ext>
                </a:extLst>
              </p:cNvPr>
              <p:cNvSpPr/>
              <p:nvPr/>
            </p:nvSpPr>
            <p:spPr>
              <a:xfrm>
                <a:off x="6568503" y="4936535"/>
                <a:ext cx="1982968" cy="647551"/>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What are some specific ways the sales representative could get to know you and your practice better during their visits?</a:t>
                </a:r>
                <a:endParaRPr lang="en-IN" sz="900" i="1">
                  <a:solidFill>
                    <a:srgbClr val="000000"/>
                  </a:solidFill>
                  <a:latin typeface="Arial" panose="020B0604020202020204"/>
                </a:endParaRPr>
              </a:p>
            </p:txBody>
          </p:sp>
          <p:grpSp>
            <p:nvGrpSpPr>
              <p:cNvPr id="185" name="Group 184">
                <a:extLst>
                  <a:ext uri="{FF2B5EF4-FFF2-40B4-BE49-F238E27FC236}">
                    <a16:creationId xmlns:a16="http://schemas.microsoft.com/office/drawing/2014/main" id="{62588E5A-ABA9-1868-2A7D-D6ED1D0274A1}"/>
                  </a:ext>
                </a:extLst>
              </p:cNvPr>
              <p:cNvGrpSpPr/>
              <p:nvPr/>
            </p:nvGrpSpPr>
            <p:grpSpPr>
              <a:xfrm>
                <a:off x="6219701" y="5658780"/>
                <a:ext cx="2326932" cy="322581"/>
                <a:chOff x="814578" y="3804367"/>
                <a:chExt cx="2326932" cy="322581"/>
              </a:xfrm>
            </p:grpSpPr>
            <p:grpSp>
              <p:nvGrpSpPr>
                <p:cNvPr id="186" name="Group 185">
                  <a:extLst>
                    <a:ext uri="{FF2B5EF4-FFF2-40B4-BE49-F238E27FC236}">
                      <a16:creationId xmlns:a16="http://schemas.microsoft.com/office/drawing/2014/main" id="{6D71B306-E9D7-B8FF-7549-F42C4D909235}"/>
                    </a:ext>
                  </a:extLst>
                </p:cNvPr>
                <p:cNvGrpSpPr/>
                <p:nvPr/>
              </p:nvGrpSpPr>
              <p:grpSpPr>
                <a:xfrm>
                  <a:off x="2853510" y="3838948"/>
                  <a:ext cx="288000" cy="288000"/>
                  <a:chOff x="9355015" y="2018939"/>
                  <a:chExt cx="288000" cy="288000"/>
                </a:xfrm>
              </p:grpSpPr>
              <p:sp>
                <p:nvSpPr>
                  <p:cNvPr id="188" name="Oval 187">
                    <a:extLst>
                      <a:ext uri="{FF2B5EF4-FFF2-40B4-BE49-F238E27FC236}">
                        <a16:creationId xmlns:a16="http://schemas.microsoft.com/office/drawing/2014/main" id="{8CF7C0DF-716D-9781-9555-D069F10BD249}"/>
                      </a:ext>
                    </a:extLst>
                  </p:cNvPr>
                  <p:cNvSpPr/>
                  <p:nvPr/>
                </p:nvSpPr>
                <p:spPr>
                  <a:xfrm>
                    <a:off x="9355015" y="2018939"/>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189" name="Google Shape;1601;p48">
                    <a:extLst>
                      <a:ext uri="{FF2B5EF4-FFF2-40B4-BE49-F238E27FC236}">
                        <a16:creationId xmlns:a16="http://schemas.microsoft.com/office/drawing/2014/main" id="{3D1165F8-2368-1A32-0323-EC75291A72BF}"/>
                      </a:ext>
                    </a:extLst>
                  </p:cNvPr>
                  <p:cNvPicPr preferRelativeResize="0"/>
                  <p:nvPr/>
                </p:nvPicPr>
                <p:blipFill rotWithShape="1">
                  <a:blip r:embed="rId3">
                    <a:alphaModFix/>
                  </a:blip>
                  <a:srcRect/>
                  <a:stretch/>
                </p:blipFill>
                <p:spPr>
                  <a:xfrm>
                    <a:off x="9428285" y="2082488"/>
                    <a:ext cx="145677" cy="141632"/>
                  </a:xfrm>
                  <a:prstGeom prst="rect">
                    <a:avLst/>
                  </a:prstGeom>
                  <a:noFill/>
                  <a:ln>
                    <a:noFill/>
                  </a:ln>
                </p:spPr>
              </p:pic>
            </p:grpSp>
            <p:sp>
              <p:nvSpPr>
                <p:cNvPr id="187" name="Speech Bubble: Rectangle with Corners Rounded 186">
                  <a:extLst>
                    <a:ext uri="{FF2B5EF4-FFF2-40B4-BE49-F238E27FC236}">
                      <a16:creationId xmlns:a16="http://schemas.microsoft.com/office/drawing/2014/main" id="{88733EB0-6040-ED0B-C6DB-2F1FAC1A3F0D}"/>
                    </a:ext>
                  </a:extLst>
                </p:cNvPr>
                <p:cNvSpPr/>
                <p:nvPr/>
              </p:nvSpPr>
              <p:spPr>
                <a:xfrm flipH="1">
                  <a:off x="814578" y="3804367"/>
                  <a:ext cx="1982968" cy="304844"/>
                </a:xfrm>
                <a:prstGeom prst="wedgeRoundRectCallout">
                  <a:avLst>
                    <a:gd name="adj1" fmla="val -52412"/>
                    <a:gd name="adj2" fmla="val -23660"/>
                    <a:gd name="adj3" fmla="val 1666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lumMod val="85000"/>
                          <a:lumOff val="15000"/>
                        </a:srgbClr>
                      </a:solidFill>
                      <a:latin typeface="Arial" panose="020B0604020202020204"/>
                    </a:rPr>
                    <a:t>Spending time getting to </a:t>
                  </a:r>
                  <a:r>
                    <a:rPr lang="en-US" sz="900" b="1">
                      <a:solidFill>
                        <a:srgbClr val="000000">
                          <a:lumMod val="85000"/>
                          <a:lumOff val="15000"/>
                        </a:srgbClr>
                      </a:solidFill>
                      <a:latin typeface="Arial" panose="020B0604020202020204"/>
                    </a:rPr>
                    <a:t>know the practice</a:t>
                  </a:r>
                  <a:endParaRPr lang="en-GB" sz="900" b="1">
                    <a:solidFill>
                      <a:srgbClr val="000000">
                        <a:lumMod val="85000"/>
                        <a:lumOff val="15000"/>
                      </a:srgbClr>
                    </a:solidFill>
                    <a:latin typeface="Arial" panose="020B0604020202020204"/>
                  </a:endParaRPr>
                </a:p>
              </p:txBody>
            </p:sp>
          </p:grpSp>
        </p:grpSp>
        <p:pic>
          <p:nvPicPr>
            <p:cNvPr id="340" name="Picture 339">
              <a:extLst>
                <a:ext uri="{FF2B5EF4-FFF2-40B4-BE49-F238E27FC236}">
                  <a16:creationId xmlns:a16="http://schemas.microsoft.com/office/drawing/2014/main" id="{E83F992A-A578-05D8-DCD2-AA385FAA2346}"/>
                </a:ext>
              </a:extLst>
            </p:cNvPr>
            <p:cNvPicPr>
              <a:picLocks noChangeAspect="1"/>
            </p:cNvPicPr>
            <p:nvPr/>
          </p:nvPicPr>
          <p:blipFill>
            <a:blip r:embed="rId5"/>
            <a:stretch>
              <a:fillRect/>
            </a:stretch>
          </p:blipFill>
          <p:spPr>
            <a:xfrm>
              <a:off x="6351003" y="2269200"/>
              <a:ext cx="295239" cy="304764"/>
            </a:xfrm>
            <a:prstGeom prst="rect">
              <a:avLst/>
            </a:prstGeom>
          </p:spPr>
        </p:pic>
        <p:pic>
          <p:nvPicPr>
            <p:cNvPr id="341" name="Picture 340">
              <a:extLst>
                <a:ext uri="{FF2B5EF4-FFF2-40B4-BE49-F238E27FC236}">
                  <a16:creationId xmlns:a16="http://schemas.microsoft.com/office/drawing/2014/main" id="{9848FB74-E3FD-19C8-547D-48AC7E0BE329}"/>
                </a:ext>
              </a:extLst>
            </p:cNvPr>
            <p:cNvPicPr>
              <a:picLocks noChangeAspect="1"/>
            </p:cNvPicPr>
            <p:nvPr/>
          </p:nvPicPr>
          <p:blipFill>
            <a:blip r:embed="rId5"/>
            <a:stretch>
              <a:fillRect/>
            </a:stretch>
          </p:blipFill>
          <p:spPr>
            <a:xfrm>
              <a:off x="6351003" y="3806677"/>
              <a:ext cx="295239" cy="304764"/>
            </a:xfrm>
            <a:prstGeom prst="rect">
              <a:avLst/>
            </a:prstGeom>
          </p:spPr>
        </p:pic>
        <p:pic>
          <p:nvPicPr>
            <p:cNvPr id="342" name="Picture 341">
              <a:extLst>
                <a:ext uri="{FF2B5EF4-FFF2-40B4-BE49-F238E27FC236}">
                  <a16:creationId xmlns:a16="http://schemas.microsoft.com/office/drawing/2014/main" id="{978D7093-8DE9-5E2D-9045-7E6335AA05BA}"/>
                </a:ext>
              </a:extLst>
            </p:cNvPr>
            <p:cNvPicPr>
              <a:picLocks noChangeAspect="1"/>
            </p:cNvPicPr>
            <p:nvPr/>
          </p:nvPicPr>
          <p:blipFill>
            <a:blip r:embed="rId5"/>
            <a:stretch>
              <a:fillRect/>
            </a:stretch>
          </p:blipFill>
          <p:spPr>
            <a:xfrm>
              <a:off x="6351003" y="5023604"/>
              <a:ext cx="295239" cy="304764"/>
            </a:xfrm>
            <a:prstGeom prst="rect">
              <a:avLst/>
            </a:prstGeom>
          </p:spPr>
        </p:pic>
      </p:grpSp>
      <p:sp>
        <p:nvSpPr>
          <p:cNvPr id="5" name="Title 14">
            <a:extLst>
              <a:ext uri="{FF2B5EF4-FFF2-40B4-BE49-F238E27FC236}">
                <a16:creationId xmlns:a16="http://schemas.microsoft.com/office/drawing/2014/main" id="{F948C624-1454-D0AD-288D-F674ECE97AF9}"/>
              </a:ext>
            </a:extLst>
          </p:cNvPr>
          <p:cNvSpPr txBox="1">
            <a:spLocks/>
          </p:cNvSpPr>
          <p:nvPr/>
        </p:nvSpPr>
        <p:spPr>
          <a:xfrm>
            <a:off x="448386" y="484632"/>
            <a:ext cx="11292840" cy="850392"/>
          </a:xfrm>
          <a:prstGeom prst="rect">
            <a:avLst/>
          </a:prstGeom>
        </p:spPr>
        <p:txBody>
          <a:bodyPr lIns="91440" tIns="45720" rIns="91440" bIns="45720" anchor="t"/>
          <a:lstStyle>
            <a:lvl1pPr algn="l" defTabSz="914400" rtl="0" eaLnBrk="1" latinLnBrk="0" hangingPunct="1">
              <a:lnSpc>
                <a:spcPct val="85000"/>
              </a:lnSpc>
              <a:spcBef>
                <a:spcPts val="0"/>
              </a:spcBef>
              <a:buNone/>
              <a:defRPr lang="en-US" sz="2700" b="0" kern="1200" dirty="0">
                <a:solidFill>
                  <a:schemeClr val="tx1"/>
                </a:solidFill>
                <a:latin typeface="+mj-lt"/>
                <a:ea typeface="+mj-ea"/>
                <a:cs typeface="+mj-cs"/>
              </a:defRPr>
            </a:lvl1pPr>
          </a:lstStyle>
          <a:p>
            <a:r>
              <a:rPr lang="en-US" sz="2000">
                <a:solidFill>
                  <a:srgbClr val="000000"/>
                </a:solidFill>
                <a:latin typeface="Arial"/>
                <a:cs typeface="Arial"/>
              </a:rPr>
              <a:t>Improving ABRYSVO’s Call Quality - Verbatims</a:t>
            </a:r>
            <a:endParaRPr lang="en-GB" sz="2000">
              <a:solidFill>
                <a:srgbClr val="000000"/>
              </a:solidFill>
              <a:latin typeface="Arial" panose="020B0604020202020204"/>
              <a:cs typeface="Arial"/>
            </a:endParaRPr>
          </a:p>
        </p:txBody>
      </p:sp>
      <p:sp>
        <p:nvSpPr>
          <p:cNvPr id="22" name="Google Shape;435;p2">
            <a:extLst>
              <a:ext uri="{FF2B5EF4-FFF2-40B4-BE49-F238E27FC236}">
                <a16:creationId xmlns:a16="http://schemas.microsoft.com/office/drawing/2014/main" id="{D9461022-EA9C-F690-50BB-75CFC3C953C3}"/>
              </a:ext>
            </a:extLst>
          </p:cNvPr>
          <p:cNvSpPr txBox="1"/>
          <p:nvPr/>
        </p:nvSpPr>
        <p:spPr>
          <a:xfrm>
            <a:off x="2753868" y="1197343"/>
            <a:ext cx="6684264" cy="430847"/>
          </a:xfrm>
          <a:prstGeom prst="rect">
            <a:avLst/>
          </a:prstGeom>
          <a:noFill/>
          <a:ln>
            <a:noFill/>
          </a:ln>
        </p:spPr>
        <p:txBody>
          <a:bodyPr spcFirstLastPara="1" wrap="square" lIns="91425" tIns="45700" rIns="91425" bIns="45700" anchor="t" anchorCtr="0">
            <a:spAutoFit/>
          </a:bodyPr>
          <a:lstStyle/>
          <a:p>
            <a:pPr algn="ctr"/>
            <a:r>
              <a:rPr lang="en-GB" sz="1200" b="1">
                <a:solidFill>
                  <a:srgbClr val="000000"/>
                </a:solidFill>
                <a:latin typeface="Arial"/>
                <a:ea typeface="Arial"/>
                <a:cs typeface="Arial"/>
                <a:sym typeface="Arial"/>
              </a:rPr>
              <a:t>Dynamic Dialogues – Overall Call Quality – </a:t>
            </a:r>
            <a:r>
              <a:rPr lang="en-US" sz="1200" b="1">
                <a:solidFill>
                  <a:srgbClr val="D95776">
                    <a:lumMod val="75000"/>
                  </a:srgbClr>
                </a:solidFill>
                <a:latin typeface="Arial" panose="020B0604020202020204"/>
              </a:rPr>
              <a:t>Need for improvements</a:t>
            </a:r>
            <a:endParaRPr lang="en-GB" sz="1200" b="1">
              <a:solidFill>
                <a:srgbClr val="D95776">
                  <a:lumMod val="75000"/>
                </a:srgbClr>
              </a:solidFill>
              <a:latin typeface="Arial"/>
              <a:ea typeface="Arial"/>
              <a:cs typeface="Arial"/>
              <a:sym typeface="Arial"/>
            </a:endParaRPr>
          </a:p>
          <a:p>
            <a:pPr algn="ctr"/>
            <a:r>
              <a:rPr lang="en-GB" sz="1000">
                <a:solidFill>
                  <a:srgbClr val="000000">
                    <a:lumMod val="85000"/>
                    <a:lumOff val="15000"/>
                  </a:srgbClr>
                </a:solidFill>
                <a:latin typeface="Arial" panose="020B0604020202020204"/>
              </a:rPr>
              <a:t>s = 15</a:t>
            </a:r>
            <a:r>
              <a:rPr lang="en-GB" sz="1000">
                <a:solidFill>
                  <a:srgbClr val="FF0000"/>
                </a:solidFill>
                <a:latin typeface="Arial" panose="020B0604020202020204"/>
              </a:rPr>
              <a:t>*</a:t>
            </a:r>
            <a:r>
              <a:rPr lang="en-GB" sz="1000">
                <a:solidFill>
                  <a:srgbClr val="000000">
                    <a:lumMod val="85000"/>
                    <a:lumOff val="15000"/>
                  </a:srgbClr>
                </a:solidFill>
                <a:latin typeface="Arial" panose="020B0604020202020204"/>
              </a:rPr>
              <a:t> | W4: Aug ‘25 - Oct ’25 | Interaction Rated &lt;=5 on Overall Call Quality</a:t>
            </a:r>
            <a:endParaRPr lang="en-US" sz="1000">
              <a:solidFill>
                <a:srgbClr val="000000">
                  <a:lumMod val="85000"/>
                  <a:lumOff val="15000"/>
                </a:srgbClr>
              </a:solidFill>
              <a:latin typeface="Arial" panose="020B0604020202020204"/>
            </a:endParaRPr>
          </a:p>
        </p:txBody>
      </p:sp>
      <p:sp>
        <p:nvSpPr>
          <p:cNvPr id="31" name="Text Placeholder 2">
            <a:extLst>
              <a:ext uri="{FF2B5EF4-FFF2-40B4-BE49-F238E27FC236}">
                <a16:creationId xmlns:a16="http://schemas.microsoft.com/office/drawing/2014/main" id="{91833434-E3AD-F7F7-2FEA-DD3B7DAB0E7D}"/>
              </a:ext>
            </a:extLst>
          </p:cNvPr>
          <p:cNvSpPr txBox="1">
            <a:spLocks/>
          </p:cNvSpPr>
          <p:nvPr/>
        </p:nvSpPr>
        <p:spPr>
          <a:xfrm>
            <a:off x="1318036" y="6626304"/>
            <a:ext cx="11292840" cy="221810"/>
          </a:xfrm>
          <a:prstGeom prst="rect">
            <a:avLst/>
          </a:prstGeom>
        </p:spPr>
        <p:txBody>
          <a:bodyPr anchor="ctr"/>
          <a:lstStyle>
            <a:lvl1pPr marL="228600" indent="-228600" algn="l" defTabSz="914400" rtl="0" eaLnBrk="1" latinLnBrk="0" hangingPunct="1">
              <a:lnSpc>
                <a:spcPct val="90000"/>
              </a:lnSpc>
              <a:spcBef>
                <a:spcPts val="2000"/>
              </a:spcBef>
              <a:buClrTx/>
              <a:buSzPct val="100000"/>
              <a:buFont typeface="Arial" panose="020B0604020202020204" pitchFamily="34" charset="0"/>
              <a:buChar char="•"/>
              <a:defRPr lang="en-US" sz="2000" kern="1200" dirty="0" smtClean="0">
                <a:solidFill>
                  <a:schemeClr val="tx1"/>
                </a:solidFill>
                <a:latin typeface="+mn-lt"/>
                <a:ea typeface="+mn-ea"/>
                <a:cs typeface="+mn-cs"/>
              </a:defRPr>
            </a:lvl1pPr>
            <a:lvl2pPr marL="457200" indent="-169863"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85457">
              <a:buNone/>
              <a:defRPr/>
            </a:pPr>
            <a:r>
              <a:rPr kumimoji="1" lang="en-US" sz="800" kern="0">
                <a:solidFill>
                  <a:srgbClr val="FF0000"/>
                </a:solidFill>
                <a:latin typeface="Arial" panose="020B0604020202020204"/>
                <a:sym typeface="Verdana"/>
              </a:rPr>
              <a:t>* Low Sample size</a:t>
            </a:r>
            <a:r>
              <a:rPr kumimoji="1" lang="en-US" sz="800" kern="0">
                <a:solidFill>
                  <a:srgbClr val="000000"/>
                </a:solidFill>
                <a:latin typeface="Arial" panose="020B0604020202020204"/>
                <a:sym typeface="Verdana"/>
              </a:rPr>
              <a:t> </a:t>
            </a:r>
            <a:r>
              <a:rPr kumimoji="1" lang="en-US" sz="800" kern="0">
                <a:solidFill>
                  <a:srgbClr val="000000"/>
                </a:solidFill>
                <a:latin typeface="Arial" panose="020B0604020202020204"/>
              </a:rPr>
              <a:t>| Question text in speaker notes</a:t>
            </a:r>
            <a:r>
              <a:rPr kumimoji="1" lang="en-IN" sz="800" kern="0">
                <a:solidFill>
                  <a:srgbClr val="000000"/>
                </a:solidFill>
                <a:latin typeface="Arial" panose="020B0604020202020204"/>
              </a:rPr>
              <a:t> | </a:t>
            </a:r>
            <a:r>
              <a:rPr lang="en-IN" sz="800">
                <a:solidFill>
                  <a:srgbClr val="000000">
                    <a:lumMod val="85000"/>
                    <a:lumOff val="15000"/>
                  </a:srgbClr>
                </a:solidFill>
                <a:latin typeface="Arial"/>
                <a:cs typeface="Arial"/>
              </a:rPr>
              <a:t>s = no. of interactions </a:t>
            </a:r>
            <a:endParaRPr kumimoji="1" lang="en-US" sz="800" kern="0">
              <a:solidFill>
                <a:srgbClr val="000000"/>
              </a:solidFill>
              <a:latin typeface="Arial" panose="020B0604020202020204"/>
            </a:endParaRPr>
          </a:p>
        </p:txBody>
      </p:sp>
      <p:grpSp>
        <p:nvGrpSpPr>
          <p:cNvPr id="4" name="Group 3">
            <a:extLst>
              <a:ext uri="{FF2B5EF4-FFF2-40B4-BE49-F238E27FC236}">
                <a16:creationId xmlns:a16="http://schemas.microsoft.com/office/drawing/2014/main" id="{BECC2861-69E0-6CD7-3B5A-B2D02BBC5E7F}"/>
              </a:ext>
            </a:extLst>
          </p:cNvPr>
          <p:cNvGrpSpPr/>
          <p:nvPr/>
        </p:nvGrpSpPr>
        <p:grpSpPr>
          <a:xfrm>
            <a:off x="6248476" y="1639243"/>
            <a:ext cx="2628216" cy="4754331"/>
            <a:chOff x="6379875" y="1639242"/>
            <a:chExt cx="2628216" cy="4754331"/>
          </a:xfrm>
        </p:grpSpPr>
        <p:grpSp>
          <p:nvGrpSpPr>
            <p:cNvPr id="6" name="Group 5">
              <a:extLst>
                <a:ext uri="{FF2B5EF4-FFF2-40B4-BE49-F238E27FC236}">
                  <a16:creationId xmlns:a16="http://schemas.microsoft.com/office/drawing/2014/main" id="{F2708923-30B3-DC81-A8B0-F7FFB7DB4BAF}"/>
                </a:ext>
              </a:extLst>
            </p:cNvPr>
            <p:cNvGrpSpPr/>
            <p:nvPr/>
          </p:nvGrpSpPr>
          <p:grpSpPr>
            <a:xfrm>
              <a:off x="6379875" y="1639242"/>
              <a:ext cx="2628216" cy="4754331"/>
              <a:chOff x="3197833" y="1631139"/>
              <a:chExt cx="2628900" cy="4755569"/>
            </a:xfrm>
          </p:grpSpPr>
          <p:sp>
            <p:nvSpPr>
              <p:cNvPr id="11" name="Rectangle: Rounded Corners 10">
                <a:extLst>
                  <a:ext uri="{FF2B5EF4-FFF2-40B4-BE49-F238E27FC236}">
                    <a16:creationId xmlns:a16="http://schemas.microsoft.com/office/drawing/2014/main" id="{014B70AA-D81C-FEDF-DD47-4B1585798A16}"/>
                  </a:ext>
                </a:extLst>
              </p:cNvPr>
              <p:cNvSpPr/>
              <p:nvPr/>
            </p:nvSpPr>
            <p:spPr>
              <a:xfrm>
                <a:off x="3197833" y="1631139"/>
                <a:ext cx="2628900" cy="4755569"/>
              </a:xfrm>
              <a:prstGeom prst="roundRect">
                <a:avLst>
                  <a:gd name="adj" fmla="val 10312"/>
                </a:avLst>
              </a:prstGeom>
              <a:solidFill>
                <a:srgbClr val="FFFFFF"/>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2" name="Oval 11">
                <a:extLst>
                  <a:ext uri="{FF2B5EF4-FFF2-40B4-BE49-F238E27FC236}">
                    <a16:creationId xmlns:a16="http://schemas.microsoft.com/office/drawing/2014/main" id="{EF7EB699-CB0B-83B6-66A8-C2273235E2C9}"/>
                  </a:ext>
                </a:extLst>
              </p:cNvPr>
              <p:cNvSpPr/>
              <p:nvPr/>
            </p:nvSpPr>
            <p:spPr>
              <a:xfrm>
                <a:off x="4467655" y="1683730"/>
                <a:ext cx="89256" cy="87458"/>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14" name="Speech Bubble: Rectangle with Corners Rounded 13">
                <a:extLst>
                  <a:ext uri="{FF2B5EF4-FFF2-40B4-BE49-F238E27FC236}">
                    <a16:creationId xmlns:a16="http://schemas.microsoft.com/office/drawing/2014/main" id="{7850A111-66D5-BEFF-E5A8-4EFEDCD1A19F}"/>
                  </a:ext>
                </a:extLst>
              </p:cNvPr>
              <p:cNvSpPr/>
              <p:nvPr/>
            </p:nvSpPr>
            <p:spPr>
              <a:xfrm>
                <a:off x="3727173" y="2262217"/>
                <a:ext cx="1982968" cy="349967"/>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How could your most recent interaction have been improved?</a:t>
                </a:r>
              </a:p>
            </p:txBody>
          </p:sp>
          <p:grpSp>
            <p:nvGrpSpPr>
              <p:cNvPr id="15" name="Group 14">
                <a:extLst>
                  <a:ext uri="{FF2B5EF4-FFF2-40B4-BE49-F238E27FC236}">
                    <a16:creationId xmlns:a16="http://schemas.microsoft.com/office/drawing/2014/main" id="{12C7B6FE-4E7B-6EBD-6820-1C12B17B54BF}"/>
                  </a:ext>
                </a:extLst>
              </p:cNvPr>
              <p:cNvGrpSpPr/>
              <p:nvPr/>
            </p:nvGrpSpPr>
            <p:grpSpPr>
              <a:xfrm>
                <a:off x="3295651" y="2655800"/>
                <a:ext cx="2409652" cy="474422"/>
                <a:chOff x="341701" y="2556029"/>
                <a:chExt cx="2409652" cy="474422"/>
              </a:xfrm>
            </p:grpSpPr>
            <p:grpSp>
              <p:nvGrpSpPr>
                <p:cNvPr id="43" name="Group 42">
                  <a:extLst>
                    <a:ext uri="{FF2B5EF4-FFF2-40B4-BE49-F238E27FC236}">
                      <a16:creationId xmlns:a16="http://schemas.microsoft.com/office/drawing/2014/main" id="{202CA86F-49B3-2533-9A19-BC537FB41540}"/>
                    </a:ext>
                  </a:extLst>
                </p:cNvPr>
                <p:cNvGrpSpPr/>
                <p:nvPr/>
              </p:nvGrpSpPr>
              <p:grpSpPr>
                <a:xfrm>
                  <a:off x="2463353" y="2580277"/>
                  <a:ext cx="288000" cy="282197"/>
                  <a:chOff x="9355015" y="1345765"/>
                  <a:chExt cx="288000" cy="288000"/>
                </a:xfrm>
              </p:grpSpPr>
              <p:sp>
                <p:nvSpPr>
                  <p:cNvPr id="45" name="Oval 44">
                    <a:extLst>
                      <a:ext uri="{FF2B5EF4-FFF2-40B4-BE49-F238E27FC236}">
                        <a16:creationId xmlns:a16="http://schemas.microsoft.com/office/drawing/2014/main" id="{E54C331B-1799-FCC1-F9D8-143D27345F71}"/>
                      </a:ext>
                    </a:extLst>
                  </p:cNvPr>
                  <p:cNvSpPr/>
                  <p:nvPr/>
                </p:nvSpPr>
                <p:spPr>
                  <a:xfrm>
                    <a:off x="9355015" y="1345765"/>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46" name="Google Shape;1601;p48">
                    <a:extLst>
                      <a:ext uri="{FF2B5EF4-FFF2-40B4-BE49-F238E27FC236}">
                        <a16:creationId xmlns:a16="http://schemas.microsoft.com/office/drawing/2014/main" id="{56444B84-676A-1733-B0CB-FA0D7A2A8344}"/>
                      </a:ext>
                    </a:extLst>
                  </p:cNvPr>
                  <p:cNvPicPr preferRelativeResize="0"/>
                  <p:nvPr/>
                </p:nvPicPr>
                <p:blipFill rotWithShape="1">
                  <a:blip r:embed="rId3">
                    <a:alphaModFix/>
                  </a:blip>
                  <a:srcRect/>
                  <a:stretch/>
                </p:blipFill>
                <p:spPr>
                  <a:xfrm>
                    <a:off x="9428285" y="1418947"/>
                    <a:ext cx="145677" cy="141632"/>
                  </a:xfrm>
                  <a:prstGeom prst="rect">
                    <a:avLst/>
                  </a:prstGeom>
                  <a:noFill/>
                  <a:ln>
                    <a:noFill/>
                  </a:ln>
                </p:spPr>
              </p:pic>
            </p:grpSp>
            <p:sp>
              <p:nvSpPr>
                <p:cNvPr id="44" name="Speech Bubble: Rectangle with Corners Rounded 43">
                  <a:extLst>
                    <a:ext uri="{FF2B5EF4-FFF2-40B4-BE49-F238E27FC236}">
                      <a16:creationId xmlns:a16="http://schemas.microsoft.com/office/drawing/2014/main" id="{4B8A56C9-3756-059C-2249-05F95D7111CD}"/>
                    </a:ext>
                  </a:extLst>
                </p:cNvPr>
                <p:cNvSpPr/>
                <p:nvPr/>
              </p:nvSpPr>
              <p:spPr>
                <a:xfrm flipH="1">
                  <a:off x="341701" y="2556029"/>
                  <a:ext cx="2104227" cy="474422"/>
                </a:xfrm>
                <a:prstGeom prst="wedgeRoundRectCallout">
                  <a:avLst>
                    <a:gd name="adj1" fmla="val -52412"/>
                    <a:gd name="adj2" fmla="val -23660"/>
                    <a:gd name="adj3" fmla="val 16667"/>
                  </a:avLst>
                </a:prstGeom>
                <a:solidFill>
                  <a:srgbClr val="F7DDE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They provided a pretty </a:t>
                  </a:r>
                  <a:r>
                    <a:rPr lang="en-US" sz="900" b="1">
                      <a:solidFill>
                        <a:srgbClr val="000000"/>
                      </a:solidFill>
                      <a:latin typeface="Arial" panose="020B0604020202020204"/>
                    </a:rPr>
                    <a:t>standard detail </a:t>
                  </a:r>
                  <a:r>
                    <a:rPr lang="en-US" sz="900">
                      <a:solidFill>
                        <a:srgbClr val="000000"/>
                      </a:solidFill>
                      <a:latin typeface="Arial" panose="020B0604020202020204"/>
                    </a:rPr>
                    <a:t>and </a:t>
                  </a:r>
                  <a:r>
                    <a:rPr lang="en-US" sz="900" b="1">
                      <a:solidFill>
                        <a:srgbClr val="000000"/>
                      </a:solidFill>
                      <a:latin typeface="Arial" panose="020B0604020202020204"/>
                    </a:rPr>
                    <a:t>would not really go into specifics </a:t>
                  </a:r>
                  <a:r>
                    <a:rPr lang="en-US" sz="900">
                      <a:solidFill>
                        <a:srgbClr val="000000"/>
                      </a:solidFill>
                      <a:latin typeface="Arial" panose="020B0604020202020204"/>
                    </a:rPr>
                    <a:t>when pushed for other data</a:t>
                  </a:r>
                </a:p>
              </p:txBody>
            </p:sp>
          </p:grpSp>
          <p:cxnSp>
            <p:nvCxnSpPr>
              <p:cNvPr id="16" name="Straight Connector 15">
                <a:extLst>
                  <a:ext uri="{FF2B5EF4-FFF2-40B4-BE49-F238E27FC236}">
                    <a16:creationId xmlns:a16="http://schemas.microsoft.com/office/drawing/2014/main" id="{1C819652-D53E-018C-6A58-F4188B3AE2FB}"/>
                  </a:ext>
                </a:extLst>
              </p:cNvPr>
              <p:cNvCxnSpPr>
                <a:cxnSpLocks/>
              </p:cNvCxnSpPr>
              <p:nvPr/>
            </p:nvCxnSpPr>
            <p:spPr>
              <a:xfrm flipH="1">
                <a:off x="4092602" y="6352246"/>
                <a:ext cx="839362" cy="0"/>
              </a:xfrm>
              <a:prstGeom prst="line">
                <a:avLst/>
              </a:prstGeom>
              <a:ln w="381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B65932E-E74F-1C9E-103D-4E87970BF498}"/>
                  </a:ext>
                </a:extLst>
              </p:cNvPr>
              <p:cNvSpPr/>
              <p:nvPr/>
            </p:nvSpPr>
            <p:spPr>
              <a:xfrm>
                <a:off x="3197833" y="1851670"/>
                <a:ext cx="2628900" cy="3499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GB" sz="1000" b="1">
                    <a:solidFill>
                      <a:srgbClr val="FFFFFF"/>
                    </a:solidFill>
                    <a:latin typeface="Arial" panose="020B0604020202020204"/>
                  </a:rPr>
                  <a:t>    ZoomRx Study</a:t>
                </a:r>
                <a:endParaRPr lang="en-IN" sz="1000" b="1">
                  <a:solidFill>
                    <a:srgbClr val="FFFFFF"/>
                  </a:solidFill>
                  <a:latin typeface="Arial" panose="020B0604020202020204"/>
                </a:endParaRPr>
              </a:p>
            </p:txBody>
          </p:sp>
          <p:pic>
            <p:nvPicPr>
              <p:cNvPr id="19" name="Picture 6" descr="Hamburger Menu Icons (Three Line Menu Icon / Navicon) Different Ways |  CSS-Tricks - CSS-Tricks">
                <a:extLst>
                  <a:ext uri="{FF2B5EF4-FFF2-40B4-BE49-F238E27FC236}">
                    <a16:creationId xmlns:a16="http://schemas.microsoft.com/office/drawing/2014/main" id="{060CC013-0BBA-D8BA-66A3-37B06D834797}"/>
                  </a:ext>
                </a:extLst>
              </p:cNvPr>
              <p:cNvPicPr>
                <a:picLocks noChangeAspect="1" noChangeArrowheads="1"/>
              </p:cNvPicPr>
              <p:nvPr/>
            </p:nvPicPr>
            <p:blipFill>
              <a:blip r:embed="rId4">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5538368" y="1955462"/>
                <a:ext cx="253106" cy="165339"/>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F6BCE0F1-23BA-AE4E-8AFE-D0F19D82D0E4}"/>
                  </a:ext>
                </a:extLst>
              </p:cNvPr>
              <p:cNvCxnSpPr>
                <a:cxnSpLocks/>
              </p:cNvCxnSpPr>
              <p:nvPr/>
            </p:nvCxnSpPr>
            <p:spPr>
              <a:xfrm>
                <a:off x="3246538" y="2028894"/>
                <a:ext cx="103695" cy="0"/>
              </a:xfrm>
              <a:prstGeom prst="straightConnector1">
                <a:avLst/>
              </a:prstGeom>
              <a:ln>
                <a:solidFill>
                  <a:schemeClr val="bg1">
                    <a:lumMod val="95000"/>
                  </a:schemeClr>
                </a:solidFill>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4143B7CB-6420-6562-4668-8CB3C51779AF}"/>
                  </a:ext>
                </a:extLst>
              </p:cNvPr>
              <p:cNvGrpSpPr/>
              <p:nvPr/>
            </p:nvGrpSpPr>
            <p:grpSpPr>
              <a:xfrm>
                <a:off x="3308806" y="4061659"/>
                <a:ext cx="2396497" cy="548852"/>
                <a:chOff x="745013" y="3383428"/>
                <a:chExt cx="2396497" cy="548852"/>
              </a:xfrm>
            </p:grpSpPr>
            <p:grpSp>
              <p:nvGrpSpPr>
                <p:cNvPr id="35" name="Group 34">
                  <a:extLst>
                    <a:ext uri="{FF2B5EF4-FFF2-40B4-BE49-F238E27FC236}">
                      <a16:creationId xmlns:a16="http://schemas.microsoft.com/office/drawing/2014/main" id="{F5AB5F7C-0581-3139-336A-F4469483DD12}"/>
                    </a:ext>
                  </a:extLst>
                </p:cNvPr>
                <p:cNvGrpSpPr/>
                <p:nvPr/>
              </p:nvGrpSpPr>
              <p:grpSpPr>
                <a:xfrm>
                  <a:off x="2853510" y="3530821"/>
                  <a:ext cx="288000" cy="288000"/>
                  <a:chOff x="9355015" y="1710812"/>
                  <a:chExt cx="288000" cy="288000"/>
                </a:xfrm>
              </p:grpSpPr>
              <p:sp>
                <p:nvSpPr>
                  <p:cNvPr id="37" name="Oval 36">
                    <a:extLst>
                      <a:ext uri="{FF2B5EF4-FFF2-40B4-BE49-F238E27FC236}">
                        <a16:creationId xmlns:a16="http://schemas.microsoft.com/office/drawing/2014/main" id="{E05EB632-D05D-E478-D0E4-0D13D8349CBD}"/>
                      </a:ext>
                    </a:extLst>
                  </p:cNvPr>
                  <p:cNvSpPr/>
                  <p:nvPr/>
                </p:nvSpPr>
                <p:spPr>
                  <a:xfrm>
                    <a:off x="9355015" y="1710812"/>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39" name="Google Shape;1601;p48">
                    <a:extLst>
                      <a:ext uri="{FF2B5EF4-FFF2-40B4-BE49-F238E27FC236}">
                        <a16:creationId xmlns:a16="http://schemas.microsoft.com/office/drawing/2014/main" id="{3FA5AB89-5466-6132-2831-4EA0B03D6890}"/>
                      </a:ext>
                    </a:extLst>
                  </p:cNvPr>
                  <p:cNvPicPr preferRelativeResize="0"/>
                  <p:nvPr/>
                </p:nvPicPr>
                <p:blipFill rotWithShape="1">
                  <a:blip r:embed="rId3">
                    <a:alphaModFix/>
                  </a:blip>
                  <a:srcRect/>
                  <a:stretch/>
                </p:blipFill>
                <p:spPr>
                  <a:xfrm>
                    <a:off x="9428285" y="1784002"/>
                    <a:ext cx="145677" cy="141632"/>
                  </a:xfrm>
                  <a:prstGeom prst="rect">
                    <a:avLst/>
                  </a:prstGeom>
                  <a:noFill/>
                  <a:ln>
                    <a:noFill/>
                  </a:ln>
                </p:spPr>
              </p:pic>
            </p:grpSp>
            <p:sp>
              <p:nvSpPr>
                <p:cNvPr id="36" name="Speech Bubble: Rectangle with Corners Rounded 35">
                  <a:extLst>
                    <a:ext uri="{FF2B5EF4-FFF2-40B4-BE49-F238E27FC236}">
                      <a16:creationId xmlns:a16="http://schemas.microsoft.com/office/drawing/2014/main" id="{0EA0C8F1-C44C-E347-212F-BB089E55F84E}"/>
                    </a:ext>
                  </a:extLst>
                </p:cNvPr>
                <p:cNvSpPr/>
                <p:nvPr/>
              </p:nvSpPr>
              <p:spPr>
                <a:xfrm flipH="1">
                  <a:off x="745013" y="3383428"/>
                  <a:ext cx="2052534" cy="548852"/>
                </a:xfrm>
                <a:prstGeom prst="wedgeRoundRectCallout">
                  <a:avLst>
                    <a:gd name="adj1" fmla="val -52412"/>
                    <a:gd name="adj2" fmla="val -23660"/>
                    <a:gd name="adj3" fmla="val 16667"/>
                  </a:avLst>
                </a:prstGeom>
                <a:solidFill>
                  <a:srgbClr val="F7DDE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When we ask about any current clinical data that has not been released, they are </a:t>
                  </a:r>
                  <a:r>
                    <a:rPr lang="en-US" sz="900" b="1">
                      <a:solidFill>
                        <a:srgbClr val="000000"/>
                      </a:solidFill>
                      <a:latin typeface="Arial" panose="020B0604020202020204"/>
                    </a:rPr>
                    <a:t>not willing to go outside their talking points</a:t>
                  </a:r>
                  <a:endParaRPr lang="en-GB" sz="900" b="1">
                    <a:solidFill>
                      <a:srgbClr val="000000"/>
                    </a:solidFill>
                    <a:latin typeface="Arial" panose="020B0604020202020204"/>
                  </a:endParaRPr>
                </a:p>
              </p:txBody>
            </p:sp>
          </p:grpSp>
          <p:sp>
            <p:nvSpPr>
              <p:cNvPr id="23" name="Speech Bubble: Rectangle with Corners Rounded 22">
                <a:extLst>
                  <a:ext uri="{FF2B5EF4-FFF2-40B4-BE49-F238E27FC236}">
                    <a16:creationId xmlns:a16="http://schemas.microsoft.com/office/drawing/2014/main" id="{5BA4BD61-E5E3-3C3F-6AFE-4A6237D5B943}"/>
                  </a:ext>
                </a:extLst>
              </p:cNvPr>
              <p:cNvSpPr/>
              <p:nvPr/>
            </p:nvSpPr>
            <p:spPr>
              <a:xfrm>
                <a:off x="3727173" y="3183037"/>
                <a:ext cx="1982968" cy="812428"/>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Could you share some examples of the specific types of information or data you would have liked the Pfizer sales representative to provide during the call?</a:t>
                </a:r>
                <a:endParaRPr lang="en-IN" sz="900" i="1">
                  <a:solidFill>
                    <a:srgbClr val="000000"/>
                  </a:solidFill>
                  <a:latin typeface="Arial" panose="020B0604020202020204"/>
                </a:endParaRPr>
              </a:p>
            </p:txBody>
          </p:sp>
          <p:sp>
            <p:nvSpPr>
              <p:cNvPr id="26" name="Speech Bubble: Rectangle with Corners Rounded 25">
                <a:extLst>
                  <a:ext uri="{FF2B5EF4-FFF2-40B4-BE49-F238E27FC236}">
                    <a16:creationId xmlns:a16="http://schemas.microsoft.com/office/drawing/2014/main" id="{B22723FF-9E4D-FF57-7103-D2F8D850A90C}"/>
                  </a:ext>
                </a:extLst>
              </p:cNvPr>
              <p:cNvSpPr/>
              <p:nvPr/>
            </p:nvSpPr>
            <p:spPr>
              <a:xfrm>
                <a:off x="3708116" y="4665221"/>
                <a:ext cx="2052534" cy="785850"/>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What kind of clinical data or insights would be most valuable for you during these interactions, and how could the sales representative better address your needs in this area?</a:t>
                </a:r>
                <a:endParaRPr lang="en-IN" sz="900" i="1">
                  <a:solidFill>
                    <a:srgbClr val="000000"/>
                  </a:solidFill>
                  <a:latin typeface="Arial" panose="020B0604020202020204"/>
                </a:endParaRPr>
              </a:p>
            </p:txBody>
          </p:sp>
          <p:grpSp>
            <p:nvGrpSpPr>
              <p:cNvPr id="29" name="Group 28">
                <a:extLst>
                  <a:ext uri="{FF2B5EF4-FFF2-40B4-BE49-F238E27FC236}">
                    <a16:creationId xmlns:a16="http://schemas.microsoft.com/office/drawing/2014/main" id="{5E710A02-EAE0-3B04-E3DD-0913710043A6}"/>
                  </a:ext>
                </a:extLst>
              </p:cNvPr>
              <p:cNvGrpSpPr/>
              <p:nvPr/>
            </p:nvGrpSpPr>
            <p:grpSpPr>
              <a:xfrm>
                <a:off x="3276596" y="5514727"/>
                <a:ext cx="2428707" cy="705189"/>
                <a:chOff x="712803" y="3259882"/>
                <a:chExt cx="2428707" cy="705189"/>
              </a:xfrm>
            </p:grpSpPr>
            <p:grpSp>
              <p:nvGrpSpPr>
                <p:cNvPr id="30" name="Group 29">
                  <a:extLst>
                    <a:ext uri="{FF2B5EF4-FFF2-40B4-BE49-F238E27FC236}">
                      <a16:creationId xmlns:a16="http://schemas.microsoft.com/office/drawing/2014/main" id="{D9BEB786-61CB-A207-5A60-B18DE064B329}"/>
                    </a:ext>
                  </a:extLst>
                </p:cNvPr>
                <p:cNvGrpSpPr/>
                <p:nvPr/>
              </p:nvGrpSpPr>
              <p:grpSpPr>
                <a:xfrm>
                  <a:off x="2853510" y="3432206"/>
                  <a:ext cx="288000" cy="288000"/>
                  <a:chOff x="9355015" y="1612197"/>
                  <a:chExt cx="288000" cy="288000"/>
                </a:xfrm>
              </p:grpSpPr>
              <p:sp>
                <p:nvSpPr>
                  <p:cNvPr id="33" name="Oval 32">
                    <a:extLst>
                      <a:ext uri="{FF2B5EF4-FFF2-40B4-BE49-F238E27FC236}">
                        <a16:creationId xmlns:a16="http://schemas.microsoft.com/office/drawing/2014/main" id="{6AF0A3B1-29B2-B3D2-164A-320578D13AE7}"/>
                      </a:ext>
                    </a:extLst>
                  </p:cNvPr>
                  <p:cNvSpPr/>
                  <p:nvPr/>
                </p:nvSpPr>
                <p:spPr>
                  <a:xfrm>
                    <a:off x="9355015" y="1612197"/>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34" name="Google Shape;1601;p48">
                    <a:extLst>
                      <a:ext uri="{FF2B5EF4-FFF2-40B4-BE49-F238E27FC236}">
                        <a16:creationId xmlns:a16="http://schemas.microsoft.com/office/drawing/2014/main" id="{67B3DA82-D879-DD1E-03F7-3B0C024684E2}"/>
                      </a:ext>
                    </a:extLst>
                  </p:cNvPr>
                  <p:cNvPicPr preferRelativeResize="0"/>
                  <p:nvPr/>
                </p:nvPicPr>
                <p:blipFill rotWithShape="1">
                  <a:blip r:embed="rId3">
                    <a:alphaModFix/>
                  </a:blip>
                  <a:srcRect/>
                  <a:stretch/>
                </p:blipFill>
                <p:spPr>
                  <a:xfrm>
                    <a:off x="9428285" y="1675745"/>
                    <a:ext cx="145677" cy="141632"/>
                  </a:xfrm>
                  <a:prstGeom prst="rect">
                    <a:avLst/>
                  </a:prstGeom>
                  <a:noFill/>
                  <a:ln>
                    <a:noFill/>
                  </a:ln>
                </p:spPr>
              </p:pic>
            </p:grpSp>
            <p:sp>
              <p:nvSpPr>
                <p:cNvPr id="32" name="Speech Bubble: Rectangle with Corners Rounded 31">
                  <a:extLst>
                    <a:ext uri="{FF2B5EF4-FFF2-40B4-BE49-F238E27FC236}">
                      <a16:creationId xmlns:a16="http://schemas.microsoft.com/office/drawing/2014/main" id="{1F89D7E1-5CBA-4394-D304-9E25DD604360}"/>
                    </a:ext>
                  </a:extLst>
                </p:cNvPr>
                <p:cNvSpPr/>
                <p:nvPr/>
              </p:nvSpPr>
              <p:spPr>
                <a:xfrm flipH="1">
                  <a:off x="712803" y="3259882"/>
                  <a:ext cx="2088543" cy="705189"/>
                </a:xfrm>
                <a:prstGeom prst="wedgeRoundRectCallout">
                  <a:avLst>
                    <a:gd name="adj1" fmla="val -52412"/>
                    <a:gd name="adj2" fmla="val -23660"/>
                    <a:gd name="adj3" fmla="val 16667"/>
                  </a:avLst>
                </a:prstGeom>
                <a:solidFill>
                  <a:srgbClr val="F7DDE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b="1">
                      <a:solidFill>
                        <a:srgbClr val="000000">
                          <a:lumMod val="85000"/>
                          <a:lumOff val="15000"/>
                        </a:srgbClr>
                      </a:solidFill>
                      <a:latin typeface="Arial" panose="020B0604020202020204"/>
                    </a:rPr>
                    <a:t>Comparison data</a:t>
                  </a:r>
                  <a:r>
                    <a:rPr lang="en-US" sz="900">
                      <a:solidFill>
                        <a:srgbClr val="000000">
                          <a:lumMod val="85000"/>
                          <a:lumOff val="15000"/>
                        </a:srgbClr>
                      </a:solidFill>
                      <a:latin typeface="Arial" panose="020B0604020202020204"/>
                    </a:rPr>
                    <a:t> of RSV incidence in newborns during 1st RSV season whose mothers received this vaccine vs. those vaccinated with Beyfortus.</a:t>
                  </a:r>
                  <a:endParaRPr lang="en-GB" sz="900">
                    <a:solidFill>
                      <a:srgbClr val="000000">
                        <a:lumMod val="85000"/>
                        <a:lumOff val="15000"/>
                      </a:srgbClr>
                    </a:solidFill>
                    <a:latin typeface="Arial" panose="020B0604020202020204"/>
                  </a:endParaRPr>
                </a:p>
              </p:txBody>
            </p:sp>
          </p:grpSp>
        </p:grpSp>
        <p:pic>
          <p:nvPicPr>
            <p:cNvPr id="7" name="Picture 6">
              <a:extLst>
                <a:ext uri="{FF2B5EF4-FFF2-40B4-BE49-F238E27FC236}">
                  <a16:creationId xmlns:a16="http://schemas.microsoft.com/office/drawing/2014/main" id="{1B69E965-5661-0E0F-6228-715FAD01EF46}"/>
                </a:ext>
              </a:extLst>
            </p:cNvPr>
            <p:cNvPicPr>
              <a:picLocks noChangeAspect="1"/>
            </p:cNvPicPr>
            <p:nvPr/>
          </p:nvPicPr>
          <p:blipFill>
            <a:blip r:embed="rId5"/>
            <a:stretch>
              <a:fillRect/>
            </a:stretch>
          </p:blipFill>
          <p:spPr>
            <a:xfrm>
              <a:off x="6545401" y="2277824"/>
              <a:ext cx="295239" cy="304764"/>
            </a:xfrm>
            <a:prstGeom prst="rect">
              <a:avLst/>
            </a:prstGeom>
          </p:spPr>
        </p:pic>
        <p:pic>
          <p:nvPicPr>
            <p:cNvPr id="8" name="Picture 7">
              <a:extLst>
                <a:ext uri="{FF2B5EF4-FFF2-40B4-BE49-F238E27FC236}">
                  <a16:creationId xmlns:a16="http://schemas.microsoft.com/office/drawing/2014/main" id="{6FD3A9D2-C53A-75C5-55AE-52345D5BCBF7}"/>
                </a:ext>
              </a:extLst>
            </p:cNvPr>
            <p:cNvPicPr>
              <a:picLocks noChangeAspect="1"/>
            </p:cNvPicPr>
            <p:nvPr/>
          </p:nvPicPr>
          <p:blipFill>
            <a:blip r:embed="rId5"/>
            <a:stretch>
              <a:fillRect/>
            </a:stretch>
          </p:blipFill>
          <p:spPr>
            <a:xfrm>
              <a:off x="6545401" y="3188191"/>
              <a:ext cx="295239" cy="304764"/>
            </a:xfrm>
            <a:prstGeom prst="rect">
              <a:avLst/>
            </a:prstGeom>
          </p:spPr>
        </p:pic>
        <p:pic>
          <p:nvPicPr>
            <p:cNvPr id="10" name="Picture 9">
              <a:extLst>
                <a:ext uri="{FF2B5EF4-FFF2-40B4-BE49-F238E27FC236}">
                  <a16:creationId xmlns:a16="http://schemas.microsoft.com/office/drawing/2014/main" id="{304144F2-8FD1-1F50-8FF9-9F4B05DAC94D}"/>
                </a:ext>
              </a:extLst>
            </p:cNvPr>
            <p:cNvPicPr>
              <a:picLocks noChangeAspect="1"/>
            </p:cNvPicPr>
            <p:nvPr/>
          </p:nvPicPr>
          <p:blipFill>
            <a:blip r:embed="rId5"/>
            <a:stretch>
              <a:fillRect/>
            </a:stretch>
          </p:blipFill>
          <p:spPr>
            <a:xfrm>
              <a:off x="6545401" y="4699152"/>
              <a:ext cx="295239" cy="304764"/>
            </a:xfrm>
            <a:prstGeom prst="rect">
              <a:avLst/>
            </a:prstGeom>
          </p:spPr>
        </p:pic>
      </p:grpSp>
      <p:grpSp>
        <p:nvGrpSpPr>
          <p:cNvPr id="47" name="Group 46">
            <a:extLst>
              <a:ext uri="{FF2B5EF4-FFF2-40B4-BE49-F238E27FC236}">
                <a16:creationId xmlns:a16="http://schemas.microsoft.com/office/drawing/2014/main" id="{97E8470C-99AF-84BD-2F58-B936D03707FE}"/>
              </a:ext>
            </a:extLst>
          </p:cNvPr>
          <p:cNvGrpSpPr/>
          <p:nvPr/>
        </p:nvGrpSpPr>
        <p:grpSpPr>
          <a:xfrm>
            <a:off x="9194077" y="1639243"/>
            <a:ext cx="2628216" cy="4754331"/>
            <a:chOff x="9192489" y="1639242"/>
            <a:chExt cx="2628216" cy="4754331"/>
          </a:xfrm>
        </p:grpSpPr>
        <p:grpSp>
          <p:nvGrpSpPr>
            <p:cNvPr id="48" name="Group 47">
              <a:extLst>
                <a:ext uri="{FF2B5EF4-FFF2-40B4-BE49-F238E27FC236}">
                  <a16:creationId xmlns:a16="http://schemas.microsoft.com/office/drawing/2014/main" id="{7AD09E89-F96F-B369-262E-ED0A95689C90}"/>
                </a:ext>
              </a:extLst>
            </p:cNvPr>
            <p:cNvGrpSpPr/>
            <p:nvPr/>
          </p:nvGrpSpPr>
          <p:grpSpPr>
            <a:xfrm>
              <a:off x="9192489" y="1639242"/>
              <a:ext cx="2628216" cy="4754331"/>
              <a:chOff x="6039163" y="1567131"/>
              <a:chExt cx="2628900" cy="4755569"/>
            </a:xfrm>
          </p:grpSpPr>
          <p:sp>
            <p:nvSpPr>
              <p:cNvPr id="52" name="Rectangle: Rounded Corners 51">
                <a:extLst>
                  <a:ext uri="{FF2B5EF4-FFF2-40B4-BE49-F238E27FC236}">
                    <a16:creationId xmlns:a16="http://schemas.microsoft.com/office/drawing/2014/main" id="{4478237E-0AB7-AA06-C927-DF6C22794069}"/>
                  </a:ext>
                </a:extLst>
              </p:cNvPr>
              <p:cNvSpPr/>
              <p:nvPr/>
            </p:nvSpPr>
            <p:spPr>
              <a:xfrm>
                <a:off x="6039163" y="1567131"/>
                <a:ext cx="2628900" cy="4755569"/>
              </a:xfrm>
              <a:prstGeom prst="roundRect">
                <a:avLst>
                  <a:gd name="adj" fmla="val 10312"/>
                </a:avLst>
              </a:prstGeom>
              <a:solidFill>
                <a:srgbClr val="FFFFFF"/>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53" name="Oval 52">
                <a:extLst>
                  <a:ext uri="{FF2B5EF4-FFF2-40B4-BE49-F238E27FC236}">
                    <a16:creationId xmlns:a16="http://schemas.microsoft.com/office/drawing/2014/main" id="{02984268-67FD-9443-F976-2F64CEEA0B11}"/>
                  </a:ext>
                </a:extLst>
              </p:cNvPr>
              <p:cNvSpPr/>
              <p:nvPr/>
            </p:nvSpPr>
            <p:spPr>
              <a:xfrm>
                <a:off x="7308985" y="1619722"/>
                <a:ext cx="89256" cy="87458"/>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sp>
            <p:nvSpPr>
              <p:cNvPr id="54" name="Speech Bubble: Rectangle with Corners Rounded 53">
                <a:extLst>
                  <a:ext uri="{FF2B5EF4-FFF2-40B4-BE49-F238E27FC236}">
                    <a16:creationId xmlns:a16="http://schemas.microsoft.com/office/drawing/2014/main" id="{EC273DD7-CDEF-D54F-B0A9-CC73429D3014}"/>
                  </a:ext>
                </a:extLst>
              </p:cNvPr>
              <p:cNvSpPr/>
              <p:nvPr/>
            </p:nvSpPr>
            <p:spPr>
              <a:xfrm>
                <a:off x="6568503" y="2155334"/>
                <a:ext cx="1982968" cy="270860"/>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How could your most recent interaction have been improved?</a:t>
                </a:r>
              </a:p>
            </p:txBody>
          </p:sp>
          <p:grpSp>
            <p:nvGrpSpPr>
              <p:cNvPr id="55" name="Group 54">
                <a:extLst>
                  <a:ext uri="{FF2B5EF4-FFF2-40B4-BE49-F238E27FC236}">
                    <a16:creationId xmlns:a16="http://schemas.microsoft.com/office/drawing/2014/main" id="{783119A3-AB28-C689-83AB-ED4FADBB56CA}"/>
                  </a:ext>
                </a:extLst>
              </p:cNvPr>
              <p:cNvGrpSpPr/>
              <p:nvPr/>
            </p:nvGrpSpPr>
            <p:grpSpPr>
              <a:xfrm>
                <a:off x="6082760" y="2467579"/>
                <a:ext cx="2463873" cy="860825"/>
                <a:chOff x="287480" y="2465382"/>
                <a:chExt cx="2463873" cy="860825"/>
              </a:xfrm>
            </p:grpSpPr>
            <p:grpSp>
              <p:nvGrpSpPr>
                <p:cNvPr id="72" name="Group 71">
                  <a:extLst>
                    <a:ext uri="{FF2B5EF4-FFF2-40B4-BE49-F238E27FC236}">
                      <a16:creationId xmlns:a16="http://schemas.microsoft.com/office/drawing/2014/main" id="{1F14464B-D153-7C6A-C788-9942B121B1D0}"/>
                    </a:ext>
                  </a:extLst>
                </p:cNvPr>
                <p:cNvGrpSpPr/>
                <p:nvPr/>
              </p:nvGrpSpPr>
              <p:grpSpPr>
                <a:xfrm>
                  <a:off x="2463353" y="2642522"/>
                  <a:ext cx="288000" cy="282197"/>
                  <a:chOff x="9355015" y="1409293"/>
                  <a:chExt cx="288000" cy="288000"/>
                </a:xfrm>
              </p:grpSpPr>
              <p:sp>
                <p:nvSpPr>
                  <p:cNvPr id="74" name="Oval 73">
                    <a:extLst>
                      <a:ext uri="{FF2B5EF4-FFF2-40B4-BE49-F238E27FC236}">
                        <a16:creationId xmlns:a16="http://schemas.microsoft.com/office/drawing/2014/main" id="{9D6DCCEB-10E0-CE3E-874C-E601EF7C3EEF}"/>
                      </a:ext>
                    </a:extLst>
                  </p:cNvPr>
                  <p:cNvSpPr/>
                  <p:nvPr/>
                </p:nvSpPr>
                <p:spPr>
                  <a:xfrm>
                    <a:off x="9355015" y="1409293"/>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75" name="Google Shape;1601;p48">
                    <a:extLst>
                      <a:ext uri="{FF2B5EF4-FFF2-40B4-BE49-F238E27FC236}">
                        <a16:creationId xmlns:a16="http://schemas.microsoft.com/office/drawing/2014/main" id="{42B76DFE-437C-EED3-9303-0FBE337CB2CB}"/>
                      </a:ext>
                    </a:extLst>
                  </p:cNvPr>
                  <p:cNvPicPr preferRelativeResize="0"/>
                  <p:nvPr/>
                </p:nvPicPr>
                <p:blipFill rotWithShape="1">
                  <a:blip r:embed="rId3">
                    <a:alphaModFix/>
                  </a:blip>
                  <a:srcRect/>
                  <a:stretch/>
                </p:blipFill>
                <p:spPr>
                  <a:xfrm>
                    <a:off x="9428285" y="1482480"/>
                    <a:ext cx="145677" cy="141632"/>
                  </a:xfrm>
                  <a:prstGeom prst="rect">
                    <a:avLst/>
                  </a:prstGeom>
                  <a:noFill/>
                  <a:ln>
                    <a:noFill/>
                  </a:ln>
                </p:spPr>
              </p:pic>
            </p:grpSp>
            <p:sp>
              <p:nvSpPr>
                <p:cNvPr id="73" name="Speech Bubble: Rectangle with Corners Rounded 72">
                  <a:extLst>
                    <a:ext uri="{FF2B5EF4-FFF2-40B4-BE49-F238E27FC236}">
                      <a16:creationId xmlns:a16="http://schemas.microsoft.com/office/drawing/2014/main" id="{A5C308AD-0752-D9B9-B780-136EA2A50BBE}"/>
                    </a:ext>
                  </a:extLst>
                </p:cNvPr>
                <p:cNvSpPr/>
                <p:nvPr/>
              </p:nvSpPr>
              <p:spPr>
                <a:xfrm flipH="1">
                  <a:off x="287480" y="2465382"/>
                  <a:ext cx="2141345" cy="860825"/>
                </a:xfrm>
                <a:prstGeom prst="wedgeRoundRectCallout">
                  <a:avLst>
                    <a:gd name="adj1" fmla="val -52412"/>
                    <a:gd name="adj2" fmla="val -23660"/>
                    <a:gd name="adj3" fmla="val 16667"/>
                  </a:avLst>
                </a:prstGeom>
                <a:solidFill>
                  <a:srgbClr val="F7DDE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It was not a bad sales call and it was helpful, however she did not provide information about how it would be </a:t>
                  </a:r>
                  <a:r>
                    <a:rPr lang="en-US" sz="900" b="1">
                      <a:solidFill>
                        <a:srgbClr val="000000"/>
                      </a:solidFill>
                      <a:latin typeface="Arial" panose="020B0604020202020204"/>
                    </a:rPr>
                    <a:t>covered</a:t>
                  </a:r>
                  <a:r>
                    <a:rPr lang="en-US" sz="900">
                      <a:solidFill>
                        <a:srgbClr val="000000"/>
                      </a:solidFill>
                      <a:latin typeface="Arial" panose="020B0604020202020204"/>
                    </a:rPr>
                    <a:t> for moms, </a:t>
                  </a:r>
                  <a:r>
                    <a:rPr lang="en-US" sz="900" b="1">
                      <a:solidFill>
                        <a:srgbClr val="000000"/>
                      </a:solidFill>
                      <a:latin typeface="Arial" panose="020B0604020202020204"/>
                    </a:rPr>
                    <a:t>out of pocket cost </a:t>
                  </a:r>
                  <a:r>
                    <a:rPr lang="en-US" sz="900">
                      <a:solidFill>
                        <a:srgbClr val="000000"/>
                      </a:solidFill>
                      <a:latin typeface="Arial" panose="020B0604020202020204"/>
                    </a:rPr>
                    <a:t>of vaccination, safety, and comparisons to other RSV vaccinations on the market</a:t>
                  </a:r>
                </a:p>
              </p:txBody>
            </p:sp>
          </p:grpSp>
          <p:cxnSp>
            <p:nvCxnSpPr>
              <p:cNvPr id="56" name="Straight Connector 55">
                <a:extLst>
                  <a:ext uri="{FF2B5EF4-FFF2-40B4-BE49-F238E27FC236}">
                    <a16:creationId xmlns:a16="http://schemas.microsoft.com/office/drawing/2014/main" id="{4040D5AD-F003-0C99-06C2-0CBD420DC582}"/>
                  </a:ext>
                </a:extLst>
              </p:cNvPr>
              <p:cNvCxnSpPr>
                <a:cxnSpLocks/>
              </p:cNvCxnSpPr>
              <p:nvPr/>
            </p:nvCxnSpPr>
            <p:spPr>
              <a:xfrm flipH="1">
                <a:off x="6933932" y="6288238"/>
                <a:ext cx="839362" cy="0"/>
              </a:xfrm>
              <a:prstGeom prst="line">
                <a:avLst/>
              </a:prstGeom>
              <a:ln w="381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D3D003A6-716A-0EE1-A709-52576DB23F91}"/>
                  </a:ext>
                </a:extLst>
              </p:cNvPr>
              <p:cNvSpPr/>
              <p:nvPr/>
            </p:nvSpPr>
            <p:spPr>
              <a:xfrm>
                <a:off x="6039163" y="1787662"/>
                <a:ext cx="2628900" cy="3499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126">
                  <a:defRPr/>
                </a:pPr>
                <a:r>
                  <a:rPr lang="en-GB" sz="1000" b="1">
                    <a:solidFill>
                      <a:srgbClr val="FFFFFF"/>
                    </a:solidFill>
                    <a:latin typeface="Arial" panose="020B0604020202020204"/>
                  </a:rPr>
                  <a:t>    ZoomRx Study</a:t>
                </a:r>
                <a:endParaRPr lang="en-IN" sz="1000" b="1">
                  <a:solidFill>
                    <a:srgbClr val="FFFFFF"/>
                  </a:solidFill>
                  <a:latin typeface="Arial" panose="020B0604020202020204"/>
                </a:endParaRPr>
              </a:p>
            </p:txBody>
          </p:sp>
          <p:pic>
            <p:nvPicPr>
              <p:cNvPr id="58" name="Picture 6" descr="Hamburger Menu Icons (Three Line Menu Icon / Navicon) Different Ways |  CSS-Tricks - CSS-Tricks">
                <a:extLst>
                  <a:ext uri="{FF2B5EF4-FFF2-40B4-BE49-F238E27FC236}">
                    <a16:creationId xmlns:a16="http://schemas.microsoft.com/office/drawing/2014/main" id="{CC63F780-AC6C-5DB1-2972-0BABFBF63443}"/>
                  </a:ext>
                </a:extLst>
              </p:cNvPr>
              <p:cNvPicPr>
                <a:picLocks noChangeAspect="1" noChangeArrowheads="1"/>
              </p:cNvPicPr>
              <p:nvPr/>
            </p:nvPicPr>
            <p:blipFill>
              <a:blip r:embed="rId4">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8379698" y="1891454"/>
                <a:ext cx="253106" cy="165339"/>
              </a:xfrm>
              <a:prstGeom prst="rect">
                <a:avLst/>
              </a:prstGeom>
              <a:noFill/>
              <a:extLst>
                <a:ext uri="{909E8E84-426E-40DD-AFC4-6F175D3DCCD1}">
                  <a14:hiddenFill xmlns:a14="http://schemas.microsoft.com/office/drawing/2010/main">
                    <a:solidFill>
                      <a:srgbClr val="FFFFFF"/>
                    </a:solidFill>
                  </a14:hiddenFill>
                </a:ext>
              </a:extLst>
            </p:spPr>
          </p:pic>
          <p:cxnSp>
            <p:nvCxnSpPr>
              <p:cNvPr id="59" name="Straight Arrow Connector 58">
                <a:extLst>
                  <a:ext uri="{FF2B5EF4-FFF2-40B4-BE49-F238E27FC236}">
                    <a16:creationId xmlns:a16="http://schemas.microsoft.com/office/drawing/2014/main" id="{38FE6D23-4442-A51F-160B-E18F403CF8C8}"/>
                  </a:ext>
                </a:extLst>
              </p:cNvPr>
              <p:cNvCxnSpPr>
                <a:cxnSpLocks/>
              </p:cNvCxnSpPr>
              <p:nvPr/>
            </p:nvCxnSpPr>
            <p:spPr>
              <a:xfrm>
                <a:off x="6087868" y="1964886"/>
                <a:ext cx="103695" cy="0"/>
              </a:xfrm>
              <a:prstGeom prst="straightConnector1">
                <a:avLst/>
              </a:prstGeom>
              <a:ln>
                <a:solidFill>
                  <a:schemeClr val="bg1">
                    <a:lumMod val="95000"/>
                  </a:schemeClr>
                </a:solidFill>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0DCD6CA8-A216-BFFE-262B-58418DCA74B8}"/>
                  </a:ext>
                </a:extLst>
              </p:cNvPr>
              <p:cNvGrpSpPr/>
              <p:nvPr/>
            </p:nvGrpSpPr>
            <p:grpSpPr>
              <a:xfrm>
                <a:off x="6082760" y="4090956"/>
                <a:ext cx="2463873" cy="1064581"/>
                <a:chOff x="677637" y="3696721"/>
                <a:chExt cx="2463873" cy="1064581"/>
              </a:xfrm>
            </p:grpSpPr>
            <p:grpSp>
              <p:nvGrpSpPr>
                <p:cNvPr id="68" name="Group 67">
                  <a:extLst>
                    <a:ext uri="{FF2B5EF4-FFF2-40B4-BE49-F238E27FC236}">
                      <a16:creationId xmlns:a16="http://schemas.microsoft.com/office/drawing/2014/main" id="{94CC98BC-F86C-9364-91A9-C87A95F56E42}"/>
                    </a:ext>
                  </a:extLst>
                </p:cNvPr>
                <p:cNvGrpSpPr/>
                <p:nvPr/>
              </p:nvGrpSpPr>
              <p:grpSpPr>
                <a:xfrm>
                  <a:off x="2853510" y="3696721"/>
                  <a:ext cx="288000" cy="288000"/>
                  <a:chOff x="9355015" y="1876712"/>
                  <a:chExt cx="288000" cy="288000"/>
                </a:xfrm>
              </p:grpSpPr>
              <p:sp>
                <p:nvSpPr>
                  <p:cNvPr id="70" name="Oval 69">
                    <a:extLst>
                      <a:ext uri="{FF2B5EF4-FFF2-40B4-BE49-F238E27FC236}">
                        <a16:creationId xmlns:a16="http://schemas.microsoft.com/office/drawing/2014/main" id="{48CD89BE-638A-6D0B-21DE-58A124EADA35}"/>
                      </a:ext>
                    </a:extLst>
                  </p:cNvPr>
                  <p:cNvSpPr/>
                  <p:nvPr/>
                </p:nvSpPr>
                <p:spPr>
                  <a:xfrm>
                    <a:off x="9355015" y="1876712"/>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71" name="Google Shape;1601;p48">
                    <a:extLst>
                      <a:ext uri="{FF2B5EF4-FFF2-40B4-BE49-F238E27FC236}">
                        <a16:creationId xmlns:a16="http://schemas.microsoft.com/office/drawing/2014/main" id="{7C72685B-D46E-0974-618F-EDF1F753B5AC}"/>
                      </a:ext>
                    </a:extLst>
                  </p:cNvPr>
                  <p:cNvPicPr preferRelativeResize="0"/>
                  <p:nvPr/>
                </p:nvPicPr>
                <p:blipFill rotWithShape="1">
                  <a:blip r:embed="rId3">
                    <a:alphaModFix/>
                  </a:blip>
                  <a:srcRect/>
                  <a:stretch/>
                </p:blipFill>
                <p:spPr>
                  <a:xfrm>
                    <a:off x="9428285" y="1932117"/>
                    <a:ext cx="145677" cy="141632"/>
                  </a:xfrm>
                  <a:prstGeom prst="rect">
                    <a:avLst/>
                  </a:prstGeom>
                  <a:noFill/>
                  <a:ln>
                    <a:noFill/>
                  </a:ln>
                </p:spPr>
              </p:pic>
            </p:grpSp>
            <p:sp>
              <p:nvSpPr>
                <p:cNvPr id="69" name="Speech Bubble: Rectangle with Corners Rounded 68">
                  <a:extLst>
                    <a:ext uri="{FF2B5EF4-FFF2-40B4-BE49-F238E27FC236}">
                      <a16:creationId xmlns:a16="http://schemas.microsoft.com/office/drawing/2014/main" id="{ABD4C4A6-7AA1-EF31-9A98-9FDF94CC102A}"/>
                    </a:ext>
                  </a:extLst>
                </p:cNvPr>
                <p:cNvSpPr/>
                <p:nvPr/>
              </p:nvSpPr>
              <p:spPr>
                <a:xfrm flipH="1">
                  <a:off x="677637" y="3742576"/>
                  <a:ext cx="2119908" cy="1018726"/>
                </a:xfrm>
                <a:prstGeom prst="wedgeRoundRectCallout">
                  <a:avLst>
                    <a:gd name="adj1" fmla="val -52412"/>
                    <a:gd name="adj2" fmla="val -23660"/>
                    <a:gd name="adj3" fmla="val 16667"/>
                  </a:avLst>
                </a:prstGeom>
                <a:solidFill>
                  <a:srgbClr val="F7DDE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solidFill>
                      <a:latin typeface="Arial" panose="020B0604020202020204"/>
                    </a:rPr>
                    <a:t>It would be helpful to have a </a:t>
                  </a:r>
                  <a:r>
                    <a:rPr lang="en-US" sz="900" b="1">
                      <a:solidFill>
                        <a:srgbClr val="000000"/>
                      </a:solidFill>
                      <a:latin typeface="Arial" panose="020B0604020202020204"/>
                    </a:rPr>
                    <a:t>comparison</a:t>
                  </a:r>
                  <a:r>
                    <a:rPr lang="en-US" sz="900">
                      <a:solidFill>
                        <a:srgbClr val="000000"/>
                      </a:solidFill>
                      <a:latin typeface="Arial" panose="020B0604020202020204"/>
                    </a:rPr>
                    <a:t> between different RSV vaccinations. I would like to have a better understanding of </a:t>
                  </a:r>
                  <a:r>
                    <a:rPr lang="en-US" sz="900" b="1">
                      <a:solidFill>
                        <a:srgbClr val="000000"/>
                      </a:solidFill>
                      <a:latin typeface="Arial" panose="020B0604020202020204"/>
                    </a:rPr>
                    <a:t>insurance coverage and cost</a:t>
                  </a:r>
                  <a:r>
                    <a:rPr lang="en-US" sz="900">
                      <a:solidFill>
                        <a:srgbClr val="000000"/>
                      </a:solidFill>
                      <a:latin typeface="Arial" panose="020B0604020202020204"/>
                    </a:rPr>
                    <a:t> for comparison as well as </a:t>
                  </a:r>
                  <a:r>
                    <a:rPr lang="en-US" sz="900" b="1">
                      <a:solidFill>
                        <a:srgbClr val="000000"/>
                      </a:solidFill>
                      <a:latin typeface="Arial" panose="020B0604020202020204"/>
                    </a:rPr>
                    <a:t>differences in efficacy and safety</a:t>
                  </a:r>
                  <a:r>
                    <a:rPr lang="en-US" sz="900">
                      <a:solidFill>
                        <a:srgbClr val="000000"/>
                      </a:solidFill>
                      <a:latin typeface="Arial" panose="020B0604020202020204"/>
                    </a:rPr>
                    <a:t> would also be appreciated</a:t>
                  </a:r>
                  <a:endParaRPr lang="en-GB" sz="900">
                    <a:solidFill>
                      <a:srgbClr val="000000"/>
                    </a:solidFill>
                    <a:latin typeface="Arial" panose="020B0604020202020204"/>
                  </a:endParaRPr>
                </a:p>
              </p:txBody>
            </p:sp>
          </p:grpSp>
          <p:sp>
            <p:nvSpPr>
              <p:cNvPr id="61" name="Speech Bubble: Rectangle with Corners Rounded 60">
                <a:extLst>
                  <a:ext uri="{FF2B5EF4-FFF2-40B4-BE49-F238E27FC236}">
                    <a16:creationId xmlns:a16="http://schemas.microsoft.com/office/drawing/2014/main" id="{1D4EDBE9-C569-45B1-DB87-0923C1EBC183}"/>
                  </a:ext>
                </a:extLst>
              </p:cNvPr>
              <p:cNvSpPr/>
              <p:nvPr/>
            </p:nvSpPr>
            <p:spPr>
              <a:xfrm>
                <a:off x="6568502" y="3356660"/>
                <a:ext cx="2051021" cy="726369"/>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Could you elaborate on the type of information or resources you would find most helpful regarding coverage, cost, safety, and comparisons to other RSV vaccinations?</a:t>
                </a:r>
                <a:endParaRPr lang="en-IN" sz="900" i="1">
                  <a:solidFill>
                    <a:srgbClr val="000000"/>
                  </a:solidFill>
                  <a:latin typeface="Arial" panose="020B0604020202020204"/>
                </a:endParaRPr>
              </a:p>
            </p:txBody>
          </p:sp>
          <p:sp>
            <p:nvSpPr>
              <p:cNvPr id="62" name="Speech Bubble: Rectangle with Corners Rounded 61">
                <a:extLst>
                  <a:ext uri="{FF2B5EF4-FFF2-40B4-BE49-F238E27FC236}">
                    <a16:creationId xmlns:a16="http://schemas.microsoft.com/office/drawing/2014/main" id="{2669D542-438E-2DE4-1426-99861CEDF9A2}"/>
                  </a:ext>
                </a:extLst>
              </p:cNvPr>
              <p:cNvSpPr/>
              <p:nvPr/>
            </p:nvSpPr>
            <p:spPr>
              <a:xfrm>
                <a:off x="6568503" y="5209624"/>
                <a:ext cx="2051020" cy="828426"/>
              </a:xfrm>
              <a:prstGeom prst="wedgeRoundRectCallout">
                <a:avLst>
                  <a:gd name="adj1" fmla="val -52412"/>
                  <a:gd name="adj2" fmla="val -23660"/>
                  <a:gd name="adj3"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defTabSz="914126">
                  <a:defRPr/>
                </a:pPr>
                <a:r>
                  <a:rPr lang="en-US" sz="900" i="1">
                    <a:solidFill>
                      <a:srgbClr val="000000"/>
                    </a:solidFill>
                    <a:latin typeface="Arial" panose="020B0604020202020204"/>
                  </a:rPr>
                  <a:t>Could you please describe how you would prefer this comparative information on RSV vaccinations to be presented during the sales call for it to be most useful to you and your multi-specialty group?</a:t>
                </a:r>
                <a:endParaRPr lang="en-IN" sz="900" i="1">
                  <a:solidFill>
                    <a:srgbClr val="000000"/>
                  </a:solidFill>
                  <a:latin typeface="Arial" panose="020B0604020202020204"/>
                </a:endParaRPr>
              </a:p>
            </p:txBody>
          </p:sp>
          <p:grpSp>
            <p:nvGrpSpPr>
              <p:cNvPr id="63" name="Group 62">
                <a:extLst>
                  <a:ext uri="{FF2B5EF4-FFF2-40B4-BE49-F238E27FC236}">
                    <a16:creationId xmlns:a16="http://schemas.microsoft.com/office/drawing/2014/main" id="{6DF97540-7E08-DDC1-5ECE-19F3068B09B1}"/>
                  </a:ext>
                </a:extLst>
              </p:cNvPr>
              <p:cNvGrpSpPr/>
              <p:nvPr/>
            </p:nvGrpSpPr>
            <p:grpSpPr>
              <a:xfrm>
                <a:off x="6151646" y="6011229"/>
                <a:ext cx="2394987" cy="288000"/>
                <a:chOff x="746523" y="4156816"/>
                <a:chExt cx="2394987" cy="288000"/>
              </a:xfrm>
            </p:grpSpPr>
            <p:grpSp>
              <p:nvGrpSpPr>
                <p:cNvPr id="64" name="Group 63">
                  <a:extLst>
                    <a:ext uri="{FF2B5EF4-FFF2-40B4-BE49-F238E27FC236}">
                      <a16:creationId xmlns:a16="http://schemas.microsoft.com/office/drawing/2014/main" id="{D71777E9-0DA1-5DBF-8F1D-767C8BF8013F}"/>
                    </a:ext>
                  </a:extLst>
                </p:cNvPr>
                <p:cNvGrpSpPr/>
                <p:nvPr/>
              </p:nvGrpSpPr>
              <p:grpSpPr>
                <a:xfrm>
                  <a:off x="2853510" y="4156816"/>
                  <a:ext cx="288000" cy="288000"/>
                  <a:chOff x="9355015" y="2336807"/>
                  <a:chExt cx="288000" cy="288000"/>
                </a:xfrm>
              </p:grpSpPr>
              <p:sp>
                <p:nvSpPr>
                  <p:cNvPr id="66" name="Oval 65">
                    <a:extLst>
                      <a:ext uri="{FF2B5EF4-FFF2-40B4-BE49-F238E27FC236}">
                        <a16:creationId xmlns:a16="http://schemas.microsoft.com/office/drawing/2014/main" id="{DCEF0D1C-FA81-03F9-4E8E-65FAFE827A81}"/>
                      </a:ext>
                    </a:extLst>
                  </p:cNvPr>
                  <p:cNvSpPr/>
                  <p:nvPr/>
                </p:nvSpPr>
                <p:spPr>
                  <a:xfrm>
                    <a:off x="9355015" y="2336807"/>
                    <a:ext cx="288000" cy="288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IN" sz="1799">
                      <a:solidFill>
                        <a:srgbClr val="FFFFFF"/>
                      </a:solidFill>
                      <a:latin typeface="Arial"/>
                    </a:endParaRPr>
                  </a:p>
                </p:txBody>
              </p:sp>
              <p:pic>
                <p:nvPicPr>
                  <p:cNvPr id="67" name="Google Shape;1601;p48">
                    <a:extLst>
                      <a:ext uri="{FF2B5EF4-FFF2-40B4-BE49-F238E27FC236}">
                        <a16:creationId xmlns:a16="http://schemas.microsoft.com/office/drawing/2014/main" id="{B8990A70-65EA-EE02-9FCF-3A3917CA7970}"/>
                      </a:ext>
                    </a:extLst>
                  </p:cNvPr>
                  <p:cNvPicPr preferRelativeResize="0"/>
                  <p:nvPr/>
                </p:nvPicPr>
                <p:blipFill rotWithShape="1">
                  <a:blip r:embed="rId3">
                    <a:alphaModFix/>
                  </a:blip>
                  <a:srcRect/>
                  <a:stretch/>
                </p:blipFill>
                <p:spPr>
                  <a:xfrm>
                    <a:off x="9428285" y="2400345"/>
                    <a:ext cx="145677" cy="141632"/>
                  </a:xfrm>
                  <a:prstGeom prst="rect">
                    <a:avLst/>
                  </a:prstGeom>
                  <a:noFill/>
                  <a:ln>
                    <a:noFill/>
                  </a:ln>
                </p:spPr>
              </p:pic>
            </p:grpSp>
            <p:sp>
              <p:nvSpPr>
                <p:cNvPr id="65" name="Speech Bubble: Rectangle with Corners Rounded 64">
                  <a:extLst>
                    <a:ext uri="{FF2B5EF4-FFF2-40B4-BE49-F238E27FC236}">
                      <a16:creationId xmlns:a16="http://schemas.microsoft.com/office/drawing/2014/main" id="{8A1A35F6-F119-FF55-8DF3-77459CC15833}"/>
                    </a:ext>
                  </a:extLst>
                </p:cNvPr>
                <p:cNvSpPr/>
                <p:nvPr/>
              </p:nvSpPr>
              <p:spPr>
                <a:xfrm flipH="1">
                  <a:off x="746523" y="4218782"/>
                  <a:ext cx="2051021" cy="161958"/>
                </a:xfrm>
                <a:prstGeom prst="wedgeRoundRectCallout">
                  <a:avLst>
                    <a:gd name="adj1" fmla="val -52412"/>
                    <a:gd name="adj2" fmla="val -23660"/>
                    <a:gd name="adj3" fmla="val 16667"/>
                  </a:avLst>
                </a:prstGeom>
                <a:solidFill>
                  <a:srgbClr val="F7DDE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defTabSz="914126">
                    <a:defRPr/>
                  </a:pPr>
                  <a:r>
                    <a:rPr lang="en-US" sz="900">
                      <a:solidFill>
                        <a:srgbClr val="000000">
                          <a:lumMod val="85000"/>
                          <a:lumOff val="15000"/>
                        </a:srgbClr>
                      </a:solidFill>
                      <a:latin typeface="Arial" panose="020B0604020202020204"/>
                    </a:rPr>
                    <a:t>I elaborated in the previous question</a:t>
                  </a:r>
                  <a:endParaRPr lang="en-GB" sz="900">
                    <a:solidFill>
                      <a:srgbClr val="000000">
                        <a:lumMod val="85000"/>
                        <a:lumOff val="15000"/>
                      </a:srgbClr>
                    </a:solidFill>
                    <a:latin typeface="Arial" panose="020B0604020202020204"/>
                  </a:endParaRPr>
                </a:p>
              </p:txBody>
            </p:sp>
          </p:grpSp>
        </p:grpSp>
        <p:pic>
          <p:nvPicPr>
            <p:cNvPr id="49" name="Picture 48">
              <a:extLst>
                <a:ext uri="{FF2B5EF4-FFF2-40B4-BE49-F238E27FC236}">
                  <a16:creationId xmlns:a16="http://schemas.microsoft.com/office/drawing/2014/main" id="{A479943C-8494-729E-92A8-E8DBFE61D853}"/>
                </a:ext>
              </a:extLst>
            </p:cNvPr>
            <p:cNvPicPr>
              <a:picLocks noChangeAspect="1"/>
            </p:cNvPicPr>
            <p:nvPr/>
          </p:nvPicPr>
          <p:blipFill>
            <a:blip r:embed="rId5"/>
            <a:stretch>
              <a:fillRect/>
            </a:stretch>
          </p:blipFill>
          <p:spPr>
            <a:xfrm>
              <a:off x="9356881" y="2226335"/>
              <a:ext cx="295239" cy="304764"/>
            </a:xfrm>
            <a:prstGeom prst="rect">
              <a:avLst/>
            </a:prstGeom>
          </p:spPr>
        </p:pic>
        <p:pic>
          <p:nvPicPr>
            <p:cNvPr id="50" name="Picture 49">
              <a:extLst>
                <a:ext uri="{FF2B5EF4-FFF2-40B4-BE49-F238E27FC236}">
                  <a16:creationId xmlns:a16="http://schemas.microsoft.com/office/drawing/2014/main" id="{2DBE1597-925A-6C05-B5FD-8B94CE405473}"/>
                </a:ext>
              </a:extLst>
            </p:cNvPr>
            <p:cNvPicPr>
              <a:picLocks noChangeAspect="1"/>
            </p:cNvPicPr>
            <p:nvPr/>
          </p:nvPicPr>
          <p:blipFill>
            <a:blip r:embed="rId5"/>
            <a:stretch>
              <a:fillRect/>
            </a:stretch>
          </p:blipFill>
          <p:spPr>
            <a:xfrm>
              <a:off x="9356881" y="3435193"/>
              <a:ext cx="295239" cy="304764"/>
            </a:xfrm>
            <a:prstGeom prst="rect">
              <a:avLst/>
            </a:prstGeom>
          </p:spPr>
        </p:pic>
        <p:pic>
          <p:nvPicPr>
            <p:cNvPr id="51" name="Picture 50">
              <a:extLst>
                <a:ext uri="{FF2B5EF4-FFF2-40B4-BE49-F238E27FC236}">
                  <a16:creationId xmlns:a16="http://schemas.microsoft.com/office/drawing/2014/main" id="{4790F005-CD36-0A25-7E1E-54410EA86872}"/>
                </a:ext>
              </a:extLst>
            </p:cNvPr>
            <p:cNvPicPr>
              <a:picLocks noChangeAspect="1"/>
            </p:cNvPicPr>
            <p:nvPr/>
          </p:nvPicPr>
          <p:blipFill>
            <a:blip r:embed="rId5"/>
            <a:stretch>
              <a:fillRect/>
            </a:stretch>
          </p:blipFill>
          <p:spPr>
            <a:xfrm>
              <a:off x="9356881" y="5397690"/>
              <a:ext cx="295239" cy="304764"/>
            </a:xfrm>
            <a:prstGeom prst="rect">
              <a:avLst/>
            </a:prstGeom>
          </p:spPr>
        </p:pic>
      </p:grpSp>
      <p:sp>
        <p:nvSpPr>
          <p:cNvPr id="2" name="TextBox 1">
            <a:extLst>
              <a:ext uri="{FF2B5EF4-FFF2-40B4-BE49-F238E27FC236}">
                <a16:creationId xmlns:a16="http://schemas.microsoft.com/office/drawing/2014/main" id="{ECB434D0-5273-286B-CA34-C81BD442165D}"/>
              </a:ext>
            </a:extLst>
          </p:cNvPr>
          <p:cNvSpPr txBox="1"/>
          <p:nvPr/>
        </p:nvSpPr>
        <p:spPr bwMode="gray">
          <a:xfrm>
            <a:off x="3702731" y="6477002"/>
            <a:ext cx="5421086" cy="268183"/>
          </a:xfrm>
          <a:prstGeom prst="rect">
            <a:avLst/>
          </a:prstGeom>
        </p:spPr>
        <p:txBody>
          <a:bodyPr wrap="none" lIns="45720" tIns="45720" rIns="45720" bIns="45720" rtlCol="0">
            <a:noAutofit/>
          </a:bodyPr>
          <a:lstStyle/>
          <a:p>
            <a:pPr>
              <a:lnSpc>
                <a:spcPct val="90000"/>
              </a:lnSpc>
              <a:spcBef>
                <a:spcPts val="1000"/>
              </a:spcBef>
            </a:pPr>
            <a:r>
              <a:rPr lang="en-US" sz="1000" i="1">
                <a:solidFill>
                  <a:srgbClr val="FFFFFF">
                    <a:lumMod val="50000"/>
                  </a:srgbClr>
                </a:solidFill>
                <a:latin typeface="Arial" panose="020B0604020202020204"/>
              </a:rPr>
              <a:t>Source:  US Abrysvo Maternal HCP CFC Promotional Effectiveness Tracking (ZoomRx)_Q3 ‘25</a:t>
            </a:r>
          </a:p>
        </p:txBody>
      </p:sp>
      <p:sp>
        <p:nvSpPr>
          <p:cNvPr id="17" name="TextBox 16">
            <a:extLst>
              <a:ext uri="{FF2B5EF4-FFF2-40B4-BE49-F238E27FC236}">
                <a16:creationId xmlns:a16="http://schemas.microsoft.com/office/drawing/2014/main" id="{C8E07628-9E7F-250A-D319-1AEAB82725BD}"/>
              </a:ext>
            </a:extLst>
          </p:cNvPr>
          <p:cNvSpPr txBox="1"/>
          <p:nvPr/>
        </p:nvSpPr>
        <p:spPr>
          <a:xfrm>
            <a:off x="9866313" y="269813"/>
            <a:ext cx="2324100" cy="246221"/>
          </a:xfrm>
          <a:prstGeom prst="rect">
            <a:avLst/>
          </a:prstGeom>
          <a:noFill/>
        </p:spPr>
        <p:txBody>
          <a:bodyPr wrap="square" rtlCol="0">
            <a:spAutoFit/>
          </a:bodyPr>
          <a:lstStyle/>
          <a:p>
            <a:pPr algn="r">
              <a:spcAft>
                <a:spcPts val="600"/>
              </a:spcAft>
            </a:pPr>
            <a:r>
              <a:rPr lang="en-GB" sz="1000" b="1">
                <a:solidFill>
                  <a:srgbClr val="FFFFFF"/>
                </a:solidFill>
                <a:highlight>
                  <a:srgbClr val="FF0000"/>
                </a:highlight>
                <a:latin typeface="Arial" panose="020B0604020202020204" pitchFamily="34" charset="0"/>
                <a:cs typeface="Arial" panose="020B0604020202020204" pitchFamily="34" charset="0"/>
              </a:rPr>
              <a:t> Final Report (Aug – Oct ‘25)</a:t>
            </a:r>
          </a:p>
        </p:txBody>
      </p:sp>
      <p:sp>
        <p:nvSpPr>
          <p:cNvPr id="78" name="Google Shape;562;p23">
            <a:extLst>
              <a:ext uri="{FF2B5EF4-FFF2-40B4-BE49-F238E27FC236}">
                <a16:creationId xmlns:a16="http://schemas.microsoft.com/office/drawing/2014/main" id="{B8E25B0A-6181-5359-5FCD-712EF509BBFB}"/>
              </a:ext>
            </a:extLst>
          </p:cNvPr>
          <p:cNvSpPr txBox="1"/>
          <p:nvPr/>
        </p:nvSpPr>
        <p:spPr>
          <a:xfrm>
            <a:off x="9237663" y="0"/>
            <a:ext cx="2952750" cy="324000"/>
          </a:xfrm>
          <a:prstGeom prst="rect">
            <a:avLst/>
          </a:prstGeom>
          <a:noFill/>
          <a:ln>
            <a:noFill/>
          </a:ln>
        </p:spPr>
        <p:txBody>
          <a:bodyPr spcFirstLastPara="1" wrap="square" lIns="91425" tIns="91425" rIns="91425" bIns="91425" anchor="ctr" anchorCtr="0">
            <a:normAutofit/>
          </a:bodyPr>
          <a:lstStyle/>
          <a:p>
            <a:pPr algn="r"/>
            <a:r>
              <a:rPr lang="en-IN" sz="800">
                <a:solidFill>
                  <a:srgbClr val="000000"/>
                </a:solidFill>
                <a:latin typeface="Arial" panose="020B0604020202020204" pitchFamily="34" charset="0"/>
                <a:cs typeface="Arial" panose="020B0604020202020204" pitchFamily="34" charset="0"/>
              </a:rPr>
              <a:t>Appendix – Overall Findings</a:t>
            </a:r>
          </a:p>
        </p:txBody>
      </p:sp>
      <p:sp>
        <p:nvSpPr>
          <p:cNvPr id="80" name="Arrow: Pentagon 79">
            <a:extLst>
              <a:ext uri="{FF2B5EF4-FFF2-40B4-BE49-F238E27FC236}">
                <a16:creationId xmlns:a16="http://schemas.microsoft.com/office/drawing/2014/main" id="{6820BAE5-AAC4-E955-E59C-922BAE75364C}"/>
              </a:ext>
            </a:extLst>
          </p:cNvPr>
          <p:cNvSpPr/>
          <p:nvPr/>
        </p:nvSpPr>
        <p:spPr bwMode="gray">
          <a:xfrm flipH="1">
            <a:off x="2170462" y="1943038"/>
            <a:ext cx="565911" cy="180000"/>
          </a:xfrm>
          <a:prstGeom prst="homePlate">
            <a:avLst/>
          </a:prstGeom>
          <a:solidFill>
            <a:schemeClr val="accent5">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700" b="1">
                <a:solidFill>
                  <a:srgbClr val="000000"/>
                </a:solidFill>
                <a:latin typeface="Arial" panose="020B0604020202020204"/>
              </a:rPr>
              <a:t>OBGYN</a:t>
            </a:r>
            <a:endParaRPr lang="en-GB" sz="700" b="1">
              <a:solidFill>
                <a:srgbClr val="000000"/>
              </a:solidFill>
              <a:latin typeface="Arial" panose="020B0604020202020204"/>
            </a:endParaRPr>
          </a:p>
        </p:txBody>
      </p:sp>
      <p:sp>
        <p:nvSpPr>
          <p:cNvPr id="85" name="TextBox 84">
            <a:extLst>
              <a:ext uri="{FF2B5EF4-FFF2-40B4-BE49-F238E27FC236}">
                <a16:creationId xmlns:a16="http://schemas.microsoft.com/office/drawing/2014/main" id="{2D1681C3-8B30-3C9A-1C49-FDFA533AC319}"/>
              </a:ext>
            </a:extLst>
          </p:cNvPr>
          <p:cNvSpPr txBox="1"/>
          <p:nvPr/>
        </p:nvSpPr>
        <p:spPr bwMode="gray">
          <a:xfrm>
            <a:off x="1602454" y="1943039"/>
            <a:ext cx="552168" cy="186647"/>
          </a:xfrm>
          <a:prstGeom prst="rect">
            <a:avLst/>
          </a:prstGeom>
          <a:solidFill>
            <a:schemeClr val="bg2">
              <a:lumMod val="75000"/>
            </a:schemeClr>
          </a:solidFill>
        </p:spPr>
        <p:txBody>
          <a:bodyPr wrap="none" lIns="45720" tIns="45720" rIns="45720" bIns="45720" rtlCol="0">
            <a:noAutofit/>
          </a:bodyPr>
          <a:lstStyle/>
          <a:p>
            <a:pPr algn="ctr" fontAlgn="base">
              <a:lnSpc>
                <a:spcPct val="90000"/>
              </a:lnSpc>
              <a:spcAft>
                <a:spcPct val="0"/>
              </a:spcAft>
              <a:buClr>
                <a:srgbClr val="0095FF"/>
              </a:buClr>
              <a:buSzPct val="90000"/>
            </a:pPr>
            <a:r>
              <a:rPr lang="en-US" sz="800" b="1">
                <a:solidFill>
                  <a:srgbClr val="000000"/>
                </a:solidFill>
                <a:latin typeface="Arial" panose="020B0604020202020204"/>
              </a:rPr>
              <a:t>STOCKER</a:t>
            </a:r>
            <a:endParaRPr lang="en-GB" sz="800" b="1">
              <a:solidFill>
                <a:srgbClr val="000000"/>
              </a:solidFill>
              <a:latin typeface="Arial" panose="020B0604020202020204"/>
            </a:endParaRPr>
          </a:p>
        </p:txBody>
      </p:sp>
      <p:sp>
        <p:nvSpPr>
          <p:cNvPr id="86" name="Arrow: Pentagon 85">
            <a:extLst>
              <a:ext uri="{FF2B5EF4-FFF2-40B4-BE49-F238E27FC236}">
                <a16:creationId xmlns:a16="http://schemas.microsoft.com/office/drawing/2014/main" id="{C6B5BB32-6D1A-EC18-CFC1-21140CC3AA2C}"/>
              </a:ext>
            </a:extLst>
          </p:cNvPr>
          <p:cNvSpPr/>
          <p:nvPr/>
        </p:nvSpPr>
        <p:spPr bwMode="gray">
          <a:xfrm flipH="1">
            <a:off x="5104162" y="1935418"/>
            <a:ext cx="565911" cy="180000"/>
          </a:xfrm>
          <a:prstGeom prst="homePlate">
            <a:avLst/>
          </a:prstGeom>
          <a:solidFill>
            <a:schemeClr val="accent5">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700" b="1">
                <a:solidFill>
                  <a:srgbClr val="000000"/>
                </a:solidFill>
                <a:latin typeface="Arial" panose="020B0604020202020204"/>
              </a:rPr>
              <a:t>OBGYN</a:t>
            </a:r>
            <a:endParaRPr lang="en-GB" sz="700" b="1">
              <a:solidFill>
                <a:srgbClr val="000000"/>
              </a:solidFill>
              <a:latin typeface="Arial" panose="020B0604020202020204"/>
            </a:endParaRPr>
          </a:p>
        </p:txBody>
      </p:sp>
      <p:sp>
        <p:nvSpPr>
          <p:cNvPr id="87" name="TextBox 86">
            <a:extLst>
              <a:ext uri="{FF2B5EF4-FFF2-40B4-BE49-F238E27FC236}">
                <a16:creationId xmlns:a16="http://schemas.microsoft.com/office/drawing/2014/main" id="{B5E2F657-5263-541C-21D4-2F274169F743}"/>
              </a:ext>
            </a:extLst>
          </p:cNvPr>
          <p:cNvSpPr txBox="1"/>
          <p:nvPr/>
        </p:nvSpPr>
        <p:spPr bwMode="gray">
          <a:xfrm>
            <a:off x="4536009" y="1936992"/>
            <a:ext cx="552168" cy="186647"/>
          </a:xfrm>
          <a:prstGeom prst="rect">
            <a:avLst/>
          </a:prstGeom>
          <a:solidFill>
            <a:schemeClr val="bg2">
              <a:lumMod val="75000"/>
            </a:schemeClr>
          </a:solidFill>
        </p:spPr>
        <p:txBody>
          <a:bodyPr wrap="none" lIns="45720" tIns="45720" rIns="45720" bIns="45720" rtlCol="0">
            <a:noAutofit/>
          </a:bodyPr>
          <a:lstStyle/>
          <a:p>
            <a:pPr algn="ctr" fontAlgn="base">
              <a:lnSpc>
                <a:spcPct val="90000"/>
              </a:lnSpc>
              <a:spcAft>
                <a:spcPct val="0"/>
              </a:spcAft>
              <a:buClr>
                <a:srgbClr val="0095FF"/>
              </a:buClr>
              <a:buSzPct val="90000"/>
            </a:pPr>
            <a:r>
              <a:rPr lang="en-US" sz="800" b="1">
                <a:solidFill>
                  <a:srgbClr val="000000"/>
                </a:solidFill>
                <a:latin typeface="Arial" panose="020B0604020202020204"/>
              </a:rPr>
              <a:t>STOCKER</a:t>
            </a:r>
            <a:endParaRPr lang="en-GB" sz="800" b="1">
              <a:solidFill>
                <a:srgbClr val="000000"/>
              </a:solidFill>
              <a:latin typeface="Arial" panose="020B0604020202020204"/>
            </a:endParaRPr>
          </a:p>
        </p:txBody>
      </p:sp>
      <p:sp>
        <p:nvSpPr>
          <p:cNvPr id="88" name="Arrow: Pentagon 87">
            <a:extLst>
              <a:ext uri="{FF2B5EF4-FFF2-40B4-BE49-F238E27FC236}">
                <a16:creationId xmlns:a16="http://schemas.microsoft.com/office/drawing/2014/main" id="{80C18467-7093-167C-BD4C-52D4BECD0A68}"/>
              </a:ext>
            </a:extLst>
          </p:cNvPr>
          <p:cNvSpPr/>
          <p:nvPr/>
        </p:nvSpPr>
        <p:spPr bwMode="gray">
          <a:xfrm flipH="1">
            <a:off x="11136327" y="1952899"/>
            <a:ext cx="429016" cy="180000"/>
          </a:xfrm>
          <a:prstGeom prst="homePlate">
            <a:avLst/>
          </a:prstGeom>
          <a:solidFill>
            <a:schemeClr val="accent4">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700" b="1">
                <a:solidFill>
                  <a:srgbClr val="000000"/>
                </a:solidFill>
                <a:latin typeface="Arial" panose="020B0604020202020204"/>
              </a:rPr>
              <a:t>PED</a:t>
            </a:r>
            <a:endParaRPr lang="en-GB" sz="700" b="1">
              <a:solidFill>
                <a:srgbClr val="000000"/>
              </a:solidFill>
              <a:latin typeface="Arial" panose="020B0604020202020204"/>
            </a:endParaRPr>
          </a:p>
        </p:txBody>
      </p:sp>
      <p:sp>
        <p:nvSpPr>
          <p:cNvPr id="89" name="Arrow: Pentagon 88">
            <a:extLst>
              <a:ext uri="{FF2B5EF4-FFF2-40B4-BE49-F238E27FC236}">
                <a16:creationId xmlns:a16="http://schemas.microsoft.com/office/drawing/2014/main" id="{06FCD352-75E7-5567-E6E2-6F526DBE362D}"/>
              </a:ext>
            </a:extLst>
          </p:cNvPr>
          <p:cNvSpPr/>
          <p:nvPr/>
        </p:nvSpPr>
        <p:spPr bwMode="gray">
          <a:xfrm flipH="1">
            <a:off x="8190726" y="1957450"/>
            <a:ext cx="429016" cy="180000"/>
          </a:xfrm>
          <a:prstGeom prst="homePlate">
            <a:avLst/>
          </a:prstGeom>
          <a:solidFill>
            <a:schemeClr val="accent4">
              <a:lumMod val="60000"/>
              <a:lumOff val="40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prstTxWarp prst="textNoShape">
              <a:avLst/>
            </a:prstTxWarp>
            <a:noAutofit/>
          </a:bodyPr>
          <a:lstStyle/>
          <a:p>
            <a:pPr algn="ctr" fontAlgn="base">
              <a:lnSpc>
                <a:spcPct val="90000"/>
              </a:lnSpc>
              <a:spcAft>
                <a:spcPct val="0"/>
              </a:spcAft>
              <a:buClr>
                <a:srgbClr val="0095FF"/>
              </a:buClr>
              <a:buSzPct val="90000"/>
            </a:pPr>
            <a:r>
              <a:rPr lang="en-US" sz="700" b="1">
                <a:solidFill>
                  <a:srgbClr val="000000"/>
                </a:solidFill>
                <a:latin typeface="Arial" panose="020B0604020202020204"/>
              </a:rPr>
              <a:t>PED</a:t>
            </a:r>
            <a:endParaRPr lang="en-GB" sz="700" b="1">
              <a:solidFill>
                <a:srgbClr val="000000"/>
              </a:solidFill>
              <a:latin typeface="Arial" panose="020B0604020202020204"/>
            </a:endParaRPr>
          </a:p>
        </p:txBody>
      </p:sp>
      <p:sp>
        <p:nvSpPr>
          <p:cNvPr id="90" name="TextBox 89">
            <a:extLst>
              <a:ext uri="{FF2B5EF4-FFF2-40B4-BE49-F238E27FC236}">
                <a16:creationId xmlns:a16="http://schemas.microsoft.com/office/drawing/2014/main" id="{A8F79817-EC1D-E918-E547-0FB0E5D446C3}"/>
              </a:ext>
            </a:extLst>
          </p:cNvPr>
          <p:cNvSpPr txBox="1"/>
          <p:nvPr/>
        </p:nvSpPr>
        <p:spPr bwMode="gray">
          <a:xfrm>
            <a:off x="7626251" y="1949663"/>
            <a:ext cx="552168" cy="186647"/>
          </a:xfrm>
          <a:prstGeom prst="rect">
            <a:avLst/>
          </a:prstGeom>
          <a:solidFill>
            <a:schemeClr val="bg2">
              <a:lumMod val="75000"/>
            </a:schemeClr>
          </a:solidFill>
        </p:spPr>
        <p:txBody>
          <a:bodyPr wrap="none" lIns="45720" tIns="45720" rIns="45720" bIns="45720" rtlCol="0">
            <a:noAutofit/>
          </a:bodyPr>
          <a:lstStyle/>
          <a:p>
            <a:pPr algn="ctr" fontAlgn="base">
              <a:lnSpc>
                <a:spcPct val="90000"/>
              </a:lnSpc>
              <a:spcAft>
                <a:spcPct val="0"/>
              </a:spcAft>
              <a:buClr>
                <a:srgbClr val="0095FF"/>
              </a:buClr>
              <a:buSzPct val="90000"/>
            </a:pPr>
            <a:r>
              <a:rPr lang="en-US" sz="800" b="1">
                <a:solidFill>
                  <a:srgbClr val="000000"/>
                </a:solidFill>
                <a:latin typeface="Arial" panose="020B0604020202020204"/>
              </a:rPr>
              <a:t>STOCKER</a:t>
            </a:r>
            <a:endParaRPr lang="en-GB" sz="800" b="1">
              <a:solidFill>
                <a:srgbClr val="000000"/>
              </a:solidFill>
              <a:latin typeface="Arial" panose="020B0604020202020204"/>
            </a:endParaRPr>
          </a:p>
        </p:txBody>
      </p:sp>
      <p:sp>
        <p:nvSpPr>
          <p:cNvPr id="3" name="TextBox 2">
            <a:extLst>
              <a:ext uri="{FF2B5EF4-FFF2-40B4-BE49-F238E27FC236}">
                <a16:creationId xmlns:a16="http://schemas.microsoft.com/office/drawing/2014/main" id="{75CD8767-4806-71CF-4C78-6E1802A4A703}"/>
              </a:ext>
            </a:extLst>
          </p:cNvPr>
          <p:cNvSpPr txBox="1"/>
          <p:nvPr/>
        </p:nvSpPr>
        <p:spPr bwMode="gray">
          <a:xfrm>
            <a:off x="10558427" y="1955759"/>
            <a:ext cx="552168" cy="186647"/>
          </a:xfrm>
          <a:prstGeom prst="rect">
            <a:avLst/>
          </a:prstGeom>
          <a:solidFill>
            <a:schemeClr val="bg2">
              <a:lumMod val="75000"/>
            </a:schemeClr>
          </a:solidFill>
        </p:spPr>
        <p:txBody>
          <a:bodyPr wrap="none" lIns="45720" tIns="45720" rIns="45720" bIns="45720" rtlCol="0">
            <a:noAutofit/>
          </a:bodyPr>
          <a:lstStyle/>
          <a:p>
            <a:pPr algn="ctr" fontAlgn="base">
              <a:lnSpc>
                <a:spcPct val="90000"/>
              </a:lnSpc>
              <a:spcAft>
                <a:spcPct val="0"/>
              </a:spcAft>
              <a:buClr>
                <a:srgbClr val="0095FF"/>
              </a:buClr>
              <a:buSzPct val="90000"/>
            </a:pPr>
            <a:r>
              <a:rPr lang="en-US" sz="800" b="1">
                <a:solidFill>
                  <a:srgbClr val="000000"/>
                </a:solidFill>
                <a:latin typeface="Arial" panose="020B0604020202020204"/>
              </a:rPr>
              <a:t>STOCKER</a:t>
            </a:r>
            <a:endParaRPr lang="en-GB" sz="800" b="1">
              <a:solidFill>
                <a:srgbClr val="000000"/>
              </a:solidFill>
              <a:latin typeface="Arial" panose="020B0604020202020204"/>
            </a:endParaRPr>
          </a:p>
        </p:txBody>
      </p:sp>
    </p:spTree>
    <p:extLst>
      <p:ext uri="{BB962C8B-B14F-4D97-AF65-F5344CB8AC3E}">
        <p14:creationId xmlns:p14="http://schemas.microsoft.com/office/powerpoint/2010/main" val="36826645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Dark">
  <a:themeElements>
    <a:clrScheme name="ZoomRx">
      <a:dk1>
        <a:srgbClr val="000000"/>
      </a:dk1>
      <a:lt1>
        <a:srgbClr val="FFFFFF"/>
      </a:lt1>
      <a:dk2>
        <a:srgbClr val="1C1C2A"/>
      </a:dk2>
      <a:lt2>
        <a:srgbClr val="D5D5E9"/>
      </a:lt2>
      <a:accent1>
        <a:srgbClr val="1E41EB"/>
      </a:accent1>
      <a:accent2>
        <a:srgbClr val="38C7A5"/>
      </a:accent2>
      <a:accent3>
        <a:srgbClr val="795DED"/>
      </a:accent3>
      <a:accent4>
        <a:srgbClr val="FFCA41"/>
      </a:accent4>
      <a:accent5>
        <a:srgbClr val="EA4970"/>
      </a:accent5>
      <a:accent6>
        <a:srgbClr val="304079"/>
      </a:accent6>
      <a:hlink>
        <a:srgbClr val="1E41EB"/>
      </a:hlink>
      <a:folHlink>
        <a:srgbClr val="1E41EB"/>
      </a:folHlink>
    </a:clrScheme>
    <a:fontScheme name="Custom 4">
      <a:majorFont>
        <a:latin typeface="Playfair Display ExtraBold"/>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Dark">
  <a:themeElements>
    <a:clrScheme name="ZoomRx">
      <a:dk1>
        <a:srgbClr val="000000"/>
      </a:dk1>
      <a:lt1>
        <a:srgbClr val="FFFFFF"/>
      </a:lt1>
      <a:dk2>
        <a:srgbClr val="1C1C2A"/>
      </a:dk2>
      <a:lt2>
        <a:srgbClr val="D5D5E9"/>
      </a:lt2>
      <a:accent1>
        <a:srgbClr val="1E41EB"/>
      </a:accent1>
      <a:accent2>
        <a:srgbClr val="38C7A5"/>
      </a:accent2>
      <a:accent3>
        <a:srgbClr val="795DED"/>
      </a:accent3>
      <a:accent4>
        <a:srgbClr val="FFCA41"/>
      </a:accent4>
      <a:accent5>
        <a:srgbClr val="EA4970"/>
      </a:accent5>
      <a:accent6>
        <a:srgbClr val="304079"/>
      </a:accent6>
      <a:hlink>
        <a:srgbClr val="1E41EB"/>
      </a:hlink>
      <a:folHlink>
        <a:srgbClr val="1E41EB"/>
      </a:folHlink>
    </a:clrScheme>
    <a:fontScheme name="Custom 4">
      <a:majorFont>
        <a:latin typeface="Playfair Display ExtraBold"/>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Light">
  <a:themeElements>
    <a:clrScheme name="ZoomRx">
      <a:dk1>
        <a:srgbClr val="000000"/>
      </a:dk1>
      <a:lt1>
        <a:srgbClr val="FFFFFF"/>
      </a:lt1>
      <a:dk2>
        <a:srgbClr val="1C1C2A"/>
      </a:dk2>
      <a:lt2>
        <a:srgbClr val="D5D5E9"/>
      </a:lt2>
      <a:accent1>
        <a:srgbClr val="1E41EB"/>
      </a:accent1>
      <a:accent2>
        <a:srgbClr val="38C7A5"/>
      </a:accent2>
      <a:accent3>
        <a:srgbClr val="795DED"/>
      </a:accent3>
      <a:accent4>
        <a:srgbClr val="FFCA41"/>
      </a:accent4>
      <a:accent5>
        <a:srgbClr val="EA4970"/>
      </a:accent5>
      <a:accent6>
        <a:srgbClr val="304079"/>
      </a:accent6>
      <a:hlink>
        <a:srgbClr val="1E41EB"/>
      </a:hlink>
      <a:folHlink>
        <a:srgbClr val="1E41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1_Dark">
  <a:themeElements>
    <a:clrScheme name="ZoomRx">
      <a:dk1>
        <a:srgbClr val="000000"/>
      </a:dk1>
      <a:lt1>
        <a:srgbClr val="FFFFFF"/>
      </a:lt1>
      <a:dk2>
        <a:srgbClr val="1C1C2A"/>
      </a:dk2>
      <a:lt2>
        <a:srgbClr val="D5D5E9"/>
      </a:lt2>
      <a:accent1>
        <a:srgbClr val="1E41EB"/>
      </a:accent1>
      <a:accent2>
        <a:srgbClr val="38C7A5"/>
      </a:accent2>
      <a:accent3>
        <a:srgbClr val="795DED"/>
      </a:accent3>
      <a:accent4>
        <a:srgbClr val="FFCA41"/>
      </a:accent4>
      <a:accent5>
        <a:srgbClr val="EA4970"/>
      </a:accent5>
      <a:accent6>
        <a:srgbClr val="304079"/>
      </a:accent6>
      <a:hlink>
        <a:srgbClr val="1E41EB"/>
      </a:hlink>
      <a:folHlink>
        <a:srgbClr val="1E41EB"/>
      </a:folHlink>
    </a:clrScheme>
    <a:fontScheme name="Custom 4">
      <a:majorFont>
        <a:latin typeface="Playfair Display ExtraBold"/>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4_Theme2">
  <a:themeElements>
    <a:clrScheme name="ZoomRx">
      <a:dk1>
        <a:srgbClr val="0B2745"/>
      </a:dk1>
      <a:lt1>
        <a:srgbClr val="FFFFFF"/>
      </a:lt1>
      <a:dk2>
        <a:srgbClr val="143155"/>
      </a:dk2>
      <a:lt2>
        <a:srgbClr val="C4E7E8"/>
      </a:lt2>
      <a:accent1>
        <a:srgbClr val="F26C46"/>
      </a:accent1>
      <a:accent2>
        <a:srgbClr val="2DBBC4"/>
      </a:accent2>
      <a:accent3>
        <a:srgbClr val="79C043"/>
      </a:accent3>
      <a:accent4>
        <a:srgbClr val="FFB345"/>
      </a:accent4>
      <a:accent5>
        <a:srgbClr val="FFDC4A"/>
      </a:accent5>
      <a:accent6>
        <a:srgbClr val="9352A0"/>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Gradients">
  <a:themeElements>
    <a:clrScheme name="ZoomRx">
      <a:dk1>
        <a:srgbClr val="000000"/>
      </a:dk1>
      <a:lt1>
        <a:srgbClr val="FFFFFF"/>
      </a:lt1>
      <a:dk2>
        <a:srgbClr val="1C1C2A"/>
      </a:dk2>
      <a:lt2>
        <a:srgbClr val="D5D5E9"/>
      </a:lt2>
      <a:accent1>
        <a:srgbClr val="1E41EB"/>
      </a:accent1>
      <a:accent2>
        <a:srgbClr val="38C7A5"/>
      </a:accent2>
      <a:accent3>
        <a:srgbClr val="795DED"/>
      </a:accent3>
      <a:accent4>
        <a:srgbClr val="FFCA41"/>
      </a:accent4>
      <a:accent5>
        <a:srgbClr val="EA4970"/>
      </a:accent5>
      <a:accent6>
        <a:srgbClr val="304079"/>
      </a:accent6>
      <a:hlink>
        <a:srgbClr val="1E41EB"/>
      </a:hlink>
      <a:folHlink>
        <a:srgbClr val="1E41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2_Office Theme">
  <a:themeElements>
    <a:clrScheme name="PFE2021">
      <a:dk1>
        <a:srgbClr val="000000"/>
      </a:dk1>
      <a:lt1>
        <a:srgbClr val="FFFFFF"/>
      </a:lt1>
      <a:dk2>
        <a:srgbClr val="F49C34"/>
      </a:dk2>
      <a:lt2>
        <a:srgbClr val="F8DF5A"/>
      </a:lt2>
      <a:accent1>
        <a:srgbClr val="0000C9"/>
      </a:accent1>
      <a:accent2>
        <a:srgbClr val="0095FF"/>
      </a:accent2>
      <a:accent3>
        <a:srgbClr val="0DBDBA"/>
      </a:accent3>
      <a:accent4>
        <a:srgbClr val="67BB6E"/>
      </a:accent4>
      <a:accent5>
        <a:srgbClr val="9D73F7"/>
      </a:accent5>
      <a:accent6>
        <a:srgbClr val="D95776"/>
      </a:accent6>
      <a:hlink>
        <a:srgbClr val="0095FF"/>
      </a:hlink>
      <a:folHlink>
        <a:srgbClr val="A1AAB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1">
            <a:lumMod val="95000"/>
          </a:schemeClr>
        </a:solidFill>
        <a:ln w="28575" cap="flat" cmpd="sng" algn="ctr">
          <a:noFill/>
          <a:prstDash val="solid"/>
          <a:miter lim="800000"/>
          <a:headEnd type="none" w="med" len="med"/>
          <a:tailEnd type="none" w="med" len="med"/>
        </a:ln>
        <a:effectLst/>
      </a:spPr>
      <a:bodyPr vert="horz" wrap="square" lIns="91429" tIns="45715" rIns="91429" bIns="45715" numCol="1" rtlCol="0" anchor="ctr" anchorCtr="0" compatLnSpc="1">
        <a:prstTxWarp prst="textNoShape">
          <a:avLst/>
        </a:prstTxWarp>
        <a:noAutofit/>
      </a:bodyPr>
      <a:lstStyle>
        <a:defPPr algn="ctr" fontAlgn="base">
          <a:lnSpc>
            <a:spcPct val="90000"/>
          </a:lnSpc>
          <a:spcAft>
            <a:spcPct val="0"/>
          </a:spcAft>
          <a:buClr>
            <a:schemeClr val="accent2"/>
          </a:buClr>
          <a:buSzPct val="90000"/>
          <a:defRPr b="1" dirty="0">
            <a:solidFill>
              <a:schemeClr val="accent1"/>
            </a:solidFill>
            <a:latin typeface="+mj-lt"/>
          </a:defRPr>
        </a:defPPr>
      </a:lstStyle>
    </a:spDef>
    <a:lnDef>
      <a:spPr bwMode="gray">
        <a:noFill/>
        <a:ln w="12700" cap="rnd">
          <a:solidFill>
            <a:schemeClr val="bg1">
              <a:lumMod val="75000"/>
            </a:schemeClr>
          </a:solidFill>
          <a:prstDash val="solid"/>
          <a:round/>
          <a:headEnd/>
          <a:tailEnd/>
        </a:ln>
        <a:effectLst/>
      </a:spPr>
      <a:bodyPr/>
      <a:lstStyle/>
    </a:lnDef>
    <a:txDef>
      <a:spPr bwMode="gray"/>
      <a:bodyPr wrap="square" lIns="45720" tIns="45720" rIns="45720" bIns="45720" rtlCol="0">
        <a:noAutofit/>
      </a:bodyPr>
      <a:lstStyle>
        <a:defPPr marL="171450" indent="-171450" algn="l">
          <a:lnSpc>
            <a:spcPct val="90000"/>
          </a:lnSpc>
          <a:spcBef>
            <a:spcPts val="1000"/>
          </a:spcBef>
          <a:buFont typeface="Arial" panose="020B0604020202020204" pitchFamily="34" charset="0"/>
          <a:buChar char="•"/>
          <a:defRPr sz="1600" dirty="0" err="1" smtClean="0"/>
        </a:defPPr>
      </a:lstStyle>
    </a:txDef>
  </a:objectDefaults>
  <a:extraClrSchemeLst/>
  <a:extLst>
    <a:ext uri="{05A4C25C-085E-4340-85A3-A5531E510DB2}">
      <thm15:themeFamily xmlns:thm15="http://schemas.microsoft.com/office/thememl/2012/main" name="P113901_Pfizer PowerPoint Template_Logo_Confidential_16x9_011421_1130am.pptx" id="{89FC0598-B349-48E3-9A8B-72BFBCB98DF8}" vid="{0EBF093D-583F-46B6-8995-C451C08539D8}"/>
    </a:ext>
  </a:extLst>
</a:theme>
</file>

<file path=ppt/theme/theme9.xml><?xml version="1.0" encoding="utf-8"?>
<a:theme xmlns:a="http://schemas.openxmlformats.org/drawingml/2006/main" name="4_Dark">
  <a:themeElements>
    <a:clrScheme name="ZoomRx">
      <a:dk1>
        <a:srgbClr val="000000"/>
      </a:dk1>
      <a:lt1>
        <a:srgbClr val="FFFFFF"/>
      </a:lt1>
      <a:dk2>
        <a:srgbClr val="1C1C2A"/>
      </a:dk2>
      <a:lt2>
        <a:srgbClr val="D5D5E9"/>
      </a:lt2>
      <a:accent1>
        <a:srgbClr val="1E41EB"/>
      </a:accent1>
      <a:accent2>
        <a:srgbClr val="38C7A5"/>
      </a:accent2>
      <a:accent3>
        <a:srgbClr val="795DED"/>
      </a:accent3>
      <a:accent4>
        <a:srgbClr val="FFCA41"/>
      </a:accent4>
      <a:accent5>
        <a:srgbClr val="EA4970"/>
      </a:accent5>
      <a:accent6>
        <a:srgbClr val="304079"/>
      </a:accent6>
      <a:hlink>
        <a:srgbClr val="1E41EB"/>
      </a:hlink>
      <a:folHlink>
        <a:srgbClr val="1E41EB"/>
      </a:folHlink>
    </a:clrScheme>
    <a:fontScheme name="Custom 4">
      <a:majorFont>
        <a:latin typeface="Playfair Display ExtraBold"/>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5_Dark">
  <a:themeElements>
    <a:clrScheme name="ZoomRx">
      <a:dk1>
        <a:srgbClr val="000000"/>
      </a:dk1>
      <a:lt1>
        <a:srgbClr val="FFFFFF"/>
      </a:lt1>
      <a:dk2>
        <a:srgbClr val="1C1C2A"/>
      </a:dk2>
      <a:lt2>
        <a:srgbClr val="D5D5E9"/>
      </a:lt2>
      <a:accent1>
        <a:srgbClr val="1E41EB"/>
      </a:accent1>
      <a:accent2>
        <a:srgbClr val="38C7A5"/>
      </a:accent2>
      <a:accent3>
        <a:srgbClr val="795DED"/>
      </a:accent3>
      <a:accent4>
        <a:srgbClr val="FFCA41"/>
      </a:accent4>
      <a:accent5>
        <a:srgbClr val="EA4970"/>
      </a:accent5>
      <a:accent6>
        <a:srgbClr val="304079"/>
      </a:accent6>
      <a:hlink>
        <a:srgbClr val="1E41EB"/>
      </a:hlink>
      <a:folHlink>
        <a:srgbClr val="1E41EB"/>
      </a:folHlink>
    </a:clrScheme>
    <a:fontScheme name="ZoomRx">
      <a:majorFont>
        <a:latin typeface="Playfair Display"/>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3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ZoomRx">
    <a:dk1>
      <a:srgbClr val="0B2745"/>
    </a:dk1>
    <a:lt1>
      <a:srgbClr val="FFFFFF"/>
    </a:lt1>
    <a:dk2>
      <a:srgbClr val="143155"/>
    </a:dk2>
    <a:lt2>
      <a:srgbClr val="C4E7E8"/>
    </a:lt2>
    <a:accent1>
      <a:srgbClr val="F26C46"/>
    </a:accent1>
    <a:accent2>
      <a:srgbClr val="2DBBC4"/>
    </a:accent2>
    <a:accent3>
      <a:srgbClr val="79C043"/>
    </a:accent3>
    <a:accent4>
      <a:srgbClr val="FFB345"/>
    </a:accent4>
    <a:accent5>
      <a:srgbClr val="FFDC4A"/>
    </a:accent5>
    <a:accent6>
      <a:srgbClr val="9352A0"/>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5D39138238E3428482F9AC847CC3B1" ma:contentTypeVersion="26" ma:contentTypeDescription="Create a new document." ma:contentTypeScope="" ma:versionID="dd5192036d17513511aa768119511b92">
  <xsd:schema xmlns:xsd="http://www.w3.org/2001/XMLSchema" xmlns:xs="http://www.w3.org/2001/XMLSchema" xmlns:p="http://schemas.microsoft.com/office/2006/metadata/properties" xmlns:ns1="http://schemas.microsoft.com/sharepoint/v3" xmlns:ns2="457c7519-65f4-4311-98ff-710488d5099d" xmlns:ns3="4c31d0a7-7d65-4455-b0b7-66f65b242358" targetNamespace="http://schemas.microsoft.com/office/2006/metadata/properties" ma:root="true" ma:fieldsID="7f3f13722d454f803d093c8998983f6c" ns1:_="" ns2:_="" ns3:_="">
    <xsd:import namespace="http://schemas.microsoft.com/sharepoint/v3"/>
    <xsd:import namespace="457c7519-65f4-4311-98ff-710488d5099d"/>
    <xsd:import namespace="4c31d0a7-7d65-4455-b0b7-66f65b24235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3:SharedWithUsers" minOccurs="0"/>
                <xsd:element ref="ns3:SharedWithDetails" minOccurs="0"/>
                <xsd:element ref="ns2:MediaServiceOCR" minOccurs="0"/>
                <xsd:element ref="ns2:Link" minOccurs="0"/>
                <xsd:element ref="ns2:MediaServiceSearchProperties" minOccurs="0"/>
                <xsd:element ref="ns2:MediaServiceLocation" minOccurs="0"/>
                <xsd:element ref="ns2:MediaServiceBillingMetadata" minOccurs="0"/>
                <xsd:element ref="ns1:AverageRating" minOccurs="0"/>
                <xsd:element ref="ns1:RatingCount" minOccurs="0"/>
                <xsd:element ref="ns1:RatedBy" minOccurs="0"/>
                <xsd:element ref="ns1:Ratings" minOccurs="0"/>
                <xsd:element ref="ns1:LikesCount" minOccurs="0"/>
                <xsd:element ref="ns1:LikedB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25" nillable="true" ma:displayName="Rating (0-5)" ma:decimals="2" ma:description="Average value of all the ratings that have been submitted" ma:internalName="AverageRating" ma:readOnly="true">
      <xsd:simpleType>
        <xsd:restriction base="dms:Number"/>
      </xsd:simpleType>
    </xsd:element>
    <xsd:element name="RatingCount" ma:index="26" nillable="true" ma:displayName="Number of Ratings" ma:decimals="0" ma:description="Number of ratings submitted" ma:internalName="RatingCount" ma:readOnly="true">
      <xsd:simpleType>
        <xsd:restriction base="dms:Number"/>
      </xsd:simpleType>
    </xsd:element>
    <xsd:element name="RatedBy" ma:index="27"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28" nillable="true" ma:displayName="User ratings" ma:description="User ratings for the item" ma:hidden="true" ma:internalName="Ratings">
      <xsd:simpleType>
        <xsd:restriction base="dms:Note"/>
      </xsd:simpleType>
    </xsd:element>
    <xsd:element name="LikesCount" ma:index="29" nillable="true" ma:displayName="Number of Likes" ma:internalName="LikesCount">
      <xsd:simpleType>
        <xsd:restriction base="dms:Unknown"/>
      </xsd:simpleType>
    </xsd:element>
    <xsd:element name="LikedBy" ma:index="30"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57c7519-65f4-4311-98ff-710488d509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fdb820a-fbe5-49ec-8492-f23f1cc1e7d9"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Link" ma:index="21" nillable="true" ma:displayName="Link" ma:format="Hyperlink" ma:internalName="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descrip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31d0a7-7d65-4455-b0b7-66f65b242358"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4b33b4c-756c-484c-a535-e67165055b61}" ma:internalName="TaxCatchAll" ma:showField="CatchAllData" ma:web="4c31d0a7-7d65-4455-b0b7-66f65b24235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ink xmlns="457c7519-65f4-4311-98ff-710488d5099d">
      <Url xsi:nil="true"/>
      <Description xsi:nil="true"/>
    </Link>
    <LikesCount xmlns="http://schemas.microsoft.com/sharepoint/v3" xsi:nil="true"/>
    <Ratings xmlns="http://schemas.microsoft.com/sharepoint/v3" xsi:nil="true"/>
    <LikedBy xmlns="http://schemas.microsoft.com/sharepoint/v3">
      <UserInfo>
        <DisplayName/>
        <AccountId xsi:nil="true"/>
        <AccountType/>
      </UserInfo>
    </LikedBy>
    <TaxCatchAll xmlns="4c31d0a7-7d65-4455-b0b7-66f65b242358" xsi:nil="true"/>
    <lcf76f155ced4ddcb4097134ff3c332f xmlns="457c7519-65f4-4311-98ff-710488d5099d">
      <Terms xmlns="http://schemas.microsoft.com/office/infopath/2007/PartnerControls"/>
    </lcf76f155ced4ddcb4097134ff3c332f>
    <RatedBy xmlns="http://schemas.microsoft.com/sharepoint/v3">
      <UserInfo>
        <DisplayName/>
        <AccountId xsi:nil="true"/>
        <AccountType/>
      </UserInfo>
    </RatedBy>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8201DB-9161-4F8A-8AA1-F81721D3FD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57c7519-65f4-4311-98ff-710488d5099d"/>
    <ds:schemaRef ds:uri="4c31d0a7-7d65-4455-b0b7-66f65b2423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666162-C3E6-43E4-A324-D138FBF6C77B}">
  <ds:schemaRefs>
    <ds:schemaRef ds:uri="http://purl.org/dc/dcmitype/"/>
    <ds:schemaRef ds:uri="http://purl.org/dc/elements/1.1/"/>
    <ds:schemaRef ds:uri="http://schemas.microsoft.com/office/2006/documentManagement/types"/>
    <ds:schemaRef ds:uri="http://schemas.microsoft.com/office/infopath/2007/PartnerControls"/>
    <ds:schemaRef ds:uri="http://schemas.microsoft.com/office/2006/metadata/properties"/>
    <ds:schemaRef ds:uri="4c31d0a7-7d65-4455-b0b7-66f65b242358"/>
    <ds:schemaRef ds:uri="http://schemas.openxmlformats.org/package/2006/metadata/core-properties"/>
    <ds:schemaRef ds:uri="457c7519-65f4-4311-98ff-710488d5099d"/>
    <ds:schemaRef ds:uri="http://schemas.microsoft.com/sharepoint/v3"/>
    <ds:schemaRef ds:uri="http://www.w3.org/XML/1998/namespace"/>
    <ds:schemaRef ds:uri="http://purl.org/dc/terms/"/>
  </ds:schemaRefs>
</ds:datastoreItem>
</file>

<file path=customXml/itemProps3.xml><?xml version="1.0" encoding="utf-8"?>
<ds:datastoreItem xmlns:ds="http://schemas.openxmlformats.org/officeDocument/2006/customXml" ds:itemID="{3B03C54A-4EEF-482A-ACD0-3DAAD907FF4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1072</TotalTime>
  <Words>3737</Words>
  <Application>Microsoft Office PowerPoint</Application>
  <PresentationFormat>Widescreen</PresentationFormat>
  <Paragraphs>413</Paragraphs>
  <Slides>20</Slides>
  <Notes>16</Notes>
  <HiddenSlides>0</HiddenSlides>
  <MMClips>0</MMClips>
  <ScaleCrop>false</ScaleCrop>
  <HeadingPairs>
    <vt:vector size="6" baseType="variant">
      <vt:variant>
        <vt:lpstr>Fonts Used</vt:lpstr>
      </vt:variant>
      <vt:variant>
        <vt:i4>17</vt:i4>
      </vt:variant>
      <vt:variant>
        <vt:lpstr>Theme</vt:lpstr>
      </vt:variant>
      <vt:variant>
        <vt:i4>11</vt:i4>
      </vt:variant>
      <vt:variant>
        <vt:lpstr>Slide Titles</vt:lpstr>
      </vt:variant>
      <vt:variant>
        <vt:i4>20</vt:i4>
      </vt:variant>
    </vt:vector>
  </HeadingPairs>
  <TitlesOfParts>
    <vt:vector size="48" baseType="lpstr">
      <vt:lpstr>Aptos</vt:lpstr>
      <vt:lpstr>Aptos Display</vt:lpstr>
      <vt:lpstr>Arial</vt:lpstr>
      <vt:lpstr>Arial Narrow</vt:lpstr>
      <vt:lpstr>Calibri</vt:lpstr>
      <vt:lpstr>Johnson Display</vt:lpstr>
      <vt:lpstr>Manrope</vt:lpstr>
      <vt:lpstr>Manrope Light</vt:lpstr>
      <vt:lpstr>Playfair Display</vt:lpstr>
      <vt:lpstr>Playfair Display Black</vt:lpstr>
      <vt:lpstr>Playfair Display Medium</vt:lpstr>
      <vt:lpstr>Playfair Display SemiBold</vt:lpstr>
      <vt:lpstr>Poppins</vt:lpstr>
      <vt:lpstr>Roboto</vt:lpstr>
      <vt:lpstr>Roboto Light</vt:lpstr>
      <vt:lpstr>Segoe UI</vt:lpstr>
      <vt:lpstr>Wingdings</vt:lpstr>
      <vt:lpstr>Office Theme</vt:lpstr>
      <vt:lpstr>Dark</vt:lpstr>
      <vt:lpstr>2_Dark</vt:lpstr>
      <vt:lpstr>Light</vt:lpstr>
      <vt:lpstr>1_Dark</vt:lpstr>
      <vt:lpstr>4_Theme2</vt:lpstr>
      <vt:lpstr>Gradients</vt:lpstr>
      <vt:lpstr>2_Office Theme</vt:lpstr>
      <vt:lpstr>4_Dark</vt:lpstr>
      <vt:lpstr>5_Dark</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Fleischman</dc:creator>
  <cp:lastModifiedBy>Ayush Shukla</cp:lastModifiedBy>
  <cp:revision>6</cp:revision>
  <dcterms:created xsi:type="dcterms:W3CDTF">2024-09-23T23:48:16Z</dcterms:created>
  <dcterms:modified xsi:type="dcterms:W3CDTF">2026-02-03T14:31:33Z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0x0101000C5D39138238E3428482F9AC847CC3B1</vt:lpwstr>
  </property>
  <property fmtid="{D5CDD505-2E9C-101B-9397-08002B2CF9AE}" pid="3" name="MediaServiceImageTags">
    <vt:lpwstr/>
  </property>
</Properties>
</file>