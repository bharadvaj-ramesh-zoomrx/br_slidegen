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2.xml" ContentType="application/vnd.openxmlformats-officedocument.theme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4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5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  <p:sldMasterId id="2147483866" r:id="rId5"/>
    <p:sldMasterId id="2147483914" r:id="rId6"/>
    <p:sldMasterId id="2147483963" r:id="rId7"/>
    <p:sldMasterId id="2147484155" r:id="rId8"/>
    <p:sldMasterId id="2147484161" r:id="rId9"/>
  </p:sldMasterIdLst>
  <p:notesMasterIdLst>
    <p:notesMasterId r:id="rId13"/>
  </p:notesMasterIdLst>
  <p:sldIdLst>
    <p:sldId id="258" r:id="rId10"/>
    <p:sldId id="256" r:id="rId11"/>
    <p:sldId id="257" r:id="rId12"/>
  </p:sldIdLst>
  <p:sldSz cx="12192000" cy="6858000"/>
  <p:notesSz cx="6858000" cy="9144000"/>
  <p:embeddedFontLst>
    <p:embeddedFont>
      <p:font typeface="Johnson Display" panose="020B0604020202020204" charset="0"/>
      <p:regular r:id="rId14"/>
      <p:bold r:id="rId15"/>
      <p:italic r:id="rId16"/>
      <p:boldItalic r:id="rId17"/>
    </p:embeddedFont>
    <p:embeddedFont>
      <p:font typeface="Johnson Text" panose="020B0604020202020204" charset="0"/>
      <p:regular r:id="rId18"/>
      <p:bold r:id="rId19"/>
      <p:italic r:id="rId20"/>
      <p:boldItalic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custDataLst>
    <p:tags r:id="rId26"/>
  </p:custDataLst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4725724-36B1-4E9C-9F38-C17ABFDEC5BD}">
          <p14:sldIdLst>
            <p14:sldId id="258"/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pos="52" userDrawn="1">
          <p15:clr>
            <a:srgbClr val="A4A3A4"/>
          </p15:clr>
        </p15:guide>
        <p15:guide id="2" orient="horz" pos="27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3B5C03-E79A-9304-5639-331CC367027E}" name="Titikshya Pradhan" initials="TP" userId="S::titikshya.pradhan@zoomrx.com::0d10fcd5-3495-425b-a75a-ebd111268fb6" providerId="AD"/>
  <p188:author id="{C7E0A812-E777-D68B-00AF-0AB677866650}" name="Anna Chubaeva" initials="AC" userId="S::anna.chubaeva@zoomrx.com::cfe6bdd3-10fb-4586-98fb-cbc5e4385873" providerId="AD"/>
  <p188:author id="{71F35619-AFF2-F111-95A3-3A53662A91F7}" name="Pranay Jain" initials="PJ" userId="S::pranay.jain@zoomrx.com::350835f8-4e32-4094-aad0-b6c0017d4c4c" providerId="AD"/>
  <p188:author id="{7D590234-DFA0-F970-0F77-198FB15C2116}" name="Vinoth Rajapandian" initials="VR" userId="S::vinoth.rajapandian@zoomrx.com::cb59a650-4bc7-4838-937d-61c581d343b6" providerId="AD"/>
  <p188:author id="{C7EBEF4F-5466-7AB1-2DCC-131D4E933E65}" name="Anshu Shukla" initials="AS" userId="S::anshu.shukla@zoomrx.com::576d5df6-cb63-4970-9471-c16ad7229918" providerId="AD"/>
  <p188:author id="{E1CD1C70-F760-7DF7-541A-6D28627EF9BA}" name="Yash Rajoria" initials="YR" userId="S::yash.rajoria@zoomrx.com::29fe6244-d977-4c5b-89cf-d638f14b4a06" providerId="AD"/>
  <p188:author id="{0707AC8B-A4D3-9828-1491-0875382BDA53}" name="Akash Singh" initials="AS" userId="S::akash.singh@zoomrx.com::b05a12e5-0c4c-4fb1-b021-ecd2c560f106" providerId="AD"/>
  <p188:author id="{7C039F97-DF7D-E20F-23F0-AFF4FD78983A}" name="Aryan Rathore" initials="AR" userId="S::aryan.rathore@zoomrx.com::b56118d5-e441-493a-89d0-9ef452424683" providerId="AD"/>
  <p188:author id="{2D4FEFB9-0BB6-9026-0122-D9245A587286}" name="Mayank Gupta" initials="MG" userId="S::mayank.gupta@zoomrx.com::51394dd1-6024-4f0e-958c-528df4833663" providerId="AD"/>
  <p188:author id="{636BF2BA-DF7A-66A8-D25A-A7666F3C3630}" name="Sara Bell" initials="SB" userId="S::sara.bell@zoomrx.com::20225463-dda4-4cd8-94f8-2c0b9568c7eb" providerId="AD"/>
  <p188:author id="{240355BE-2AA2-584A-A9FD-9BD3ABEC1DBA}" name="Maloney, Christina [MCCUS]" initials="CM" userId="S::CMalon12@its.jnj.com::bbe373c4-1471-4d63-bc27-f81b8442a2e9" providerId="AD"/>
  <p188:author id="{4966F1C2-C0E5-7A4A-22DA-DBB55DBE2DDA}" name="Austino Paul" initials="AP" userId="S::austino.paul@zoomrx.com::dbbd3ec9-d4e0-45fa-8dd2-b74e50cd5dbb" providerId="AD"/>
  <p188:author id="{50F356C4-F7B8-9965-F873-06C2D740D41A}" name="Vidhya Hariharan" initials="VH" userId="S::vidhya.hariharan@zoomrx.com::6a8a1e33-2a97-4da9-b395-27b48fbbb666" providerId="AD"/>
  <p188:author id="{67C6E5D8-27F5-5A42-2B10-A86105AE1A7E}" name="Vinoth Rajapandian" initials="VR" userId="S::vinoth.rajapandian@zoomrxinc.onmicrosoft.com::cb59a650-4bc7-4838-937d-61c581d343b6" providerId="AD"/>
  <p188:author id="{76B3F5E5-DA6B-5B75-C78E-1FD83AF07C31}" name="Scott, James [JANUS]" initials="JS" userId="S::JScott46@its.jnj.com::5407a674-8920-4133-86f0-4fdbacdda6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B3"/>
    <a:srgbClr val="EAC282"/>
    <a:srgbClr val="D86344"/>
    <a:srgbClr val="76A797"/>
    <a:srgbClr val="F75824"/>
    <a:srgbClr val="FF6A5A"/>
    <a:srgbClr val="D2F1FF"/>
    <a:srgbClr val="BFF9D9"/>
    <a:srgbClr val="7030A0"/>
    <a:srgbClr val="F3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8FC4E-C916-6A1C-F54B-F5B91F5EBBC0}" v="42" dt="2026-02-20T16:59:00.41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654" y="96"/>
      </p:cViewPr>
      <p:guideLst>
        <p:guide pos="52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font" Target="fonts/font11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font" Target="fonts/font6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oth Rajapandian" userId="S::vinoth.rajapandian@zoomrx.com::cb59a650-4bc7-4838-937d-61c581d343b6" providerId="AD" clId="Web-{23D8FC4E-C916-6A1C-F54B-F5B91F5EBBC0}"/>
    <pc:docChg chg="modSld">
      <pc:chgData name="Vinoth Rajapandian" userId="S::vinoth.rajapandian@zoomrx.com::cb59a650-4bc7-4838-937d-61c581d343b6" providerId="AD" clId="Web-{23D8FC4E-C916-6A1C-F54B-F5B91F5EBBC0}" dt="2026-02-20T16:59:00.411" v="41"/>
      <pc:docMkLst>
        <pc:docMk/>
      </pc:docMkLst>
      <pc:sldChg chg="modSp">
        <pc:chgData name="Vinoth Rajapandian" userId="S::vinoth.rajapandian@zoomrx.com::cb59a650-4bc7-4838-937d-61c581d343b6" providerId="AD" clId="Web-{23D8FC4E-C916-6A1C-F54B-F5B91F5EBBC0}" dt="2026-02-20T16:58:12.427" v="5"/>
        <pc:sldMkLst>
          <pc:docMk/>
          <pc:sldMk cId="2814846628" sldId="2147472186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12.427" v="5"/>
          <ac:graphicFrameMkLst>
            <pc:docMk/>
            <pc:sldMk cId="2814846628" sldId="2147472186"/>
            <ac:graphicFrameMk id="4" creationId="{1A84D595-8483-FAE4-3182-88293838D3A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4.521" v="9"/>
        <pc:sldMkLst>
          <pc:docMk/>
          <pc:sldMk cId="458286755" sldId="214748329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2.177" v="7"/>
          <ac:graphicFrameMkLst>
            <pc:docMk/>
            <pc:sldMk cId="458286755" sldId="2147483299"/>
            <ac:graphicFrameMk id="2" creationId="{FFF7B567-5B52-2CA7-C75A-968040000706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4.521" v="9"/>
          <ac:graphicFrameMkLst>
            <pc:docMk/>
            <pc:sldMk cId="458286755" sldId="2147483299"/>
            <ac:graphicFrameMk id="77" creationId="{9906AF3D-C03C-5F3B-91D9-AB4E45B3722E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01.474" v="3"/>
        <pc:sldMkLst>
          <pc:docMk/>
          <pc:sldMk cId="3272488039" sldId="214748330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01.474" v="3"/>
          <ac:graphicFrameMkLst>
            <pc:docMk/>
            <pc:sldMk cId="3272488039" sldId="2147483304"/>
            <ac:graphicFrameMk id="4" creationId="{D36B65E9-0291-D682-332E-2EC719B5CB85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9:00.411" v="41"/>
        <pc:sldMkLst>
          <pc:docMk/>
          <pc:sldMk cId="181875716" sldId="2147483314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6.989" v="33"/>
          <ac:graphicFrameMkLst>
            <pc:docMk/>
            <pc:sldMk cId="181875716" sldId="2147483314"/>
            <ac:graphicFrameMk id="8" creationId="{132BB4AE-5375-2E8F-78FE-9C1018A1DC8E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7.489" v="35"/>
          <ac:graphicFrameMkLst>
            <pc:docMk/>
            <pc:sldMk cId="181875716" sldId="2147483314"/>
            <ac:graphicFrameMk id="9" creationId="{739CA09F-B349-EBAA-BD8E-7A22FE2564F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255" v="37"/>
          <ac:graphicFrameMkLst>
            <pc:docMk/>
            <pc:sldMk cId="181875716" sldId="2147483314"/>
            <ac:graphicFrameMk id="10" creationId="{F8E8A0E8-001F-D7B1-C0D8-5D6BA147857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9.849" v="39"/>
          <ac:graphicFrameMkLst>
            <pc:docMk/>
            <pc:sldMk cId="181875716" sldId="2147483314"/>
            <ac:graphicFrameMk id="12" creationId="{DF40CE53-5793-E1BB-52BB-61C63B859AC9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9:00.411" v="41"/>
          <ac:graphicFrameMkLst>
            <pc:docMk/>
            <pc:sldMk cId="181875716" sldId="2147483314"/>
            <ac:graphicFrameMk id="17" creationId="{474C442F-E70B-28B9-392A-2DC554455EF4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56.489" v="31"/>
        <pc:sldMkLst>
          <pc:docMk/>
          <pc:sldMk cId="3296733540" sldId="2147483318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52.802" v="21"/>
          <ac:graphicFrameMkLst>
            <pc:docMk/>
            <pc:sldMk cId="3296733540" sldId="2147483318"/>
            <ac:graphicFrameMk id="4" creationId="{A141E383-6080-34B5-689F-64FF531ECE5A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2.411" v="19"/>
          <ac:graphicFrameMkLst>
            <pc:docMk/>
            <pc:sldMk cId="3296733540" sldId="2147483318"/>
            <ac:graphicFrameMk id="5" creationId="{098D2E3F-0E64-ACDF-7452-7C3D82E2A46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193" v="29"/>
          <ac:graphicFrameMkLst>
            <pc:docMk/>
            <pc:sldMk cId="3296733540" sldId="2147483318"/>
            <ac:graphicFrameMk id="12" creationId="{5F9B21D4-EEF5-1316-4CF5-6972F2F024E7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6.489" v="31"/>
          <ac:graphicFrameMkLst>
            <pc:docMk/>
            <pc:sldMk cId="3296733540" sldId="2147483318"/>
            <ac:graphicFrameMk id="13" creationId="{5DF55041-5E7D-A820-C52A-852342EB6243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3.224" v="23"/>
          <ac:graphicFrameMkLst>
            <pc:docMk/>
            <pc:sldMk cId="3296733540" sldId="2147483318"/>
            <ac:graphicFrameMk id="16" creationId="{1E924840-81C9-400B-7970-70E876364ADF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318" v="25"/>
          <ac:graphicFrameMkLst>
            <pc:docMk/>
            <pc:sldMk cId="3296733540" sldId="2147483318"/>
            <ac:graphicFrameMk id="21" creationId="{E1B08638-338D-836A-81FE-33133BA8699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55.646" v="27"/>
          <ac:graphicFrameMkLst>
            <pc:docMk/>
            <pc:sldMk cId="3296733540" sldId="2147483318"/>
            <ac:graphicFrameMk id="33" creationId="{CE990F57-ABF0-98B2-DA07-9B22214C5BE3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7:42.552" v="1"/>
        <pc:sldMkLst>
          <pc:docMk/>
          <pc:sldMk cId="4191505788" sldId="2147483349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7:42.552" v="1"/>
          <ac:graphicFrameMkLst>
            <pc:docMk/>
            <pc:sldMk cId="4191505788" sldId="2147483349"/>
            <ac:graphicFrameMk id="16" creationId="{689FC9F5-2DBD-3B32-FABA-FF7D87B35070}"/>
          </ac:graphicFrameMkLst>
        </pc:graphicFrameChg>
      </pc:sldChg>
      <pc:sldChg chg="modSp">
        <pc:chgData name="Vinoth Rajapandian" userId="S::vinoth.rajapandian@zoomrx.com::cb59a650-4bc7-4838-937d-61c581d343b6" providerId="AD" clId="Web-{23D8FC4E-C916-6A1C-F54B-F5B91F5EBBC0}" dt="2026-02-20T16:58:48.552" v="17"/>
        <pc:sldMkLst>
          <pc:docMk/>
          <pc:sldMk cId="1738277211" sldId="2147483351"/>
        </pc:sldMkLst>
        <pc:graphicFrameChg chg="modGraphic">
          <ac:chgData name="Vinoth Rajapandian" userId="S::vinoth.rajapandian@zoomrx.com::cb59a650-4bc7-4838-937d-61c581d343b6" providerId="AD" clId="Web-{23D8FC4E-C916-6A1C-F54B-F5B91F5EBBC0}" dt="2026-02-20T16:58:47.833" v="13"/>
          <ac:graphicFrameMkLst>
            <pc:docMk/>
            <pc:sldMk cId="1738277211" sldId="2147483351"/>
            <ac:graphicFrameMk id="4" creationId="{79F5701D-D439-1D21-4BDD-29CEF93AE58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7.646" v="11"/>
          <ac:graphicFrameMkLst>
            <pc:docMk/>
            <pc:sldMk cId="1738277211" sldId="2147483351"/>
            <ac:graphicFrameMk id="5" creationId="{05F76C20-CB59-2AE4-CEDC-B79D6BA0F90B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318" v="15"/>
          <ac:graphicFrameMkLst>
            <pc:docMk/>
            <pc:sldMk cId="1738277211" sldId="2147483351"/>
            <ac:graphicFrameMk id="26" creationId="{FBE58843-8078-6F19-75EA-3C5DE63F3550}"/>
          </ac:graphicFrameMkLst>
        </pc:graphicFrameChg>
        <pc:graphicFrameChg chg="modGraphic">
          <ac:chgData name="Vinoth Rajapandian" userId="S::vinoth.rajapandian@zoomrx.com::cb59a650-4bc7-4838-937d-61c581d343b6" providerId="AD" clId="Web-{23D8FC4E-C916-6A1C-F54B-F5B91F5EBBC0}" dt="2026-02-20T16:58:48.552" v="17"/>
          <ac:graphicFrameMkLst>
            <pc:docMk/>
            <pc:sldMk cId="1738277211" sldId="2147483351"/>
            <ac:graphicFrameMk id="33" creationId="{5B36F4CF-E812-1139-9A41-532F08E7F4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0E39F-1C6B-465E-974F-41044076EF59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ED95-4B9D-45DE-9661-B09CAEEA80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1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1.emf"/><Relationship Id="rId4" Type="http://schemas.openxmlformats.org/officeDocument/2006/relationships/tags" Target="../tags/tag5.xml"/><Relationship Id="rId9" Type="http://schemas.openxmlformats.org/officeDocument/2006/relationships/oleObject" Target="../embeddings/oleObject1.bin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1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5.xml"/><Relationship Id="rId4" Type="http://schemas.openxmlformats.org/officeDocument/2006/relationships/tags" Target="../tags/tag32.xml"/></Relationships>
</file>

<file path=ppt/slideLayouts/_rels/slideLayout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5.xml"/><Relationship Id="rId7" Type="http://schemas.openxmlformats.org/officeDocument/2006/relationships/oleObject" Target="../embeddings/oleObject4.bin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37.xml"/><Relationship Id="rId10" Type="http://schemas.openxmlformats.org/officeDocument/2006/relationships/image" Target="../media/image4.svg"/><Relationship Id="rId4" Type="http://schemas.openxmlformats.org/officeDocument/2006/relationships/tags" Target="../tags/tag36.xml"/><Relationship Id="rId9" Type="http://schemas.openxmlformats.org/officeDocument/2006/relationships/image" Target="../media/image3.png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4" Type="http://schemas.openxmlformats.org/officeDocument/2006/relationships/image" Target="../media/image5.emf"/></Relationships>
</file>

<file path=ppt/slideLayouts/_rels/slideLayout18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10" Type="http://schemas.openxmlformats.org/officeDocument/2006/relationships/image" Target="../media/image1.emf"/><Relationship Id="rId4" Type="http://schemas.openxmlformats.org/officeDocument/2006/relationships/tags" Target="../tags/tag42.xml"/><Relationship Id="rId9" Type="http://schemas.openxmlformats.org/officeDocument/2006/relationships/oleObject" Target="../embeddings/oleObject3.bin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0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71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8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94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550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53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0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44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92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70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49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63019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1080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01344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59441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46361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283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54749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03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034084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2754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14097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078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84295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5583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374472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5943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95108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8450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23881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44281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783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53028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690887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655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3959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3658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5162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6301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3382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59400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648018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041841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631630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0125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5658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19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58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3845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40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670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5037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7071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7052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7934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947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55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9901880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911094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21483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8421599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623369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8971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004929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6789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80628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07939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412127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23145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3725385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83493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6226136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9526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27675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195704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07126261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50623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3833428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1487596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5020393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65289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6407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2472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2387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4158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9338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0845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477983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099552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853271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286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4559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22390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94803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0683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14330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2568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0761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20180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8282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847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69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00595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4284520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515610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7845009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62390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5340955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058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9169154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4282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2445097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1869189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6263823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47293473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5246594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1882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5488921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9489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6199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0" i="0">
              <a:latin typeface="Johnson Text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2502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990018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2126644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97957503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17661152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888967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78598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33982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0992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553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046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348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30737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39850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87751503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5979965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bg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856785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b="0" i="0">
              <a:solidFill>
                <a:schemeClr val="tx1"/>
              </a:solidFill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126968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Layou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7780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8C102A5-AB13-44B0-9420-5F12F2C87FE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499" b="1" i="0" baseline="0">
              <a:solidFill>
                <a:schemeClr val="bg1"/>
              </a:solidFill>
              <a:latin typeface="Johnson Text" panose="020B060402020202020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4"/>
            <a:ext cx="11082528" cy="384721"/>
          </a:xfr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571096"/>
            <a:ext cx="1108252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799" b="0" dirty="0"/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6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439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439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9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6" name="5. Source" hidden="1">
            <a:extLst>
              <a:ext uri="{FF2B5EF4-FFF2-40B4-BE49-F238E27FC236}">
                <a16:creationId xmlns:a16="http://schemas.microsoft.com/office/drawing/2014/main" id="{CB70C099-E1CF-467B-80FE-DF6BA9D2718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3278318" y="6417023"/>
            <a:ext cx="5653077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112023154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467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03175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71973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5258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4901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419545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20791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802189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8794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3811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21896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71750303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22535636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9281891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4203694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1033735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4726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076466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18832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71187368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067192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56146734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294076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72089071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35883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4508999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50451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092167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07722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2924375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99346580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549659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8941206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1754913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31593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775529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762397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59457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48916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97000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52031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0317373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48629499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0201777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427193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9615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13" imgH="416" progId="TCLayout.ActiveDocument.1">
                  <p:embed/>
                </p:oleObj>
              </mc:Choice>
              <mc:Fallback>
                <p:oleObj name="think-cell Slide" r:id="rId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1667596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90DC07-B155-92C5-F4DF-233EB52B3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7148" b="22096"/>
          <a:stretch/>
        </p:blipFill>
        <p:spPr bwMode="ltGray">
          <a:xfrm>
            <a:off x="4177747" y="0"/>
            <a:ext cx="7924802" cy="6858000"/>
          </a:xfrm>
          <a:prstGeom prst="rect">
            <a:avLst/>
          </a:pr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1943" y="5421345"/>
            <a:ext cx="3625806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 bwMode="ltGray">
          <a:xfrm>
            <a:off x="551943" y="2363220"/>
            <a:ext cx="6394959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 bwMode="ltGray">
          <a:xfrm>
            <a:off x="551942" y="262671"/>
            <a:ext cx="6394959" cy="135421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25" name="Graphic 3">
            <a:extLst>
              <a:ext uri="{FF2B5EF4-FFF2-40B4-BE49-F238E27FC236}">
                <a16:creationId xmlns:a16="http://schemas.microsoft.com/office/drawing/2014/main" id="{D0AD214D-870F-455B-A940-5D60DFFB90E4}"/>
              </a:ext>
            </a:extLst>
          </p:cNvPr>
          <p:cNvSpPr/>
          <p:nvPr userDrawn="1"/>
        </p:nvSpPr>
        <p:spPr bwMode="ltGray">
          <a:xfrm>
            <a:off x="551942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207217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26EAE0F-63CA-A355-5634-A618BBD55F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6EAE0F-63CA-A355-5634-A618BBD55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5" y="6413500"/>
            <a:ext cx="837741" cy="153463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1" y="2847975"/>
            <a:ext cx="11610975" cy="246222"/>
          </a:xfrm>
        </p:spPr>
        <p:txBody>
          <a:bodyPr/>
          <a:lstStyle/>
          <a:p>
            <a:r>
              <a:rPr lang="en-GB"/>
              <a:t>Click icon to add table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8"/>
            <a:ext cx="6713538" cy="384721"/>
          </a:xfrm>
        </p:spPr>
        <p:txBody>
          <a:bodyPr vert="horz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9495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5" y="637722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6" y="6498755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20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pPr algn="r" defTabSz="610720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2764536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8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800" b="0" dirty="0">
                <a:latin typeface="+mn-lt"/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dirty="0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6526045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38472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1822449"/>
            <a:ext cx="2793541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4" y="1822450"/>
            <a:ext cx="2795586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14020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1"/>
            <a:ext cx="3778870" cy="70104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1"/>
            <a:ext cx="6713538" cy="246221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2185495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35F2CD22-6B4D-460D-AB27-27E94D6B88EE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35544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1082"/>
            <a:ext cx="9656119" cy="2617640"/>
          </a:xfrm>
        </p:spPr>
        <p:txBody>
          <a:bodyPr anchor="t"/>
          <a:lstStyle>
            <a:lvl1pPr algn="l">
              <a:lnSpc>
                <a:spcPct val="80000"/>
              </a:lnSpc>
              <a:defRPr sz="105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65D7B25-1665-DB97-EC26-F653F638EA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850" y="5892920"/>
            <a:ext cx="2795587" cy="717180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929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F6FA51BA-59E9-FFE0-09DF-9DB6F0962CC9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tx2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22954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80" y="266955"/>
            <a:ext cx="5734050" cy="2585323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24443" y="4389438"/>
            <a:ext cx="2795587" cy="2220662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083875-577D-C85F-0FB1-123AA06C12E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3" name="Graphic 3">
            <a:extLst>
              <a:ext uri="{FF2B5EF4-FFF2-40B4-BE49-F238E27FC236}">
                <a16:creationId xmlns:a16="http://schemas.microsoft.com/office/drawing/2014/main" id="{679CECB3-64CC-B0E5-B60E-8BB02D8A5C86}"/>
              </a:ext>
            </a:extLst>
          </p:cNvPr>
          <p:cNvSpPr/>
          <p:nvPr userDrawn="1"/>
        </p:nvSpPr>
        <p:spPr>
          <a:xfrm>
            <a:off x="294330" y="6157513"/>
            <a:ext cx="2132373" cy="406800"/>
          </a:xfrm>
          <a:custGeom>
            <a:avLst/>
            <a:gdLst>
              <a:gd name="connsiteX0" fmla="*/ 1397722 w 14842808"/>
              <a:gd name="connsiteY0" fmla="*/ 1202934 h 2831613"/>
              <a:gd name="connsiteX1" fmla="*/ 1182034 w 14842808"/>
              <a:gd name="connsiteY1" fmla="*/ 835550 h 2831613"/>
              <a:gd name="connsiteX2" fmla="*/ 1397722 w 14842808"/>
              <a:gd name="connsiteY2" fmla="*/ 468165 h 2831613"/>
              <a:gd name="connsiteX3" fmla="*/ 1613410 w 14842808"/>
              <a:gd name="connsiteY3" fmla="*/ 835550 h 2831613"/>
              <a:gd name="connsiteX4" fmla="*/ 1397722 w 14842808"/>
              <a:gd name="connsiteY4" fmla="*/ 1202934 h 2831613"/>
              <a:gd name="connsiteX5" fmla="*/ 1397722 w 14842808"/>
              <a:gd name="connsiteY5" fmla="*/ 369441 h 2831613"/>
              <a:gd name="connsiteX6" fmla="*/ 959388 w 14842808"/>
              <a:gd name="connsiteY6" fmla="*/ 835550 h 2831613"/>
              <a:gd name="connsiteX7" fmla="*/ 1397722 w 14842808"/>
              <a:gd name="connsiteY7" fmla="*/ 1301658 h 2831613"/>
              <a:gd name="connsiteX8" fmla="*/ 1836056 w 14842808"/>
              <a:gd name="connsiteY8" fmla="*/ 835550 h 2831613"/>
              <a:gd name="connsiteX9" fmla="*/ 1397722 w 14842808"/>
              <a:gd name="connsiteY9" fmla="*/ 369441 h 2831613"/>
              <a:gd name="connsiteX10" fmla="*/ 3357471 w 14842808"/>
              <a:gd name="connsiteY10" fmla="*/ 369441 h 2831613"/>
              <a:gd name="connsiteX11" fmla="*/ 3109571 w 14842808"/>
              <a:gd name="connsiteY11" fmla="*/ 500301 h 2831613"/>
              <a:gd name="connsiteX12" fmla="*/ 3098748 w 14842808"/>
              <a:gd name="connsiteY12" fmla="*/ 500301 h 2831613"/>
              <a:gd name="connsiteX13" fmla="*/ 3098748 w 14842808"/>
              <a:gd name="connsiteY13" fmla="*/ 387438 h 2831613"/>
              <a:gd name="connsiteX14" fmla="*/ 2886667 w 14842808"/>
              <a:gd name="connsiteY14" fmla="*/ 387438 h 2831613"/>
              <a:gd name="connsiteX15" fmla="*/ 2886667 w 14842808"/>
              <a:gd name="connsiteY15" fmla="*/ 1283661 h 2831613"/>
              <a:gd name="connsiteX16" fmla="*/ 3098748 w 14842808"/>
              <a:gd name="connsiteY16" fmla="*/ 1283661 h 2831613"/>
              <a:gd name="connsiteX17" fmla="*/ 3098748 w 14842808"/>
              <a:gd name="connsiteY17" fmla="*/ 704433 h 2831613"/>
              <a:gd name="connsiteX18" fmla="*/ 3276555 w 14842808"/>
              <a:gd name="connsiteY18" fmla="*/ 494645 h 2831613"/>
              <a:gd name="connsiteX19" fmla="*/ 3429367 w 14842808"/>
              <a:gd name="connsiteY19" fmla="*/ 670239 h 2831613"/>
              <a:gd name="connsiteX20" fmla="*/ 3429367 w 14842808"/>
              <a:gd name="connsiteY20" fmla="*/ 1283147 h 2831613"/>
              <a:gd name="connsiteX21" fmla="*/ 3641447 w 14842808"/>
              <a:gd name="connsiteY21" fmla="*/ 1283147 h 2831613"/>
              <a:gd name="connsiteX22" fmla="*/ 3641447 w 14842808"/>
              <a:gd name="connsiteY22" fmla="*/ 668697 h 2831613"/>
              <a:gd name="connsiteX23" fmla="*/ 3357471 w 14842808"/>
              <a:gd name="connsiteY23" fmla="*/ 369441 h 2831613"/>
              <a:gd name="connsiteX24" fmla="*/ 4122559 w 14842808"/>
              <a:gd name="connsiteY24" fmla="*/ 369441 h 2831613"/>
              <a:gd name="connsiteX25" fmla="*/ 3779312 w 14842808"/>
              <a:gd name="connsiteY25" fmla="*/ 627562 h 2831613"/>
              <a:gd name="connsiteX26" fmla="*/ 3996805 w 14842808"/>
              <a:gd name="connsiteY26" fmla="*/ 885683 h 2831613"/>
              <a:gd name="connsiteX27" fmla="*/ 4176416 w 14842808"/>
              <a:gd name="connsiteY27" fmla="*/ 930417 h 2831613"/>
              <a:gd name="connsiteX28" fmla="*/ 4314797 w 14842808"/>
              <a:gd name="connsiteY28" fmla="*/ 1063076 h 2831613"/>
              <a:gd name="connsiteX29" fmla="*/ 4136989 w 14842808"/>
              <a:gd name="connsiteY29" fmla="*/ 1206534 h 2831613"/>
              <a:gd name="connsiteX30" fmla="*/ 3932124 w 14842808"/>
              <a:gd name="connsiteY30" fmla="*/ 998546 h 2831613"/>
              <a:gd name="connsiteX31" fmla="*/ 3741690 w 14842808"/>
              <a:gd name="connsiteY31" fmla="*/ 1052278 h 2831613"/>
              <a:gd name="connsiteX32" fmla="*/ 4113539 w 14842808"/>
              <a:gd name="connsiteY32" fmla="*/ 1301401 h 2831613"/>
              <a:gd name="connsiteX33" fmla="*/ 4487193 w 14842808"/>
              <a:gd name="connsiteY33" fmla="*/ 1009344 h 2831613"/>
              <a:gd name="connsiteX34" fmla="*/ 4248313 w 14842808"/>
              <a:gd name="connsiteY34" fmla="*/ 740425 h 2831613"/>
              <a:gd name="connsiteX35" fmla="*/ 4075916 w 14842808"/>
              <a:gd name="connsiteY35" fmla="*/ 697491 h 2831613"/>
              <a:gd name="connsiteX36" fmla="*/ 3951966 w 14842808"/>
              <a:gd name="connsiteY36" fmla="*/ 579229 h 2831613"/>
              <a:gd name="connsiteX37" fmla="*/ 4104778 w 14842808"/>
              <a:gd name="connsiteY37" fmla="*/ 464566 h 2831613"/>
              <a:gd name="connsiteX38" fmla="*/ 4287997 w 14842808"/>
              <a:gd name="connsiteY38" fmla="*/ 636560 h 2831613"/>
              <a:gd name="connsiteX39" fmla="*/ 4467608 w 14842808"/>
              <a:gd name="connsiteY39" fmla="*/ 582828 h 2831613"/>
              <a:gd name="connsiteX40" fmla="*/ 4122559 w 14842808"/>
              <a:gd name="connsiteY40" fmla="*/ 369441 h 2831613"/>
              <a:gd name="connsiteX41" fmla="*/ 5013658 w 14842808"/>
              <a:gd name="connsiteY41" fmla="*/ 1202934 h 2831613"/>
              <a:gd name="connsiteX42" fmla="*/ 4797969 w 14842808"/>
              <a:gd name="connsiteY42" fmla="*/ 835550 h 2831613"/>
              <a:gd name="connsiteX43" fmla="*/ 5013658 w 14842808"/>
              <a:gd name="connsiteY43" fmla="*/ 468165 h 2831613"/>
              <a:gd name="connsiteX44" fmla="*/ 5229346 w 14842808"/>
              <a:gd name="connsiteY44" fmla="*/ 835550 h 2831613"/>
              <a:gd name="connsiteX45" fmla="*/ 5013658 w 14842808"/>
              <a:gd name="connsiteY45" fmla="*/ 1202934 h 2831613"/>
              <a:gd name="connsiteX46" fmla="*/ 5013658 w 14842808"/>
              <a:gd name="connsiteY46" fmla="*/ 369441 h 2831613"/>
              <a:gd name="connsiteX47" fmla="*/ 4575324 w 14842808"/>
              <a:gd name="connsiteY47" fmla="*/ 835550 h 2831613"/>
              <a:gd name="connsiteX48" fmla="*/ 5013658 w 14842808"/>
              <a:gd name="connsiteY48" fmla="*/ 1301658 h 2831613"/>
              <a:gd name="connsiteX49" fmla="*/ 5451992 w 14842808"/>
              <a:gd name="connsiteY49" fmla="*/ 835550 h 2831613"/>
              <a:gd name="connsiteX50" fmla="*/ 5013658 w 14842808"/>
              <a:gd name="connsiteY50" fmla="*/ 369441 h 2831613"/>
              <a:gd name="connsiteX51" fmla="*/ 6048292 w 14842808"/>
              <a:gd name="connsiteY51" fmla="*/ 369441 h 2831613"/>
              <a:gd name="connsiteX52" fmla="*/ 5800392 w 14842808"/>
              <a:gd name="connsiteY52" fmla="*/ 500301 h 2831613"/>
              <a:gd name="connsiteX53" fmla="*/ 5789569 w 14842808"/>
              <a:gd name="connsiteY53" fmla="*/ 500301 h 2831613"/>
              <a:gd name="connsiteX54" fmla="*/ 5789569 w 14842808"/>
              <a:gd name="connsiteY54" fmla="*/ 387438 h 2831613"/>
              <a:gd name="connsiteX55" fmla="*/ 5577488 w 14842808"/>
              <a:gd name="connsiteY55" fmla="*/ 387438 h 2831613"/>
              <a:gd name="connsiteX56" fmla="*/ 5577488 w 14842808"/>
              <a:gd name="connsiteY56" fmla="*/ 1283661 h 2831613"/>
              <a:gd name="connsiteX57" fmla="*/ 5789569 w 14842808"/>
              <a:gd name="connsiteY57" fmla="*/ 1283661 h 2831613"/>
              <a:gd name="connsiteX58" fmla="*/ 5789569 w 14842808"/>
              <a:gd name="connsiteY58" fmla="*/ 704433 h 2831613"/>
              <a:gd name="connsiteX59" fmla="*/ 5967376 w 14842808"/>
              <a:gd name="connsiteY59" fmla="*/ 494645 h 2831613"/>
              <a:gd name="connsiteX60" fmla="*/ 6120188 w 14842808"/>
              <a:gd name="connsiteY60" fmla="*/ 670239 h 2831613"/>
              <a:gd name="connsiteX61" fmla="*/ 6120188 w 14842808"/>
              <a:gd name="connsiteY61" fmla="*/ 1283147 h 2831613"/>
              <a:gd name="connsiteX62" fmla="*/ 6332269 w 14842808"/>
              <a:gd name="connsiteY62" fmla="*/ 1283147 h 2831613"/>
              <a:gd name="connsiteX63" fmla="*/ 6332269 w 14842808"/>
              <a:gd name="connsiteY63" fmla="*/ 668697 h 2831613"/>
              <a:gd name="connsiteX64" fmla="*/ 6048292 w 14842808"/>
              <a:gd name="connsiteY64" fmla="*/ 369441 h 2831613"/>
              <a:gd name="connsiteX65" fmla="*/ 9197289 w 14842808"/>
              <a:gd name="connsiteY65" fmla="*/ 1202934 h 2831613"/>
              <a:gd name="connsiteX66" fmla="*/ 8981601 w 14842808"/>
              <a:gd name="connsiteY66" fmla="*/ 835550 h 2831613"/>
              <a:gd name="connsiteX67" fmla="*/ 9197289 w 14842808"/>
              <a:gd name="connsiteY67" fmla="*/ 468165 h 2831613"/>
              <a:gd name="connsiteX68" fmla="*/ 9412978 w 14842808"/>
              <a:gd name="connsiteY68" fmla="*/ 835550 h 2831613"/>
              <a:gd name="connsiteX69" fmla="*/ 9197289 w 14842808"/>
              <a:gd name="connsiteY69" fmla="*/ 1202934 h 2831613"/>
              <a:gd name="connsiteX70" fmla="*/ 9197289 w 14842808"/>
              <a:gd name="connsiteY70" fmla="*/ 369441 h 2831613"/>
              <a:gd name="connsiteX71" fmla="*/ 8758955 w 14842808"/>
              <a:gd name="connsiteY71" fmla="*/ 835550 h 2831613"/>
              <a:gd name="connsiteX72" fmla="*/ 9197289 w 14842808"/>
              <a:gd name="connsiteY72" fmla="*/ 1301658 h 2831613"/>
              <a:gd name="connsiteX73" fmla="*/ 9635623 w 14842808"/>
              <a:gd name="connsiteY73" fmla="*/ 835550 h 2831613"/>
              <a:gd name="connsiteX74" fmla="*/ 9197289 w 14842808"/>
              <a:gd name="connsiteY74" fmla="*/ 369441 h 2831613"/>
              <a:gd name="connsiteX75" fmla="*/ 11157038 w 14842808"/>
              <a:gd name="connsiteY75" fmla="*/ 369441 h 2831613"/>
              <a:gd name="connsiteX76" fmla="*/ 10909138 w 14842808"/>
              <a:gd name="connsiteY76" fmla="*/ 500301 h 2831613"/>
              <a:gd name="connsiteX77" fmla="*/ 10898314 w 14842808"/>
              <a:gd name="connsiteY77" fmla="*/ 500301 h 2831613"/>
              <a:gd name="connsiteX78" fmla="*/ 10898314 w 14842808"/>
              <a:gd name="connsiteY78" fmla="*/ 387438 h 2831613"/>
              <a:gd name="connsiteX79" fmla="*/ 10686234 w 14842808"/>
              <a:gd name="connsiteY79" fmla="*/ 387438 h 2831613"/>
              <a:gd name="connsiteX80" fmla="*/ 10686234 w 14842808"/>
              <a:gd name="connsiteY80" fmla="*/ 1283661 h 2831613"/>
              <a:gd name="connsiteX81" fmla="*/ 10898314 w 14842808"/>
              <a:gd name="connsiteY81" fmla="*/ 1283661 h 2831613"/>
              <a:gd name="connsiteX82" fmla="*/ 10898314 w 14842808"/>
              <a:gd name="connsiteY82" fmla="*/ 704433 h 2831613"/>
              <a:gd name="connsiteX83" fmla="*/ 11076123 w 14842808"/>
              <a:gd name="connsiteY83" fmla="*/ 494645 h 2831613"/>
              <a:gd name="connsiteX84" fmla="*/ 11228934 w 14842808"/>
              <a:gd name="connsiteY84" fmla="*/ 670239 h 2831613"/>
              <a:gd name="connsiteX85" fmla="*/ 11228934 w 14842808"/>
              <a:gd name="connsiteY85" fmla="*/ 1283147 h 2831613"/>
              <a:gd name="connsiteX86" fmla="*/ 11441014 w 14842808"/>
              <a:gd name="connsiteY86" fmla="*/ 1283147 h 2831613"/>
              <a:gd name="connsiteX87" fmla="*/ 11441014 w 14842808"/>
              <a:gd name="connsiteY87" fmla="*/ 668697 h 2831613"/>
              <a:gd name="connsiteX88" fmla="*/ 11157038 w 14842808"/>
              <a:gd name="connsiteY88" fmla="*/ 369441 h 2831613"/>
              <a:gd name="connsiteX89" fmla="*/ 11922383 w 14842808"/>
              <a:gd name="connsiteY89" fmla="*/ 369441 h 2831613"/>
              <a:gd name="connsiteX90" fmla="*/ 11579137 w 14842808"/>
              <a:gd name="connsiteY90" fmla="*/ 627562 h 2831613"/>
              <a:gd name="connsiteX91" fmla="*/ 11796630 w 14842808"/>
              <a:gd name="connsiteY91" fmla="*/ 885683 h 2831613"/>
              <a:gd name="connsiteX92" fmla="*/ 11976241 w 14842808"/>
              <a:gd name="connsiteY92" fmla="*/ 930417 h 2831613"/>
              <a:gd name="connsiteX93" fmla="*/ 12114621 w 14842808"/>
              <a:gd name="connsiteY93" fmla="*/ 1063076 h 2831613"/>
              <a:gd name="connsiteX94" fmla="*/ 11936814 w 14842808"/>
              <a:gd name="connsiteY94" fmla="*/ 1206534 h 2831613"/>
              <a:gd name="connsiteX95" fmla="*/ 11731949 w 14842808"/>
              <a:gd name="connsiteY95" fmla="*/ 998546 h 2831613"/>
              <a:gd name="connsiteX96" fmla="*/ 11541514 w 14842808"/>
              <a:gd name="connsiteY96" fmla="*/ 1052278 h 2831613"/>
              <a:gd name="connsiteX97" fmla="*/ 11913364 w 14842808"/>
              <a:gd name="connsiteY97" fmla="*/ 1301401 h 2831613"/>
              <a:gd name="connsiteX98" fmla="*/ 12287018 w 14842808"/>
              <a:gd name="connsiteY98" fmla="*/ 1009344 h 2831613"/>
              <a:gd name="connsiteX99" fmla="*/ 12048137 w 14842808"/>
              <a:gd name="connsiteY99" fmla="*/ 740425 h 2831613"/>
              <a:gd name="connsiteX100" fmla="*/ 11875741 w 14842808"/>
              <a:gd name="connsiteY100" fmla="*/ 697491 h 2831613"/>
              <a:gd name="connsiteX101" fmla="*/ 11751791 w 14842808"/>
              <a:gd name="connsiteY101" fmla="*/ 579229 h 2831613"/>
              <a:gd name="connsiteX102" fmla="*/ 11904603 w 14842808"/>
              <a:gd name="connsiteY102" fmla="*/ 464566 h 2831613"/>
              <a:gd name="connsiteX103" fmla="*/ 12087821 w 14842808"/>
              <a:gd name="connsiteY103" fmla="*/ 636560 h 2831613"/>
              <a:gd name="connsiteX104" fmla="*/ 12267433 w 14842808"/>
              <a:gd name="connsiteY104" fmla="*/ 582828 h 2831613"/>
              <a:gd name="connsiteX105" fmla="*/ 11922383 w 14842808"/>
              <a:gd name="connsiteY105" fmla="*/ 369441 h 2831613"/>
              <a:gd name="connsiteX106" fmla="*/ 12813224 w 14842808"/>
              <a:gd name="connsiteY106" fmla="*/ 1202934 h 2831613"/>
              <a:gd name="connsiteX107" fmla="*/ 12597536 w 14842808"/>
              <a:gd name="connsiteY107" fmla="*/ 835550 h 2831613"/>
              <a:gd name="connsiteX108" fmla="*/ 12813224 w 14842808"/>
              <a:gd name="connsiteY108" fmla="*/ 468165 h 2831613"/>
              <a:gd name="connsiteX109" fmla="*/ 13028913 w 14842808"/>
              <a:gd name="connsiteY109" fmla="*/ 835550 h 2831613"/>
              <a:gd name="connsiteX110" fmla="*/ 12813224 w 14842808"/>
              <a:gd name="connsiteY110" fmla="*/ 1202934 h 2831613"/>
              <a:gd name="connsiteX111" fmla="*/ 12813224 w 14842808"/>
              <a:gd name="connsiteY111" fmla="*/ 369441 h 2831613"/>
              <a:gd name="connsiteX112" fmla="*/ 12374891 w 14842808"/>
              <a:gd name="connsiteY112" fmla="*/ 835550 h 2831613"/>
              <a:gd name="connsiteX113" fmla="*/ 12813224 w 14842808"/>
              <a:gd name="connsiteY113" fmla="*/ 1301658 h 2831613"/>
              <a:gd name="connsiteX114" fmla="*/ 13251560 w 14842808"/>
              <a:gd name="connsiteY114" fmla="*/ 835550 h 2831613"/>
              <a:gd name="connsiteX115" fmla="*/ 12813224 w 14842808"/>
              <a:gd name="connsiteY115" fmla="*/ 369441 h 2831613"/>
              <a:gd name="connsiteX116" fmla="*/ 13847858 w 14842808"/>
              <a:gd name="connsiteY116" fmla="*/ 369441 h 2831613"/>
              <a:gd name="connsiteX117" fmla="*/ 13599958 w 14842808"/>
              <a:gd name="connsiteY117" fmla="*/ 500301 h 2831613"/>
              <a:gd name="connsiteX118" fmla="*/ 13589136 w 14842808"/>
              <a:gd name="connsiteY118" fmla="*/ 500301 h 2831613"/>
              <a:gd name="connsiteX119" fmla="*/ 13589136 w 14842808"/>
              <a:gd name="connsiteY119" fmla="*/ 387438 h 2831613"/>
              <a:gd name="connsiteX120" fmla="*/ 13377056 w 14842808"/>
              <a:gd name="connsiteY120" fmla="*/ 387438 h 2831613"/>
              <a:gd name="connsiteX121" fmla="*/ 13377056 w 14842808"/>
              <a:gd name="connsiteY121" fmla="*/ 1283661 h 2831613"/>
              <a:gd name="connsiteX122" fmla="*/ 13589136 w 14842808"/>
              <a:gd name="connsiteY122" fmla="*/ 1283661 h 2831613"/>
              <a:gd name="connsiteX123" fmla="*/ 13589136 w 14842808"/>
              <a:gd name="connsiteY123" fmla="*/ 704433 h 2831613"/>
              <a:gd name="connsiteX124" fmla="*/ 13766944 w 14842808"/>
              <a:gd name="connsiteY124" fmla="*/ 494645 h 2831613"/>
              <a:gd name="connsiteX125" fmla="*/ 13919755 w 14842808"/>
              <a:gd name="connsiteY125" fmla="*/ 670239 h 2831613"/>
              <a:gd name="connsiteX126" fmla="*/ 13919755 w 14842808"/>
              <a:gd name="connsiteY126" fmla="*/ 1283147 h 2831613"/>
              <a:gd name="connsiteX127" fmla="*/ 14131835 w 14842808"/>
              <a:gd name="connsiteY127" fmla="*/ 1283147 h 2831613"/>
              <a:gd name="connsiteX128" fmla="*/ 14131835 w 14842808"/>
              <a:gd name="connsiteY128" fmla="*/ 668697 h 2831613"/>
              <a:gd name="connsiteX129" fmla="*/ 13847858 w 14842808"/>
              <a:gd name="connsiteY129" fmla="*/ 369441 h 2831613"/>
              <a:gd name="connsiteX130" fmla="*/ 833634 w 14842808"/>
              <a:gd name="connsiteY130" fmla="*/ 28794 h 2831613"/>
              <a:gd name="connsiteX131" fmla="*/ 610730 w 14842808"/>
              <a:gd name="connsiteY131" fmla="*/ 28794 h 2831613"/>
              <a:gd name="connsiteX132" fmla="*/ 610730 w 14842808"/>
              <a:gd name="connsiteY132" fmla="*/ 955355 h 2831613"/>
              <a:gd name="connsiteX133" fmla="*/ 416688 w 14842808"/>
              <a:gd name="connsiteY133" fmla="*/ 1195479 h 2831613"/>
              <a:gd name="connsiteX134" fmla="*/ 222646 w 14842808"/>
              <a:gd name="connsiteY134" fmla="*/ 937358 h 2831613"/>
              <a:gd name="connsiteX135" fmla="*/ 222646 w 14842808"/>
              <a:gd name="connsiteY135" fmla="*/ 765363 h 2831613"/>
              <a:gd name="connsiteX136" fmla="*/ 0 w 14842808"/>
              <a:gd name="connsiteY136" fmla="*/ 821152 h 2831613"/>
              <a:gd name="connsiteX137" fmla="*/ 0 w 14842808"/>
              <a:gd name="connsiteY137" fmla="*/ 898280 h 2831613"/>
              <a:gd name="connsiteX138" fmla="*/ 416946 w 14842808"/>
              <a:gd name="connsiteY138" fmla="*/ 1312456 h 2831613"/>
              <a:gd name="connsiteX139" fmla="*/ 833634 w 14842808"/>
              <a:gd name="connsiteY139" fmla="*/ 898280 h 2831613"/>
              <a:gd name="connsiteX140" fmla="*/ 833634 w 14842808"/>
              <a:gd name="connsiteY140" fmla="*/ 28794 h 2831613"/>
              <a:gd name="connsiteX141" fmla="*/ 2173633 w 14842808"/>
              <a:gd name="connsiteY141" fmla="*/ 28794 h 2831613"/>
              <a:gd name="connsiteX142" fmla="*/ 1961552 w 14842808"/>
              <a:gd name="connsiteY142" fmla="*/ 28794 h 2831613"/>
              <a:gd name="connsiteX143" fmla="*/ 1961552 w 14842808"/>
              <a:gd name="connsiteY143" fmla="*/ 1283404 h 2831613"/>
              <a:gd name="connsiteX144" fmla="*/ 2173633 w 14842808"/>
              <a:gd name="connsiteY144" fmla="*/ 1283404 h 2831613"/>
              <a:gd name="connsiteX145" fmla="*/ 2173633 w 14842808"/>
              <a:gd name="connsiteY145" fmla="*/ 704433 h 2831613"/>
              <a:gd name="connsiteX146" fmla="*/ 2351441 w 14842808"/>
              <a:gd name="connsiteY146" fmla="*/ 494645 h 2831613"/>
              <a:gd name="connsiteX147" fmla="*/ 2504252 w 14842808"/>
              <a:gd name="connsiteY147" fmla="*/ 670239 h 2831613"/>
              <a:gd name="connsiteX148" fmla="*/ 2504252 w 14842808"/>
              <a:gd name="connsiteY148" fmla="*/ 1283147 h 2831613"/>
              <a:gd name="connsiteX149" fmla="*/ 2716075 w 14842808"/>
              <a:gd name="connsiteY149" fmla="*/ 1283147 h 2831613"/>
              <a:gd name="connsiteX150" fmla="*/ 2716075 w 14842808"/>
              <a:gd name="connsiteY150" fmla="*/ 668697 h 2831613"/>
              <a:gd name="connsiteX151" fmla="*/ 2432098 w 14842808"/>
              <a:gd name="connsiteY151" fmla="*/ 369441 h 2831613"/>
              <a:gd name="connsiteX152" fmla="*/ 2184198 w 14842808"/>
              <a:gd name="connsiteY152" fmla="*/ 500301 h 2831613"/>
              <a:gd name="connsiteX153" fmla="*/ 2173375 w 14842808"/>
              <a:gd name="connsiteY153" fmla="*/ 500301 h 2831613"/>
              <a:gd name="connsiteX154" fmla="*/ 2173375 w 14842808"/>
              <a:gd name="connsiteY154" fmla="*/ 28794 h 2831613"/>
              <a:gd name="connsiteX155" fmla="*/ 8633201 w 14842808"/>
              <a:gd name="connsiteY155" fmla="*/ 28794 h 2831613"/>
              <a:gd name="connsiteX156" fmla="*/ 8410555 w 14842808"/>
              <a:gd name="connsiteY156" fmla="*/ 28794 h 2831613"/>
              <a:gd name="connsiteX157" fmla="*/ 8410555 w 14842808"/>
              <a:gd name="connsiteY157" fmla="*/ 955355 h 2831613"/>
              <a:gd name="connsiteX158" fmla="*/ 8216513 w 14842808"/>
              <a:gd name="connsiteY158" fmla="*/ 1195479 h 2831613"/>
              <a:gd name="connsiteX159" fmla="*/ 8022471 w 14842808"/>
              <a:gd name="connsiteY159" fmla="*/ 937358 h 2831613"/>
              <a:gd name="connsiteX160" fmla="*/ 8022471 w 14842808"/>
              <a:gd name="connsiteY160" fmla="*/ 765363 h 2831613"/>
              <a:gd name="connsiteX161" fmla="*/ 7799825 w 14842808"/>
              <a:gd name="connsiteY161" fmla="*/ 820895 h 2831613"/>
              <a:gd name="connsiteX162" fmla="*/ 7799825 w 14842808"/>
              <a:gd name="connsiteY162" fmla="*/ 898023 h 2831613"/>
              <a:gd name="connsiteX163" fmla="*/ 8216771 w 14842808"/>
              <a:gd name="connsiteY163" fmla="*/ 1312199 h 2831613"/>
              <a:gd name="connsiteX164" fmla="*/ 8633459 w 14842808"/>
              <a:gd name="connsiteY164" fmla="*/ 898023 h 2831613"/>
              <a:gd name="connsiteX165" fmla="*/ 8633459 w 14842808"/>
              <a:gd name="connsiteY165" fmla="*/ 28794 h 2831613"/>
              <a:gd name="connsiteX166" fmla="*/ 9973200 w 14842808"/>
              <a:gd name="connsiteY166" fmla="*/ 28794 h 2831613"/>
              <a:gd name="connsiteX167" fmla="*/ 9761120 w 14842808"/>
              <a:gd name="connsiteY167" fmla="*/ 28794 h 2831613"/>
              <a:gd name="connsiteX168" fmla="*/ 9761120 w 14842808"/>
              <a:gd name="connsiteY168" fmla="*/ 1283404 h 2831613"/>
              <a:gd name="connsiteX169" fmla="*/ 9973200 w 14842808"/>
              <a:gd name="connsiteY169" fmla="*/ 1283404 h 2831613"/>
              <a:gd name="connsiteX170" fmla="*/ 9973200 w 14842808"/>
              <a:gd name="connsiteY170" fmla="*/ 704433 h 2831613"/>
              <a:gd name="connsiteX171" fmla="*/ 10151007 w 14842808"/>
              <a:gd name="connsiteY171" fmla="*/ 494645 h 2831613"/>
              <a:gd name="connsiteX172" fmla="*/ 10303819 w 14842808"/>
              <a:gd name="connsiteY172" fmla="*/ 670239 h 2831613"/>
              <a:gd name="connsiteX173" fmla="*/ 10303819 w 14842808"/>
              <a:gd name="connsiteY173" fmla="*/ 1283147 h 2831613"/>
              <a:gd name="connsiteX174" fmla="*/ 10515899 w 14842808"/>
              <a:gd name="connsiteY174" fmla="*/ 1283147 h 2831613"/>
              <a:gd name="connsiteX175" fmla="*/ 10515899 w 14842808"/>
              <a:gd name="connsiteY175" fmla="*/ 668697 h 2831613"/>
              <a:gd name="connsiteX176" fmla="*/ 10231923 w 14842808"/>
              <a:gd name="connsiteY176" fmla="*/ 369441 h 2831613"/>
              <a:gd name="connsiteX177" fmla="*/ 9984023 w 14842808"/>
              <a:gd name="connsiteY177" fmla="*/ 500301 h 2831613"/>
              <a:gd name="connsiteX178" fmla="*/ 9973200 w 14842808"/>
              <a:gd name="connsiteY178" fmla="*/ 500301 h 2831613"/>
              <a:gd name="connsiteX179" fmla="*/ 9973200 w 14842808"/>
              <a:gd name="connsiteY179" fmla="*/ 28794 h 2831613"/>
              <a:gd name="connsiteX180" fmla="*/ 7030872 w 14842808"/>
              <a:gd name="connsiteY180" fmla="*/ 1181339 h 2831613"/>
              <a:gd name="connsiteX181" fmla="*/ 6752307 w 14842808"/>
              <a:gd name="connsiteY181" fmla="*/ 892624 h 2831613"/>
              <a:gd name="connsiteX182" fmla="*/ 6861826 w 14842808"/>
              <a:gd name="connsiteY182" fmla="*/ 665097 h 2831613"/>
              <a:gd name="connsiteX183" fmla="*/ 7267949 w 14842808"/>
              <a:gd name="connsiteY183" fmla="*/ 1107810 h 2831613"/>
              <a:gd name="connsiteX184" fmla="*/ 7030872 w 14842808"/>
              <a:gd name="connsiteY184" fmla="*/ 1181339 h 2831613"/>
              <a:gd name="connsiteX185" fmla="*/ 7426171 w 14842808"/>
              <a:gd name="connsiteY185" fmla="*/ 960754 h 2831613"/>
              <a:gd name="connsiteX186" fmla="*/ 7074164 w 14842808"/>
              <a:gd name="connsiteY186" fmla="*/ 573573 h 2831613"/>
              <a:gd name="connsiteX187" fmla="*/ 7248364 w 14842808"/>
              <a:gd name="connsiteY187" fmla="*/ 539637 h 2831613"/>
              <a:gd name="connsiteX188" fmla="*/ 7483637 w 14842808"/>
              <a:gd name="connsiteY188" fmla="*/ 768963 h 2831613"/>
              <a:gd name="connsiteX189" fmla="*/ 7426171 w 14842808"/>
              <a:gd name="connsiteY189" fmla="*/ 960754 h 2831613"/>
              <a:gd name="connsiteX190" fmla="*/ 7025461 w 14842808"/>
              <a:gd name="connsiteY190" fmla="*/ 521640 h 2831613"/>
              <a:gd name="connsiteX191" fmla="*/ 6948153 w 14842808"/>
              <a:gd name="connsiteY191" fmla="*/ 435514 h 2831613"/>
              <a:gd name="connsiteX192" fmla="*/ 6860022 w 14842808"/>
              <a:gd name="connsiteY192" fmla="*/ 258121 h 2831613"/>
              <a:gd name="connsiteX193" fmla="*/ 7030614 w 14842808"/>
              <a:gd name="connsiteY193" fmla="*/ 95124 h 2831613"/>
              <a:gd name="connsiteX194" fmla="*/ 7199403 w 14842808"/>
              <a:gd name="connsiteY194" fmla="*/ 267119 h 2831613"/>
              <a:gd name="connsiteX195" fmla="*/ 7025461 w 14842808"/>
              <a:gd name="connsiteY195" fmla="*/ 521640 h 2831613"/>
              <a:gd name="connsiteX196" fmla="*/ 7036283 w 14842808"/>
              <a:gd name="connsiteY196" fmla="*/ 0 h 2831613"/>
              <a:gd name="connsiteX197" fmla="*/ 6666238 w 14842808"/>
              <a:gd name="connsiteY197" fmla="*/ 310053 h 2831613"/>
              <a:gd name="connsiteX198" fmla="*/ 6810030 w 14842808"/>
              <a:gd name="connsiteY198" fmla="*/ 609308 h 2831613"/>
              <a:gd name="connsiteX199" fmla="*/ 6811834 w 14842808"/>
              <a:gd name="connsiteY199" fmla="*/ 612908 h 2831613"/>
              <a:gd name="connsiteX200" fmla="*/ 6554914 w 14842808"/>
              <a:gd name="connsiteY200" fmla="*/ 973094 h 2831613"/>
              <a:gd name="connsiteX201" fmla="*/ 6915941 w 14842808"/>
              <a:gd name="connsiteY201" fmla="*/ 1311941 h 2831613"/>
              <a:gd name="connsiteX202" fmla="*/ 7322064 w 14842808"/>
              <a:gd name="connsiteY202" fmla="*/ 1166684 h 2831613"/>
              <a:gd name="connsiteX203" fmla="*/ 7429780 w 14842808"/>
              <a:gd name="connsiteY203" fmla="*/ 1283147 h 2831613"/>
              <a:gd name="connsiteX204" fmla="*/ 7711952 w 14842808"/>
              <a:gd name="connsiteY204" fmla="*/ 1283147 h 2831613"/>
              <a:gd name="connsiteX205" fmla="*/ 7711952 w 14842808"/>
              <a:gd name="connsiteY205" fmla="*/ 1274406 h 2831613"/>
              <a:gd name="connsiteX206" fmla="*/ 7482091 w 14842808"/>
              <a:gd name="connsiteY206" fmla="*/ 1021684 h 2831613"/>
              <a:gd name="connsiteX207" fmla="*/ 7634902 w 14842808"/>
              <a:gd name="connsiteY207" fmla="*/ 672039 h 2831613"/>
              <a:gd name="connsiteX208" fmla="*/ 7399629 w 14842808"/>
              <a:gd name="connsiteY208" fmla="*/ 444512 h 2831613"/>
              <a:gd name="connsiteX209" fmla="*/ 7183941 w 14842808"/>
              <a:gd name="connsiteY209" fmla="*/ 487447 h 2831613"/>
              <a:gd name="connsiteX210" fmla="*/ 7180333 w 14842808"/>
              <a:gd name="connsiteY210" fmla="*/ 480248 h 2831613"/>
              <a:gd name="connsiteX211" fmla="*/ 7374375 w 14842808"/>
              <a:gd name="connsiteY211" fmla="*/ 243723 h 2831613"/>
              <a:gd name="connsiteX212" fmla="*/ 7036283 w 14842808"/>
              <a:gd name="connsiteY212" fmla="*/ 0 h 2831613"/>
              <a:gd name="connsiteX213" fmla="*/ 3908932 w 14842808"/>
              <a:gd name="connsiteY213" fmla="*/ 1917394 h 2831613"/>
              <a:gd name="connsiteX214" fmla="*/ 3756120 w 14842808"/>
              <a:gd name="connsiteY214" fmla="*/ 1917394 h 2831613"/>
              <a:gd name="connsiteX215" fmla="*/ 3526259 w 14842808"/>
              <a:gd name="connsiteY215" fmla="*/ 2641622 h 2831613"/>
              <a:gd name="connsiteX216" fmla="*/ 3294594 w 14842808"/>
              <a:gd name="connsiteY216" fmla="*/ 1917394 h 2831613"/>
              <a:gd name="connsiteX217" fmla="*/ 3136371 w 14842808"/>
              <a:gd name="connsiteY217" fmla="*/ 1917394 h 2831613"/>
              <a:gd name="connsiteX218" fmla="*/ 3429109 w 14842808"/>
              <a:gd name="connsiteY218" fmla="*/ 2813617 h 2831613"/>
              <a:gd name="connsiteX219" fmla="*/ 3615936 w 14842808"/>
              <a:gd name="connsiteY219" fmla="*/ 2813617 h 2831613"/>
              <a:gd name="connsiteX220" fmla="*/ 3908932 w 14842808"/>
              <a:gd name="connsiteY220" fmla="*/ 1917394 h 2831613"/>
              <a:gd name="connsiteX221" fmla="*/ 5785961 w 14842808"/>
              <a:gd name="connsiteY221" fmla="*/ 1917394 h 2831613"/>
              <a:gd name="connsiteX222" fmla="*/ 5636757 w 14842808"/>
              <a:gd name="connsiteY222" fmla="*/ 1917394 h 2831613"/>
              <a:gd name="connsiteX223" fmla="*/ 5636757 w 14842808"/>
              <a:gd name="connsiteY223" fmla="*/ 2813617 h 2831613"/>
              <a:gd name="connsiteX224" fmla="*/ 5785961 w 14842808"/>
              <a:gd name="connsiteY224" fmla="*/ 2813617 h 2831613"/>
              <a:gd name="connsiteX225" fmla="*/ 5785961 w 14842808"/>
              <a:gd name="connsiteY225" fmla="*/ 1917394 h 2831613"/>
              <a:gd name="connsiteX226" fmla="*/ 6702056 w 14842808"/>
              <a:gd name="connsiteY226" fmla="*/ 1917394 h 2831613"/>
              <a:gd name="connsiteX227" fmla="*/ 6549245 w 14842808"/>
              <a:gd name="connsiteY227" fmla="*/ 1917394 h 2831613"/>
              <a:gd name="connsiteX228" fmla="*/ 6319384 w 14842808"/>
              <a:gd name="connsiteY228" fmla="*/ 2641622 h 2831613"/>
              <a:gd name="connsiteX229" fmla="*/ 6087719 w 14842808"/>
              <a:gd name="connsiteY229" fmla="*/ 1917394 h 2831613"/>
              <a:gd name="connsiteX230" fmla="*/ 5929754 w 14842808"/>
              <a:gd name="connsiteY230" fmla="*/ 1917394 h 2831613"/>
              <a:gd name="connsiteX231" fmla="*/ 6222492 w 14842808"/>
              <a:gd name="connsiteY231" fmla="*/ 2813617 h 2831613"/>
              <a:gd name="connsiteX232" fmla="*/ 6409319 w 14842808"/>
              <a:gd name="connsiteY232" fmla="*/ 2813617 h 2831613"/>
              <a:gd name="connsiteX233" fmla="*/ 6702056 w 14842808"/>
              <a:gd name="connsiteY233" fmla="*/ 1917394 h 2831613"/>
              <a:gd name="connsiteX234" fmla="*/ 11697676 w 14842808"/>
              <a:gd name="connsiteY234" fmla="*/ 1917394 h 2831613"/>
              <a:gd name="connsiteX235" fmla="*/ 11548472 w 14842808"/>
              <a:gd name="connsiteY235" fmla="*/ 1917394 h 2831613"/>
              <a:gd name="connsiteX236" fmla="*/ 11548472 w 14842808"/>
              <a:gd name="connsiteY236" fmla="*/ 2813617 h 2831613"/>
              <a:gd name="connsiteX237" fmla="*/ 11697676 w 14842808"/>
              <a:gd name="connsiteY237" fmla="*/ 2813617 h 2831613"/>
              <a:gd name="connsiteX238" fmla="*/ 11697676 w 14842808"/>
              <a:gd name="connsiteY238" fmla="*/ 1917394 h 2831613"/>
              <a:gd name="connsiteX239" fmla="*/ 12980209 w 14842808"/>
              <a:gd name="connsiteY239" fmla="*/ 1917394 h 2831613"/>
              <a:gd name="connsiteX240" fmla="*/ 12831005 w 14842808"/>
              <a:gd name="connsiteY240" fmla="*/ 1917394 h 2831613"/>
              <a:gd name="connsiteX241" fmla="*/ 12831005 w 14842808"/>
              <a:gd name="connsiteY241" fmla="*/ 2813617 h 2831613"/>
              <a:gd name="connsiteX242" fmla="*/ 12980209 w 14842808"/>
              <a:gd name="connsiteY242" fmla="*/ 2813617 h 2831613"/>
              <a:gd name="connsiteX243" fmla="*/ 12980209 w 14842808"/>
              <a:gd name="connsiteY243" fmla="*/ 1917394 h 2831613"/>
              <a:gd name="connsiteX244" fmla="*/ 853219 w 14842808"/>
              <a:gd name="connsiteY244" fmla="*/ 1899397 h 2831613"/>
              <a:gd name="connsiteX245" fmla="*/ 601711 w 14842808"/>
              <a:gd name="connsiteY245" fmla="*/ 2055452 h 2831613"/>
              <a:gd name="connsiteX246" fmla="*/ 601711 w 14842808"/>
              <a:gd name="connsiteY246" fmla="*/ 1917394 h 2831613"/>
              <a:gd name="connsiteX247" fmla="*/ 452507 w 14842808"/>
              <a:gd name="connsiteY247" fmla="*/ 1917394 h 2831613"/>
              <a:gd name="connsiteX248" fmla="*/ 452507 w 14842808"/>
              <a:gd name="connsiteY248" fmla="*/ 2813617 h 2831613"/>
              <a:gd name="connsiteX249" fmla="*/ 601711 w 14842808"/>
              <a:gd name="connsiteY249" fmla="*/ 2813617 h 2831613"/>
              <a:gd name="connsiteX250" fmla="*/ 601711 w 14842808"/>
              <a:gd name="connsiteY250" fmla="*/ 2223847 h 2831613"/>
              <a:gd name="connsiteX251" fmla="*/ 797557 w 14842808"/>
              <a:gd name="connsiteY251" fmla="*/ 2014060 h 2831613"/>
              <a:gd name="connsiteX252" fmla="*/ 991599 w 14842808"/>
              <a:gd name="connsiteY252" fmla="*/ 2223847 h 2831613"/>
              <a:gd name="connsiteX253" fmla="*/ 991599 w 14842808"/>
              <a:gd name="connsiteY253" fmla="*/ 2813617 h 2831613"/>
              <a:gd name="connsiteX254" fmla="*/ 1140803 w 14842808"/>
              <a:gd name="connsiteY254" fmla="*/ 2813617 h 2831613"/>
              <a:gd name="connsiteX255" fmla="*/ 1140803 w 14842808"/>
              <a:gd name="connsiteY255" fmla="*/ 2193511 h 2831613"/>
              <a:gd name="connsiteX256" fmla="*/ 853219 w 14842808"/>
              <a:gd name="connsiteY256" fmla="*/ 1899397 h 2831613"/>
              <a:gd name="connsiteX257" fmla="*/ 1756945 w 14842808"/>
              <a:gd name="connsiteY257" fmla="*/ 1899397 h 2831613"/>
              <a:gd name="connsiteX258" fmla="*/ 1505437 w 14842808"/>
              <a:gd name="connsiteY258" fmla="*/ 2055452 h 2831613"/>
              <a:gd name="connsiteX259" fmla="*/ 1505437 w 14842808"/>
              <a:gd name="connsiteY259" fmla="*/ 1917394 h 2831613"/>
              <a:gd name="connsiteX260" fmla="*/ 1356234 w 14842808"/>
              <a:gd name="connsiteY260" fmla="*/ 1917394 h 2831613"/>
              <a:gd name="connsiteX261" fmla="*/ 1356234 w 14842808"/>
              <a:gd name="connsiteY261" fmla="*/ 2813617 h 2831613"/>
              <a:gd name="connsiteX262" fmla="*/ 1505437 w 14842808"/>
              <a:gd name="connsiteY262" fmla="*/ 2813617 h 2831613"/>
              <a:gd name="connsiteX263" fmla="*/ 1505437 w 14842808"/>
              <a:gd name="connsiteY263" fmla="*/ 2223847 h 2831613"/>
              <a:gd name="connsiteX264" fmla="*/ 1701283 w 14842808"/>
              <a:gd name="connsiteY264" fmla="*/ 2014060 h 2831613"/>
              <a:gd name="connsiteX265" fmla="*/ 1895326 w 14842808"/>
              <a:gd name="connsiteY265" fmla="*/ 2223847 h 2831613"/>
              <a:gd name="connsiteX266" fmla="*/ 1895326 w 14842808"/>
              <a:gd name="connsiteY266" fmla="*/ 2813617 h 2831613"/>
              <a:gd name="connsiteX267" fmla="*/ 2044529 w 14842808"/>
              <a:gd name="connsiteY267" fmla="*/ 2813617 h 2831613"/>
              <a:gd name="connsiteX268" fmla="*/ 2044529 w 14842808"/>
              <a:gd name="connsiteY268" fmla="*/ 2193511 h 2831613"/>
              <a:gd name="connsiteX269" fmla="*/ 1756945 w 14842808"/>
              <a:gd name="connsiteY269" fmla="*/ 1899397 h 2831613"/>
              <a:gd name="connsiteX270" fmla="*/ 2644179 w 14842808"/>
              <a:gd name="connsiteY270" fmla="*/ 2704353 h 2831613"/>
              <a:gd name="connsiteX271" fmla="*/ 2389064 w 14842808"/>
              <a:gd name="connsiteY271" fmla="*/ 2365505 h 2831613"/>
              <a:gd name="connsiteX272" fmla="*/ 2644179 w 14842808"/>
              <a:gd name="connsiteY272" fmla="*/ 2026658 h 2831613"/>
              <a:gd name="connsiteX273" fmla="*/ 2899294 w 14842808"/>
              <a:gd name="connsiteY273" fmla="*/ 2365505 h 2831613"/>
              <a:gd name="connsiteX274" fmla="*/ 2644179 w 14842808"/>
              <a:gd name="connsiteY274" fmla="*/ 2704353 h 2831613"/>
              <a:gd name="connsiteX275" fmla="*/ 2651394 w 14842808"/>
              <a:gd name="connsiteY275" fmla="*/ 1899397 h 2831613"/>
              <a:gd name="connsiteX276" fmla="*/ 2232902 w 14842808"/>
              <a:gd name="connsiteY276" fmla="*/ 2376303 h 2831613"/>
              <a:gd name="connsiteX277" fmla="*/ 2637221 w 14842808"/>
              <a:gd name="connsiteY277" fmla="*/ 2831613 h 2831613"/>
              <a:gd name="connsiteX278" fmla="*/ 3055971 w 14842808"/>
              <a:gd name="connsiteY278" fmla="*/ 2354707 h 2831613"/>
              <a:gd name="connsiteX279" fmla="*/ 2651394 w 14842808"/>
              <a:gd name="connsiteY279" fmla="*/ 1899397 h 2831613"/>
              <a:gd name="connsiteX280" fmla="*/ 4365047 w 14842808"/>
              <a:gd name="connsiteY280" fmla="*/ 2723892 h 2831613"/>
              <a:gd name="connsiteX281" fmla="*/ 4192651 w 14842808"/>
              <a:gd name="connsiteY281" fmla="*/ 2566294 h 2831613"/>
              <a:gd name="connsiteX282" fmla="*/ 4343659 w 14842808"/>
              <a:gd name="connsiteY282" fmla="*/ 2415638 h 2831613"/>
              <a:gd name="connsiteX283" fmla="*/ 4453178 w 14842808"/>
              <a:gd name="connsiteY283" fmla="*/ 2388644 h 2831613"/>
              <a:gd name="connsiteX284" fmla="*/ 4573520 w 14842808"/>
              <a:gd name="connsiteY284" fmla="*/ 2349309 h 2831613"/>
              <a:gd name="connsiteX285" fmla="*/ 4573520 w 14842808"/>
              <a:gd name="connsiteY285" fmla="*/ 2523103 h 2831613"/>
              <a:gd name="connsiteX286" fmla="*/ 4365047 w 14842808"/>
              <a:gd name="connsiteY286" fmla="*/ 2723892 h 2831613"/>
              <a:gd name="connsiteX287" fmla="*/ 4411947 w 14842808"/>
              <a:gd name="connsiteY287" fmla="*/ 1899397 h 2831613"/>
              <a:gd name="connsiteX288" fmla="*/ 4049116 w 14842808"/>
              <a:gd name="connsiteY288" fmla="*/ 2186312 h 2831613"/>
              <a:gd name="connsiteX289" fmla="*/ 4187497 w 14842808"/>
              <a:gd name="connsiteY289" fmla="*/ 2215106 h 2831613"/>
              <a:gd name="connsiteX290" fmla="*/ 4401381 w 14842808"/>
              <a:gd name="connsiteY290" fmla="*/ 2014317 h 2831613"/>
              <a:gd name="connsiteX291" fmla="*/ 4573777 w 14842808"/>
              <a:gd name="connsiteY291" fmla="*/ 2180913 h 2831613"/>
              <a:gd name="connsiteX292" fmla="*/ 4573777 w 14842808"/>
              <a:gd name="connsiteY292" fmla="*/ 2186312 h 2831613"/>
              <a:gd name="connsiteX293" fmla="*/ 4521724 w 14842808"/>
              <a:gd name="connsiteY293" fmla="*/ 2258041 h 2831613"/>
              <a:gd name="connsiteX294" fmla="*/ 4263001 w 14842808"/>
              <a:gd name="connsiteY294" fmla="*/ 2322571 h 2831613"/>
              <a:gd name="connsiteX295" fmla="*/ 4043705 w 14842808"/>
              <a:gd name="connsiteY295" fmla="*/ 2577092 h 2831613"/>
              <a:gd name="connsiteX296" fmla="*/ 4324074 w 14842808"/>
              <a:gd name="connsiteY296" fmla="*/ 2831613 h 2831613"/>
              <a:gd name="connsiteX297" fmla="*/ 4573777 w 14842808"/>
              <a:gd name="connsiteY297" fmla="*/ 2677358 h 2831613"/>
              <a:gd name="connsiteX298" fmla="*/ 4591816 w 14842808"/>
              <a:gd name="connsiteY298" fmla="*/ 2813617 h 2831613"/>
              <a:gd name="connsiteX299" fmla="*/ 4744627 w 14842808"/>
              <a:gd name="connsiteY299" fmla="*/ 2813617 h 2831613"/>
              <a:gd name="connsiteX300" fmla="*/ 4721177 w 14842808"/>
              <a:gd name="connsiteY300" fmla="*/ 2627225 h 2831613"/>
              <a:gd name="connsiteX301" fmla="*/ 4721177 w 14842808"/>
              <a:gd name="connsiteY301" fmla="*/ 2171915 h 2831613"/>
              <a:gd name="connsiteX302" fmla="*/ 4411947 w 14842808"/>
              <a:gd name="connsiteY302" fmla="*/ 1899397 h 2831613"/>
              <a:gd name="connsiteX303" fmla="*/ 6942741 w 14842808"/>
              <a:gd name="connsiteY303" fmla="*/ 2268581 h 2831613"/>
              <a:gd name="connsiteX304" fmla="*/ 7185229 w 14842808"/>
              <a:gd name="connsiteY304" fmla="*/ 2021259 h 2831613"/>
              <a:gd name="connsiteX305" fmla="*/ 7402721 w 14842808"/>
              <a:gd name="connsiteY305" fmla="*/ 2268581 h 2831613"/>
              <a:gd name="connsiteX306" fmla="*/ 6942741 w 14842808"/>
              <a:gd name="connsiteY306" fmla="*/ 2268581 h 2831613"/>
              <a:gd name="connsiteX307" fmla="*/ 7185229 w 14842808"/>
              <a:gd name="connsiteY307" fmla="*/ 1899397 h 2831613"/>
              <a:gd name="connsiteX308" fmla="*/ 6782714 w 14842808"/>
              <a:gd name="connsiteY308" fmla="*/ 2372704 h 2831613"/>
              <a:gd name="connsiteX309" fmla="*/ 7185229 w 14842808"/>
              <a:gd name="connsiteY309" fmla="*/ 2831613 h 2831613"/>
              <a:gd name="connsiteX310" fmla="*/ 7551667 w 14842808"/>
              <a:gd name="connsiteY310" fmla="*/ 2539557 h 2831613"/>
              <a:gd name="connsiteX311" fmla="*/ 7415091 w 14842808"/>
              <a:gd name="connsiteY311" fmla="*/ 2503821 h 2831613"/>
              <a:gd name="connsiteX312" fmla="*/ 7199403 w 14842808"/>
              <a:gd name="connsiteY312" fmla="*/ 2706410 h 2831613"/>
              <a:gd name="connsiteX313" fmla="*/ 6937072 w 14842808"/>
              <a:gd name="connsiteY313" fmla="*/ 2374761 h 2831613"/>
              <a:gd name="connsiteX314" fmla="*/ 7553213 w 14842808"/>
              <a:gd name="connsiteY314" fmla="*/ 2374761 h 2831613"/>
              <a:gd name="connsiteX315" fmla="*/ 7553213 w 14842808"/>
              <a:gd name="connsiteY315" fmla="*/ 2324627 h 2831613"/>
              <a:gd name="connsiteX316" fmla="*/ 7185229 w 14842808"/>
              <a:gd name="connsiteY316" fmla="*/ 1899397 h 2831613"/>
              <a:gd name="connsiteX317" fmla="*/ 9777354 w 14842808"/>
              <a:gd name="connsiteY317" fmla="*/ 2268581 h 2831613"/>
              <a:gd name="connsiteX318" fmla="*/ 10019842 w 14842808"/>
              <a:gd name="connsiteY318" fmla="*/ 2021259 h 2831613"/>
              <a:gd name="connsiteX319" fmla="*/ 10237334 w 14842808"/>
              <a:gd name="connsiteY319" fmla="*/ 2268581 h 2831613"/>
              <a:gd name="connsiteX320" fmla="*/ 9777354 w 14842808"/>
              <a:gd name="connsiteY320" fmla="*/ 2268581 h 2831613"/>
              <a:gd name="connsiteX321" fmla="*/ 10019842 w 14842808"/>
              <a:gd name="connsiteY321" fmla="*/ 1899397 h 2831613"/>
              <a:gd name="connsiteX322" fmla="*/ 9617327 w 14842808"/>
              <a:gd name="connsiteY322" fmla="*/ 2372704 h 2831613"/>
              <a:gd name="connsiteX323" fmla="*/ 10019842 w 14842808"/>
              <a:gd name="connsiteY323" fmla="*/ 2831613 h 2831613"/>
              <a:gd name="connsiteX324" fmla="*/ 10386280 w 14842808"/>
              <a:gd name="connsiteY324" fmla="*/ 2539557 h 2831613"/>
              <a:gd name="connsiteX325" fmla="*/ 10249704 w 14842808"/>
              <a:gd name="connsiteY325" fmla="*/ 2503821 h 2831613"/>
              <a:gd name="connsiteX326" fmla="*/ 10034016 w 14842808"/>
              <a:gd name="connsiteY326" fmla="*/ 2706410 h 2831613"/>
              <a:gd name="connsiteX327" fmla="*/ 9771684 w 14842808"/>
              <a:gd name="connsiteY327" fmla="*/ 2374761 h 2831613"/>
              <a:gd name="connsiteX328" fmla="*/ 10387826 w 14842808"/>
              <a:gd name="connsiteY328" fmla="*/ 2374761 h 2831613"/>
              <a:gd name="connsiteX329" fmla="*/ 10387826 w 14842808"/>
              <a:gd name="connsiteY329" fmla="*/ 2324627 h 2831613"/>
              <a:gd name="connsiteX330" fmla="*/ 10019842 w 14842808"/>
              <a:gd name="connsiteY330" fmla="*/ 1899397 h 2831613"/>
              <a:gd name="connsiteX331" fmla="*/ 12299387 w 14842808"/>
              <a:gd name="connsiteY331" fmla="*/ 1899397 h 2831613"/>
              <a:gd name="connsiteX332" fmla="*/ 11886049 w 14842808"/>
              <a:gd name="connsiteY332" fmla="*/ 2374503 h 2831613"/>
              <a:gd name="connsiteX333" fmla="*/ 12292171 w 14842808"/>
              <a:gd name="connsiteY333" fmla="*/ 2831613 h 2831613"/>
              <a:gd name="connsiteX334" fmla="*/ 12660413 w 14842808"/>
              <a:gd name="connsiteY334" fmla="*/ 2512562 h 2831613"/>
              <a:gd name="connsiteX335" fmla="*/ 12518425 w 14842808"/>
              <a:gd name="connsiteY335" fmla="*/ 2478369 h 2831613"/>
              <a:gd name="connsiteX336" fmla="*/ 12302736 w 14842808"/>
              <a:gd name="connsiteY336" fmla="*/ 2704353 h 2831613"/>
              <a:gd name="connsiteX337" fmla="*/ 12042210 w 14842808"/>
              <a:gd name="connsiteY337" fmla="*/ 2363706 h 2831613"/>
              <a:gd name="connsiteX338" fmla="*/ 12295521 w 14842808"/>
              <a:gd name="connsiteY338" fmla="*/ 2026658 h 2831613"/>
              <a:gd name="connsiteX339" fmla="*/ 12518167 w 14842808"/>
              <a:gd name="connsiteY339" fmla="*/ 2241844 h 2831613"/>
              <a:gd name="connsiteX340" fmla="*/ 12660156 w 14842808"/>
              <a:gd name="connsiteY340" fmla="*/ 2207908 h 2831613"/>
              <a:gd name="connsiteX341" fmla="*/ 12299387 w 14842808"/>
              <a:gd name="connsiteY341" fmla="*/ 1899397 h 2831613"/>
              <a:gd name="connsiteX342" fmla="*/ 13596350 w 14842808"/>
              <a:gd name="connsiteY342" fmla="*/ 1899397 h 2831613"/>
              <a:gd name="connsiteX343" fmla="*/ 13344844 w 14842808"/>
              <a:gd name="connsiteY343" fmla="*/ 2055452 h 2831613"/>
              <a:gd name="connsiteX344" fmla="*/ 13344844 w 14842808"/>
              <a:gd name="connsiteY344" fmla="*/ 1917394 h 2831613"/>
              <a:gd name="connsiteX345" fmla="*/ 13195639 w 14842808"/>
              <a:gd name="connsiteY345" fmla="*/ 1917394 h 2831613"/>
              <a:gd name="connsiteX346" fmla="*/ 13195639 w 14842808"/>
              <a:gd name="connsiteY346" fmla="*/ 2813617 h 2831613"/>
              <a:gd name="connsiteX347" fmla="*/ 13344844 w 14842808"/>
              <a:gd name="connsiteY347" fmla="*/ 2813617 h 2831613"/>
              <a:gd name="connsiteX348" fmla="*/ 13344844 w 14842808"/>
              <a:gd name="connsiteY348" fmla="*/ 2223847 h 2831613"/>
              <a:gd name="connsiteX349" fmla="*/ 13540690 w 14842808"/>
              <a:gd name="connsiteY349" fmla="*/ 2014060 h 2831613"/>
              <a:gd name="connsiteX350" fmla="*/ 13734732 w 14842808"/>
              <a:gd name="connsiteY350" fmla="*/ 2223847 h 2831613"/>
              <a:gd name="connsiteX351" fmla="*/ 13734732 w 14842808"/>
              <a:gd name="connsiteY351" fmla="*/ 2813617 h 2831613"/>
              <a:gd name="connsiteX352" fmla="*/ 13883936 w 14842808"/>
              <a:gd name="connsiteY352" fmla="*/ 2813617 h 2831613"/>
              <a:gd name="connsiteX353" fmla="*/ 13883936 w 14842808"/>
              <a:gd name="connsiteY353" fmla="*/ 2193511 h 2831613"/>
              <a:gd name="connsiteX354" fmla="*/ 13596350 w 14842808"/>
              <a:gd name="connsiteY354" fmla="*/ 1899397 h 2831613"/>
              <a:gd name="connsiteX355" fmla="*/ 14232336 w 14842808"/>
              <a:gd name="connsiteY355" fmla="*/ 2268581 h 2831613"/>
              <a:gd name="connsiteX356" fmla="*/ 14474823 w 14842808"/>
              <a:gd name="connsiteY356" fmla="*/ 2021259 h 2831613"/>
              <a:gd name="connsiteX357" fmla="*/ 14692316 w 14842808"/>
              <a:gd name="connsiteY357" fmla="*/ 2268581 h 2831613"/>
              <a:gd name="connsiteX358" fmla="*/ 14232336 w 14842808"/>
              <a:gd name="connsiteY358" fmla="*/ 2268581 h 2831613"/>
              <a:gd name="connsiteX359" fmla="*/ 14474823 w 14842808"/>
              <a:gd name="connsiteY359" fmla="*/ 1899397 h 2831613"/>
              <a:gd name="connsiteX360" fmla="*/ 14072308 w 14842808"/>
              <a:gd name="connsiteY360" fmla="*/ 2372704 h 2831613"/>
              <a:gd name="connsiteX361" fmla="*/ 14474823 w 14842808"/>
              <a:gd name="connsiteY361" fmla="*/ 2831613 h 2831613"/>
              <a:gd name="connsiteX362" fmla="*/ 14841262 w 14842808"/>
              <a:gd name="connsiteY362" fmla="*/ 2539557 h 2831613"/>
              <a:gd name="connsiteX363" fmla="*/ 14704684 w 14842808"/>
              <a:gd name="connsiteY363" fmla="*/ 2503821 h 2831613"/>
              <a:gd name="connsiteX364" fmla="*/ 14488996 w 14842808"/>
              <a:gd name="connsiteY364" fmla="*/ 2706410 h 2831613"/>
              <a:gd name="connsiteX365" fmla="*/ 14226666 w 14842808"/>
              <a:gd name="connsiteY365" fmla="*/ 2374761 h 2831613"/>
              <a:gd name="connsiteX366" fmla="*/ 14842809 w 14842808"/>
              <a:gd name="connsiteY366" fmla="*/ 2374761 h 2831613"/>
              <a:gd name="connsiteX367" fmla="*/ 14842809 w 14842808"/>
              <a:gd name="connsiteY367" fmla="*/ 2324627 h 2831613"/>
              <a:gd name="connsiteX368" fmla="*/ 14474823 w 14842808"/>
              <a:gd name="connsiteY368" fmla="*/ 1899397 h 2831613"/>
              <a:gd name="connsiteX369" fmla="*/ 5204092 w 14842808"/>
              <a:gd name="connsiteY369" fmla="*/ 1666471 h 2831613"/>
              <a:gd name="connsiteX370" fmla="*/ 5054889 w 14842808"/>
              <a:gd name="connsiteY370" fmla="*/ 1702207 h 2831613"/>
              <a:gd name="connsiteX371" fmla="*/ 5054889 w 14842808"/>
              <a:gd name="connsiteY371" fmla="*/ 1917394 h 2831613"/>
              <a:gd name="connsiteX372" fmla="*/ 4882493 w 14842808"/>
              <a:gd name="connsiteY372" fmla="*/ 1917394 h 2831613"/>
              <a:gd name="connsiteX373" fmla="*/ 4882493 w 14842808"/>
              <a:gd name="connsiteY373" fmla="*/ 2032057 h 2831613"/>
              <a:gd name="connsiteX374" fmla="*/ 5054889 w 14842808"/>
              <a:gd name="connsiteY374" fmla="*/ 2032057 h 2831613"/>
              <a:gd name="connsiteX375" fmla="*/ 5054889 w 14842808"/>
              <a:gd name="connsiteY375" fmla="*/ 2580434 h 2831613"/>
              <a:gd name="connsiteX376" fmla="*/ 5300985 w 14842808"/>
              <a:gd name="connsiteY376" fmla="*/ 2831356 h 2831613"/>
              <a:gd name="connsiteX377" fmla="*/ 5493223 w 14842808"/>
              <a:gd name="connsiteY377" fmla="*/ 2775824 h 2831613"/>
              <a:gd name="connsiteX378" fmla="*/ 5451992 w 14842808"/>
              <a:gd name="connsiteY378" fmla="*/ 2668360 h 2831613"/>
              <a:gd name="connsiteX379" fmla="*/ 5320827 w 14842808"/>
              <a:gd name="connsiteY379" fmla="*/ 2705895 h 2831613"/>
              <a:gd name="connsiteX380" fmla="*/ 5204092 w 14842808"/>
              <a:gd name="connsiteY380" fmla="*/ 2557039 h 2831613"/>
              <a:gd name="connsiteX381" fmla="*/ 5204092 w 14842808"/>
              <a:gd name="connsiteY381" fmla="*/ 2032057 h 2831613"/>
              <a:gd name="connsiteX382" fmla="*/ 5470031 w 14842808"/>
              <a:gd name="connsiteY382" fmla="*/ 2032057 h 2831613"/>
              <a:gd name="connsiteX383" fmla="*/ 5470031 w 14842808"/>
              <a:gd name="connsiteY383" fmla="*/ 1917394 h 2831613"/>
              <a:gd name="connsiteX384" fmla="*/ 5204092 w 14842808"/>
              <a:gd name="connsiteY384" fmla="*/ 1917394 h 2831613"/>
              <a:gd name="connsiteX385" fmla="*/ 5204092 w 14842808"/>
              <a:gd name="connsiteY385" fmla="*/ 1666471 h 2831613"/>
              <a:gd name="connsiteX386" fmla="*/ 219296 w 14842808"/>
              <a:gd name="connsiteY386" fmla="*/ 1558750 h 2831613"/>
              <a:gd name="connsiteX387" fmla="*/ 62877 w 14842808"/>
              <a:gd name="connsiteY387" fmla="*/ 1558750 h 2831613"/>
              <a:gd name="connsiteX388" fmla="*/ 62877 w 14842808"/>
              <a:gd name="connsiteY388" fmla="*/ 2813360 h 2831613"/>
              <a:gd name="connsiteX389" fmla="*/ 219296 w 14842808"/>
              <a:gd name="connsiteY389" fmla="*/ 2813360 h 2831613"/>
              <a:gd name="connsiteX390" fmla="*/ 219296 w 14842808"/>
              <a:gd name="connsiteY390" fmla="*/ 1558750 h 2831613"/>
              <a:gd name="connsiteX391" fmla="*/ 9411173 w 14842808"/>
              <a:gd name="connsiteY391" fmla="*/ 1558750 h 2831613"/>
              <a:gd name="connsiteX392" fmla="*/ 9174096 w 14842808"/>
              <a:gd name="connsiteY392" fmla="*/ 1558750 h 2831613"/>
              <a:gd name="connsiteX393" fmla="*/ 8802247 w 14842808"/>
              <a:gd name="connsiteY393" fmla="*/ 2569636 h 2831613"/>
              <a:gd name="connsiteX394" fmla="*/ 8428593 w 14842808"/>
              <a:gd name="connsiteY394" fmla="*/ 1558750 h 2831613"/>
              <a:gd name="connsiteX395" fmla="*/ 8180694 w 14842808"/>
              <a:gd name="connsiteY395" fmla="*/ 1558750 h 2831613"/>
              <a:gd name="connsiteX396" fmla="*/ 8180694 w 14842808"/>
              <a:gd name="connsiteY396" fmla="*/ 2813360 h 2831613"/>
              <a:gd name="connsiteX397" fmla="*/ 8337113 w 14842808"/>
              <a:gd name="connsiteY397" fmla="*/ 2813360 h 2831613"/>
              <a:gd name="connsiteX398" fmla="*/ 8337113 w 14842808"/>
              <a:gd name="connsiteY398" fmla="*/ 1732801 h 2831613"/>
              <a:gd name="connsiteX399" fmla="*/ 8737824 w 14842808"/>
              <a:gd name="connsiteY399" fmla="*/ 2813617 h 2831613"/>
              <a:gd name="connsiteX400" fmla="*/ 8858166 w 14842808"/>
              <a:gd name="connsiteY400" fmla="*/ 2813617 h 2831613"/>
              <a:gd name="connsiteX401" fmla="*/ 9255270 w 14842808"/>
              <a:gd name="connsiteY401" fmla="*/ 1731002 h 2831613"/>
              <a:gd name="connsiteX402" fmla="*/ 9255270 w 14842808"/>
              <a:gd name="connsiteY402" fmla="*/ 2813617 h 2831613"/>
              <a:gd name="connsiteX403" fmla="*/ 9411431 w 14842808"/>
              <a:gd name="connsiteY403" fmla="*/ 2813617 h 2831613"/>
              <a:gd name="connsiteX404" fmla="*/ 9411431 w 14842808"/>
              <a:gd name="connsiteY404" fmla="*/ 1558750 h 2831613"/>
              <a:gd name="connsiteX405" fmla="*/ 10941349 w 14842808"/>
              <a:gd name="connsiteY405" fmla="*/ 2704353 h 2831613"/>
              <a:gd name="connsiteX406" fmla="*/ 10695254 w 14842808"/>
              <a:gd name="connsiteY406" fmla="*/ 2365505 h 2831613"/>
              <a:gd name="connsiteX407" fmla="*/ 10941349 w 14842808"/>
              <a:gd name="connsiteY407" fmla="*/ 2026658 h 2831613"/>
              <a:gd name="connsiteX408" fmla="*/ 11187445 w 14842808"/>
              <a:gd name="connsiteY408" fmla="*/ 2365505 h 2831613"/>
              <a:gd name="connsiteX409" fmla="*/ 10941349 w 14842808"/>
              <a:gd name="connsiteY409" fmla="*/ 2704353 h 2831613"/>
              <a:gd name="connsiteX410" fmla="*/ 11333042 w 14842808"/>
              <a:gd name="connsiteY410" fmla="*/ 1558750 h 2831613"/>
              <a:gd name="connsiteX411" fmla="*/ 11183838 w 14842808"/>
              <a:gd name="connsiteY411" fmla="*/ 1558750 h 2831613"/>
              <a:gd name="connsiteX412" fmla="*/ 11183838 w 14842808"/>
              <a:gd name="connsiteY412" fmla="*/ 2089388 h 2831613"/>
              <a:gd name="connsiteX413" fmla="*/ 10916095 w 14842808"/>
              <a:gd name="connsiteY413" fmla="*/ 1899397 h 2831613"/>
              <a:gd name="connsiteX414" fmla="*/ 10538834 w 14842808"/>
              <a:gd name="connsiteY414" fmla="*/ 2370904 h 2831613"/>
              <a:gd name="connsiteX415" fmla="*/ 10903469 w 14842808"/>
              <a:gd name="connsiteY415" fmla="*/ 2831613 h 2831613"/>
              <a:gd name="connsiteX416" fmla="*/ 11183838 w 14842808"/>
              <a:gd name="connsiteY416" fmla="*/ 2632624 h 2831613"/>
              <a:gd name="connsiteX417" fmla="*/ 11183838 w 14842808"/>
              <a:gd name="connsiteY417" fmla="*/ 2700753 h 2831613"/>
              <a:gd name="connsiteX418" fmla="*/ 11192857 w 14842808"/>
              <a:gd name="connsiteY418" fmla="*/ 2813617 h 2831613"/>
              <a:gd name="connsiteX419" fmla="*/ 11343864 w 14842808"/>
              <a:gd name="connsiteY419" fmla="*/ 2813617 h 2831613"/>
              <a:gd name="connsiteX420" fmla="*/ 11333042 w 14842808"/>
              <a:gd name="connsiteY420" fmla="*/ 2627225 h 2831613"/>
              <a:gd name="connsiteX421" fmla="*/ 11333042 w 14842808"/>
              <a:gd name="connsiteY421" fmla="*/ 1558750 h 2831613"/>
              <a:gd name="connsiteX422" fmla="*/ 5712261 w 14842808"/>
              <a:gd name="connsiteY422" fmla="*/ 1532012 h 2831613"/>
              <a:gd name="connsiteX423" fmla="*/ 5606350 w 14842808"/>
              <a:gd name="connsiteY423" fmla="*/ 1637677 h 2831613"/>
              <a:gd name="connsiteX424" fmla="*/ 5712261 w 14842808"/>
              <a:gd name="connsiteY424" fmla="*/ 1741542 h 2831613"/>
              <a:gd name="connsiteX425" fmla="*/ 5816369 w 14842808"/>
              <a:gd name="connsiteY425" fmla="*/ 1637677 h 2831613"/>
              <a:gd name="connsiteX426" fmla="*/ 5712261 w 14842808"/>
              <a:gd name="connsiteY426" fmla="*/ 1532012 h 2831613"/>
              <a:gd name="connsiteX427" fmla="*/ 11623976 w 14842808"/>
              <a:gd name="connsiteY427" fmla="*/ 1532012 h 2831613"/>
              <a:gd name="connsiteX428" fmla="*/ 11518064 w 14842808"/>
              <a:gd name="connsiteY428" fmla="*/ 1637677 h 2831613"/>
              <a:gd name="connsiteX429" fmla="*/ 11623976 w 14842808"/>
              <a:gd name="connsiteY429" fmla="*/ 1741542 h 2831613"/>
              <a:gd name="connsiteX430" fmla="*/ 11728083 w 14842808"/>
              <a:gd name="connsiteY430" fmla="*/ 1637677 h 2831613"/>
              <a:gd name="connsiteX431" fmla="*/ 11623976 w 14842808"/>
              <a:gd name="connsiteY431" fmla="*/ 1532012 h 2831613"/>
              <a:gd name="connsiteX432" fmla="*/ 12906510 w 14842808"/>
              <a:gd name="connsiteY432" fmla="*/ 1532012 h 2831613"/>
              <a:gd name="connsiteX433" fmla="*/ 12800598 w 14842808"/>
              <a:gd name="connsiteY433" fmla="*/ 1637677 h 2831613"/>
              <a:gd name="connsiteX434" fmla="*/ 12906510 w 14842808"/>
              <a:gd name="connsiteY434" fmla="*/ 1741542 h 2831613"/>
              <a:gd name="connsiteX435" fmla="*/ 13010617 w 14842808"/>
              <a:gd name="connsiteY435" fmla="*/ 1637677 h 2831613"/>
              <a:gd name="connsiteX436" fmla="*/ 12906510 w 14842808"/>
              <a:gd name="connsiteY436" fmla="*/ 1532012 h 283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</a:cxnLst>
            <a:rect l="l" t="t" r="r" b="b"/>
            <a:pathLst>
              <a:path w="14842808" h="2831613">
                <a:moveTo>
                  <a:pt x="1397722" y="1202934"/>
                </a:moveTo>
                <a:cubicBezTo>
                  <a:pt x="1259341" y="1202934"/>
                  <a:pt x="1182034" y="1072074"/>
                  <a:pt x="1182034" y="835550"/>
                </a:cubicBezTo>
                <a:cubicBezTo>
                  <a:pt x="1182034" y="595426"/>
                  <a:pt x="1259341" y="468165"/>
                  <a:pt x="1397722" y="468165"/>
                </a:cubicBezTo>
                <a:cubicBezTo>
                  <a:pt x="1536103" y="468165"/>
                  <a:pt x="1613410" y="597225"/>
                  <a:pt x="1613410" y="835550"/>
                </a:cubicBezTo>
                <a:cubicBezTo>
                  <a:pt x="1613153" y="1075674"/>
                  <a:pt x="1535845" y="1202934"/>
                  <a:pt x="1397722" y="1202934"/>
                </a:cubicBezTo>
                <a:moveTo>
                  <a:pt x="1397722" y="369441"/>
                </a:moveTo>
                <a:cubicBezTo>
                  <a:pt x="1115549" y="369441"/>
                  <a:pt x="959388" y="579229"/>
                  <a:pt x="959388" y="835550"/>
                </a:cubicBezTo>
                <a:cubicBezTo>
                  <a:pt x="959388" y="1091871"/>
                  <a:pt x="1115807" y="1301658"/>
                  <a:pt x="1397722" y="1301658"/>
                </a:cubicBezTo>
                <a:cubicBezTo>
                  <a:pt x="1679895" y="1301658"/>
                  <a:pt x="1836056" y="1091871"/>
                  <a:pt x="1836056" y="835550"/>
                </a:cubicBezTo>
                <a:cubicBezTo>
                  <a:pt x="1836056" y="578972"/>
                  <a:pt x="1679637" y="369441"/>
                  <a:pt x="1397722" y="369441"/>
                </a:cubicBezTo>
                <a:moveTo>
                  <a:pt x="3357471" y="369441"/>
                </a:moveTo>
                <a:cubicBezTo>
                  <a:pt x="3224501" y="369441"/>
                  <a:pt x="3150802" y="426773"/>
                  <a:pt x="3109571" y="500301"/>
                </a:cubicBezTo>
                <a:lnTo>
                  <a:pt x="3098748" y="500301"/>
                </a:lnTo>
                <a:lnTo>
                  <a:pt x="3098748" y="387438"/>
                </a:lnTo>
                <a:lnTo>
                  <a:pt x="2886667" y="387438"/>
                </a:lnTo>
                <a:lnTo>
                  <a:pt x="2886667" y="1283661"/>
                </a:lnTo>
                <a:lnTo>
                  <a:pt x="3098748" y="1283661"/>
                </a:lnTo>
                <a:lnTo>
                  <a:pt x="3098748" y="704433"/>
                </a:lnTo>
                <a:cubicBezTo>
                  <a:pt x="3098748" y="571773"/>
                  <a:pt x="3167036" y="494645"/>
                  <a:pt x="3276555" y="494645"/>
                </a:cubicBezTo>
                <a:cubicBezTo>
                  <a:pt x="3382467" y="494645"/>
                  <a:pt x="3429367" y="564574"/>
                  <a:pt x="3429367" y="670239"/>
                </a:cubicBezTo>
                <a:lnTo>
                  <a:pt x="3429367" y="1283147"/>
                </a:lnTo>
                <a:lnTo>
                  <a:pt x="3641447" y="1283147"/>
                </a:lnTo>
                <a:lnTo>
                  <a:pt x="3641447" y="668697"/>
                </a:lnTo>
                <a:cubicBezTo>
                  <a:pt x="3641189" y="484105"/>
                  <a:pt x="3544297" y="369441"/>
                  <a:pt x="3357471" y="369441"/>
                </a:cubicBezTo>
                <a:moveTo>
                  <a:pt x="4122559" y="369441"/>
                </a:moveTo>
                <a:cubicBezTo>
                  <a:pt x="3926712" y="369441"/>
                  <a:pt x="3779312" y="451968"/>
                  <a:pt x="3779312" y="627562"/>
                </a:cubicBezTo>
                <a:cubicBezTo>
                  <a:pt x="3779312" y="776418"/>
                  <a:pt x="3881616" y="856888"/>
                  <a:pt x="3996805" y="885683"/>
                </a:cubicBezTo>
                <a:lnTo>
                  <a:pt x="4176416" y="930417"/>
                </a:lnTo>
                <a:cubicBezTo>
                  <a:pt x="4271762" y="953812"/>
                  <a:pt x="4314797" y="987748"/>
                  <a:pt x="4314797" y="1063076"/>
                </a:cubicBezTo>
                <a:cubicBezTo>
                  <a:pt x="4314797" y="1154601"/>
                  <a:pt x="4250116" y="1206534"/>
                  <a:pt x="4136989" y="1206534"/>
                </a:cubicBezTo>
                <a:cubicBezTo>
                  <a:pt x="4014843" y="1206534"/>
                  <a:pt x="3951966" y="1147402"/>
                  <a:pt x="3932124" y="998546"/>
                </a:cubicBezTo>
                <a:lnTo>
                  <a:pt x="3741690" y="1052278"/>
                </a:lnTo>
                <a:cubicBezTo>
                  <a:pt x="3752513" y="1206534"/>
                  <a:pt x="3896305" y="1301401"/>
                  <a:pt x="4113539" y="1301401"/>
                </a:cubicBezTo>
                <a:cubicBezTo>
                  <a:pt x="4356028" y="1301401"/>
                  <a:pt x="4487193" y="1188537"/>
                  <a:pt x="4487193" y="1009344"/>
                </a:cubicBezTo>
                <a:cubicBezTo>
                  <a:pt x="4487193" y="840949"/>
                  <a:pt x="4370458" y="771019"/>
                  <a:pt x="4248313" y="740425"/>
                </a:cubicBezTo>
                <a:lnTo>
                  <a:pt x="4075916" y="697491"/>
                </a:lnTo>
                <a:cubicBezTo>
                  <a:pt x="3989589" y="675895"/>
                  <a:pt x="3951966" y="636560"/>
                  <a:pt x="3951966" y="579229"/>
                </a:cubicBezTo>
                <a:cubicBezTo>
                  <a:pt x="3951966" y="507500"/>
                  <a:pt x="4013039" y="464566"/>
                  <a:pt x="4104778" y="464566"/>
                </a:cubicBezTo>
                <a:cubicBezTo>
                  <a:pt x="4212493" y="464566"/>
                  <a:pt x="4278978" y="523697"/>
                  <a:pt x="4287997" y="636560"/>
                </a:cubicBezTo>
                <a:lnTo>
                  <a:pt x="4467608" y="582828"/>
                </a:lnTo>
                <a:cubicBezTo>
                  <a:pt x="4445962" y="457110"/>
                  <a:pt x="4322013" y="369441"/>
                  <a:pt x="4122559" y="369441"/>
                </a:cubicBezTo>
                <a:moveTo>
                  <a:pt x="5013658" y="1202934"/>
                </a:moveTo>
                <a:cubicBezTo>
                  <a:pt x="4875277" y="1202934"/>
                  <a:pt x="4797969" y="1072074"/>
                  <a:pt x="4797969" y="835550"/>
                </a:cubicBezTo>
                <a:cubicBezTo>
                  <a:pt x="4797969" y="595426"/>
                  <a:pt x="4875277" y="468165"/>
                  <a:pt x="5013658" y="468165"/>
                </a:cubicBezTo>
                <a:cubicBezTo>
                  <a:pt x="5152039" y="468165"/>
                  <a:pt x="5229346" y="597225"/>
                  <a:pt x="5229346" y="835550"/>
                </a:cubicBezTo>
                <a:cubicBezTo>
                  <a:pt x="5229089" y="1075674"/>
                  <a:pt x="5152039" y="1202934"/>
                  <a:pt x="5013658" y="1202934"/>
                </a:cubicBezTo>
                <a:moveTo>
                  <a:pt x="5013658" y="369441"/>
                </a:moveTo>
                <a:cubicBezTo>
                  <a:pt x="4731485" y="369441"/>
                  <a:pt x="4575324" y="579229"/>
                  <a:pt x="4575324" y="835550"/>
                </a:cubicBezTo>
                <a:cubicBezTo>
                  <a:pt x="4575324" y="1091871"/>
                  <a:pt x="4731743" y="1301658"/>
                  <a:pt x="5013658" y="1301658"/>
                </a:cubicBezTo>
                <a:cubicBezTo>
                  <a:pt x="5295831" y="1301658"/>
                  <a:pt x="5451992" y="1091871"/>
                  <a:pt x="5451992" y="835550"/>
                </a:cubicBezTo>
                <a:cubicBezTo>
                  <a:pt x="5451992" y="578972"/>
                  <a:pt x="5295573" y="369441"/>
                  <a:pt x="5013658" y="369441"/>
                </a:cubicBezTo>
                <a:moveTo>
                  <a:pt x="6048292" y="369441"/>
                </a:moveTo>
                <a:cubicBezTo>
                  <a:pt x="5915322" y="369441"/>
                  <a:pt x="5841623" y="426773"/>
                  <a:pt x="5800392" y="500301"/>
                </a:cubicBezTo>
                <a:lnTo>
                  <a:pt x="5789569" y="500301"/>
                </a:lnTo>
                <a:lnTo>
                  <a:pt x="5789569" y="387438"/>
                </a:lnTo>
                <a:lnTo>
                  <a:pt x="5577488" y="387438"/>
                </a:lnTo>
                <a:lnTo>
                  <a:pt x="5577488" y="1283661"/>
                </a:lnTo>
                <a:lnTo>
                  <a:pt x="5789569" y="1283661"/>
                </a:lnTo>
                <a:lnTo>
                  <a:pt x="5789569" y="704433"/>
                </a:lnTo>
                <a:cubicBezTo>
                  <a:pt x="5789569" y="571773"/>
                  <a:pt x="5857857" y="494645"/>
                  <a:pt x="5967376" y="494645"/>
                </a:cubicBezTo>
                <a:cubicBezTo>
                  <a:pt x="6073288" y="494645"/>
                  <a:pt x="6120188" y="564574"/>
                  <a:pt x="6120188" y="670239"/>
                </a:cubicBezTo>
                <a:lnTo>
                  <a:pt x="6120188" y="1283147"/>
                </a:lnTo>
                <a:lnTo>
                  <a:pt x="6332269" y="1283147"/>
                </a:lnTo>
                <a:lnTo>
                  <a:pt x="6332269" y="668697"/>
                </a:lnTo>
                <a:cubicBezTo>
                  <a:pt x="6332269" y="484105"/>
                  <a:pt x="6235118" y="369441"/>
                  <a:pt x="6048292" y="369441"/>
                </a:cubicBezTo>
                <a:moveTo>
                  <a:pt x="9197289" y="1202934"/>
                </a:moveTo>
                <a:cubicBezTo>
                  <a:pt x="9058909" y="1202934"/>
                  <a:pt x="8981601" y="1072074"/>
                  <a:pt x="8981601" y="835550"/>
                </a:cubicBezTo>
                <a:cubicBezTo>
                  <a:pt x="8981601" y="595426"/>
                  <a:pt x="9058909" y="468165"/>
                  <a:pt x="9197289" y="468165"/>
                </a:cubicBezTo>
                <a:cubicBezTo>
                  <a:pt x="9335670" y="468165"/>
                  <a:pt x="9412978" y="597225"/>
                  <a:pt x="9412978" y="835550"/>
                </a:cubicBezTo>
                <a:cubicBezTo>
                  <a:pt x="9412978" y="1075674"/>
                  <a:pt x="9335670" y="1202934"/>
                  <a:pt x="9197289" y="1202934"/>
                </a:cubicBezTo>
                <a:moveTo>
                  <a:pt x="9197289" y="369441"/>
                </a:moveTo>
                <a:cubicBezTo>
                  <a:pt x="8915116" y="369441"/>
                  <a:pt x="8758955" y="579229"/>
                  <a:pt x="8758955" y="835550"/>
                </a:cubicBezTo>
                <a:cubicBezTo>
                  <a:pt x="8758955" y="1091871"/>
                  <a:pt x="8915374" y="1301658"/>
                  <a:pt x="9197289" y="1301658"/>
                </a:cubicBezTo>
                <a:cubicBezTo>
                  <a:pt x="9479462" y="1301658"/>
                  <a:pt x="9635623" y="1091871"/>
                  <a:pt x="9635623" y="835550"/>
                </a:cubicBezTo>
                <a:cubicBezTo>
                  <a:pt x="9635623" y="578972"/>
                  <a:pt x="9479462" y="369441"/>
                  <a:pt x="9197289" y="369441"/>
                </a:cubicBezTo>
                <a:moveTo>
                  <a:pt x="11157038" y="369441"/>
                </a:moveTo>
                <a:cubicBezTo>
                  <a:pt x="11024068" y="369441"/>
                  <a:pt x="10950369" y="426773"/>
                  <a:pt x="10909138" y="500301"/>
                </a:cubicBezTo>
                <a:lnTo>
                  <a:pt x="10898314" y="500301"/>
                </a:lnTo>
                <a:lnTo>
                  <a:pt x="10898314" y="387438"/>
                </a:lnTo>
                <a:lnTo>
                  <a:pt x="10686234" y="387438"/>
                </a:lnTo>
                <a:lnTo>
                  <a:pt x="10686234" y="1283661"/>
                </a:lnTo>
                <a:lnTo>
                  <a:pt x="10898314" y="1283661"/>
                </a:lnTo>
                <a:lnTo>
                  <a:pt x="10898314" y="704433"/>
                </a:lnTo>
                <a:cubicBezTo>
                  <a:pt x="10898314" y="571773"/>
                  <a:pt x="10966603" y="494645"/>
                  <a:pt x="11076123" y="494645"/>
                </a:cubicBezTo>
                <a:cubicBezTo>
                  <a:pt x="11182034" y="494645"/>
                  <a:pt x="11228934" y="564574"/>
                  <a:pt x="11228934" y="670239"/>
                </a:cubicBezTo>
                <a:lnTo>
                  <a:pt x="11228934" y="1283147"/>
                </a:lnTo>
                <a:lnTo>
                  <a:pt x="11441014" y="1283147"/>
                </a:lnTo>
                <a:lnTo>
                  <a:pt x="11441014" y="668697"/>
                </a:lnTo>
                <a:cubicBezTo>
                  <a:pt x="11441014" y="484105"/>
                  <a:pt x="11343864" y="369441"/>
                  <a:pt x="11157038" y="369441"/>
                </a:cubicBezTo>
                <a:moveTo>
                  <a:pt x="11922383" y="369441"/>
                </a:moveTo>
                <a:cubicBezTo>
                  <a:pt x="11726537" y="369441"/>
                  <a:pt x="11579137" y="451968"/>
                  <a:pt x="11579137" y="627562"/>
                </a:cubicBezTo>
                <a:cubicBezTo>
                  <a:pt x="11579137" y="776418"/>
                  <a:pt x="11681441" y="856888"/>
                  <a:pt x="11796630" y="885683"/>
                </a:cubicBezTo>
                <a:lnTo>
                  <a:pt x="11976241" y="930417"/>
                </a:lnTo>
                <a:cubicBezTo>
                  <a:pt x="12071329" y="953812"/>
                  <a:pt x="12114621" y="987748"/>
                  <a:pt x="12114621" y="1063076"/>
                </a:cubicBezTo>
                <a:cubicBezTo>
                  <a:pt x="12114621" y="1154601"/>
                  <a:pt x="12049941" y="1206534"/>
                  <a:pt x="11936814" y="1206534"/>
                </a:cubicBezTo>
                <a:cubicBezTo>
                  <a:pt x="11814668" y="1206534"/>
                  <a:pt x="11751791" y="1147402"/>
                  <a:pt x="11731949" y="998546"/>
                </a:cubicBezTo>
                <a:lnTo>
                  <a:pt x="11541514" y="1052278"/>
                </a:lnTo>
                <a:cubicBezTo>
                  <a:pt x="11552337" y="1206534"/>
                  <a:pt x="11696130" y="1301401"/>
                  <a:pt x="11913364" y="1301401"/>
                </a:cubicBezTo>
                <a:cubicBezTo>
                  <a:pt x="12155852" y="1301401"/>
                  <a:pt x="12287018" y="1188537"/>
                  <a:pt x="12287018" y="1009344"/>
                </a:cubicBezTo>
                <a:cubicBezTo>
                  <a:pt x="12287018" y="840949"/>
                  <a:pt x="12170283" y="771019"/>
                  <a:pt x="12048137" y="740425"/>
                </a:cubicBezTo>
                <a:lnTo>
                  <a:pt x="11875741" y="697491"/>
                </a:lnTo>
                <a:cubicBezTo>
                  <a:pt x="11789414" y="675895"/>
                  <a:pt x="11751791" y="636560"/>
                  <a:pt x="11751791" y="579229"/>
                </a:cubicBezTo>
                <a:cubicBezTo>
                  <a:pt x="11751791" y="507500"/>
                  <a:pt x="11812864" y="464566"/>
                  <a:pt x="11904603" y="464566"/>
                </a:cubicBezTo>
                <a:cubicBezTo>
                  <a:pt x="12012318" y="464566"/>
                  <a:pt x="12078802" y="523697"/>
                  <a:pt x="12087821" y="636560"/>
                </a:cubicBezTo>
                <a:lnTo>
                  <a:pt x="12267433" y="582828"/>
                </a:lnTo>
                <a:cubicBezTo>
                  <a:pt x="12245787" y="457110"/>
                  <a:pt x="12121837" y="369441"/>
                  <a:pt x="11922383" y="369441"/>
                </a:cubicBezTo>
                <a:moveTo>
                  <a:pt x="12813224" y="1202934"/>
                </a:moveTo>
                <a:cubicBezTo>
                  <a:pt x="12674844" y="1202934"/>
                  <a:pt x="12597536" y="1072074"/>
                  <a:pt x="12597536" y="835550"/>
                </a:cubicBezTo>
                <a:cubicBezTo>
                  <a:pt x="12597536" y="595426"/>
                  <a:pt x="12674844" y="468165"/>
                  <a:pt x="12813224" y="468165"/>
                </a:cubicBezTo>
                <a:cubicBezTo>
                  <a:pt x="12951606" y="468165"/>
                  <a:pt x="13028913" y="597225"/>
                  <a:pt x="13028913" y="835550"/>
                </a:cubicBezTo>
                <a:cubicBezTo>
                  <a:pt x="13028913" y="1075674"/>
                  <a:pt x="12951606" y="1202934"/>
                  <a:pt x="12813224" y="1202934"/>
                </a:cubicBezTo>
                <a:moveTo>
                  <a:pt x="12813224" y="369441"/>
                </a:moveTo>
                <a:cubicBezTo>
                  <a:pt x="12531052" y="369441"/>
                  <a:pt x="12374891" y="579229"/>
                  <a:pt x="12374891" y="835550"/>
                </a:cubicBezTo>
                <a:cubicBezTo>
                  <a:pt x="12374891" y="1091871"/>
                  <a:pt x="12531310" y="1301658"/>
                  <a:pt x="12813224" y="1301658"/>
                </a:cubicBezTo>
                <a:cubicBezTo>
                  <a:pt x="13095398" y="1301658"/>
                  <a:pt x="13251560" y="1091871"/>
                  <a:pt x="13251560" y="835550"/>
                </a:cubicBezTo>
                <a:cubicBezTo>
                  <a:pt x="13251560" y="578972"/>
                  <a:pt x="13095398" y="369441"/>
                  <a:pt x="12813224" y="369441"/>
                </a:cubicBezTo>
                <a:moveTo>
                  <a:pt x="13847858" y="369441"/>
                </a:moveTo>
                <a:cubicBezTo>
                  <a:pt x="13714890" y="369441"/>
                  <a:pt x="13641190" y="426773"/>
                  <a:pt x="13599958" y="500301"/>
                </a:cubicBezTo>
                <a:lnTo>
                  <a:pt x="13589136" y="500301"/>
                </a:lnTo>
                <a:lnTo>
                  <a:pt x="13589136" y="387438"/>
                </a:lnTo>
                <a:lnTo>
                  <a:pt x="13377056" y="387438"/>
                </a:lnTo>
                <a:lnTo>
                  <a:pt x="13377056" y="1283661"/>
                </a:lnTo>
                <a:lnTo>
                  <a:pt x="13589136" y="1283661"/>
                </a:lnTo>
                <a:lnTo>
                  <a:pt x="13589136" y="704433"/>
                </a:lnTo>
                <a:cubicBezTo>
                  <a:pt x="13589136" y="571773"/>
                  <a:pt x="13657425" y="494645"/>
                  <a:pt x="13766944" y="494645"/>
                </a:cubicBezTo>
                <a:cubicBezTo>
                  <a:pt x="13872855" y="494645"/>
                  <a:pt x="13919755" y="564574"/>
                  <a:pt x="13919755" y="670239"/>
                </a:cubicBezTo>
                <a:lnTo>
                  <a:pt x="13919755" y="1283147"/>
                </a:lnTo>
                <a:lnTo>
                  <a:pt x="14131835" y="1283147"/>
                </a:lnTo>
                <a:lnTo>
                  <a:pt x="14131835" y="668697"/>
                </a:lnTo>
                <a:cubicBezTo>
                  <a:pt x="14131835" y="484105"/>
                  <a:pt x="14034943" y="369441"/>
                  <a:pt x="13847858" y="369441"/>
                </a:cubicBezTo>
                <a:moveTo>
                  <a:pt x="833634" y="28794"/>
                </a:moveTo>
                <a:lnTo>
                  <a:pt x="610730" y="28794"/>
                </a:lnTo>
                <a:lnTo>
                  <a:pt x="610730" y="955355"/>
                </a:lnTo>
                <a:cubicBezTo>
                  <a:pt x="610730" y="1106011"/>
                  <a:pt x="553265" y="1195479"/>
                  <a:pt x="416688" y="1195479"/>
                </a:cubicBezTo>
                <a:cubicBezTo>
                  <a:pt x="281915" y="1195479"/>
                  <a:pt x="222646" y="1100612"/>
                  <a:pt x="222646" y="937358"/>
                </a:cubicBezTo>
                <a:lnTo>
                  <a:pt x="222646" y="765363"/>
                </a:lnTo>
                <a:lnTo>
                  <a:pt x="0" y="821152"/>
                </a:lnTo>
                <a:lnTo>
                  <a:pt x="0" y="898280"/>
                </a:lnTo>
                <a:cubicBezTo>
                  <a:pt x="0" y="1133005"/>
                  <a:pt x="116735" y="1312456"/>
                  <a:pt x="416946" y="1312456"/>
                </a:cubicBezTo>
                <a:cubicBezTo>
                  <a:pt x="716899" y="1312456"/>
                  <a:pt x="833634" y="1133262"/>
                  <a:pt x="833634" y="898280"/>
                </a:cubicBezTo>
                <a:lnTo>
                  <a:pt x="833634" y="28794"/>
                </a:lnTo>
                <a:moveTo>
                  <a:pt x="2173633" y="28794"/>
                </a:moveTo>
                <a:lnTo>
                  <a:pt x="1961552" y="28794"/>
                </a:lnTo>
                <a:lnTo>
                  <a:pt x="1961552" y="1283404"/>
                </a:lnTo>
                <a:lnTo>
                  <a:pt x="2173633" y="1283404"/>
                </a:lnTo>
                <a:lnTo>
                  <a:pt x="2173633" y="704433"/>
                </a:lnTo>
                <a:cubicBezTo>
                  <a:pt x="2173633" y="571773"/>
                  <a:pt x="2241921" y="494645"/>
                  <a:pt x="2351441" y="494645"/>
                </a:cubicBezTo>
                <a:cubicBezTo>
                  <a:pt x="2457352" y="494645"/>
                  <a:pt x="2504252" y="564574"/>
                  <a:pt x="2504252" y="670239"/>
                </a:cubicBezTo>
                <a:lnTo>
                  <a:pt x="2504252" y="1283147"/>
                </a:lnTo>
                <a:lnTo>
                  <a:pt x="2716075" y="1283147"/>
                </a:lnTo>
                <a:lnTo>
                  <a:pt x="2716075" y="668697"/>
                </a:lnTo>
                <a:cubicBezTo>
                  <a:pt x="2716075" y="484105"/>
                  <a:pt x="2618925" y="369441"/>
                  <a:pt x="2432098" y="369441"/>
                </a:cubicBezTo>
                <a:cubicBezTo>
                  <a:pt x="2299129" y="369441"/>
                  <a:pt x="2225429" y="426773"/>
                  <a:pt x="2184198" y="500301"/>
                </a:cubicBezTo>
                <a:lnTo>
                  <a:pt x="2173375" y="500301"/>
                </a:lnTo>
                <a:lnTo>
                  <a:pt x="2173375" y="28794"/>
                </a:lnTo>
                <a:moveTo>
                  <a:pt x="8633201" y="28794"/>
                </a:moveTo>
                <a:lnTo>
                  <a:pt x="8410555" y="28794"/>
                </a:lnTo>
                <a:lnTo>
                  <a:pt x="8410555" y="955355"/>
                </a:lnTo>
                <a:cubicBezTo>
                  <a:pt x="8410555" y="1106011"/>
                  <a:pt x="8353090" y="1195479"/>
                  <a:pt x="8216513" y="1195479"/>
                </a:cubicBezTo>
                <a:cubicBezTo>
                  <a:pt x="8081740" y="1195479"/>
                  <a:pt x="8022471" y="1100612"/>
                  <a:pt x="8022471" y="937358"/>
                </a:cubicBezTo>
                <a:lnTo>
                  <a:pt x="8022471" y="765363"/>
                </a:lnTo>
                <a:lnTo>
                  <a:pt x="7799825" y="820895"/>
                </a:lnTo>
                <a:lnTo>
                  <a:pt x="7799825" y="898023"/>
                </a:lnTo>
                <a:cubicBezTo>
                  <a:pt x="7799825" y="1132748"/>
                  <a:pt x="7916559" y="1312199"/>
                  <a:pt x="8216771" y="1312199"/>
                </a:cubicBezTo>
                <a:cubicBezTo>
                  <a:pt x="8516724" y="1312199"/>
                  <a:pt x="8633459" y="1133005"/>
                  <a:pt x="8633459" y="898023"/>
                </a:cubicBezTo>
                <a:lnTo>
                  <a:pt x="8633459" y="28794"/>
                </a:lnTo>
                <a:moveTo>
                  <a:pt x="9973200" y="28794"/>
                </a:moveTo>
                <a:lnTo>
                  <a:pt x="9761120" y="28794"/>
                </a:lnTo>
                <a:lnTo>
                  <a:pt x="9761120" y="1283404"/>
                </a:lnTo>
                <a:lnTo>
                  <a:pt x="9973200" y="1283404"/>
                </a:lnTo>
                <a:lnTo>
                  <a:pt x="9973200" y="704433"/>
                </a:lnTo>
                <a:cubicBezTo>
                  <a:pt x="9973200" y="571773"/>
                  <a:pt x="10041488" y="494645"/>
                  <a:pt x="10151007" y="494645"/>
                </a:cubicBezTo>
                <a:cubicBezTo>
                  <a:pt x="10256919" y="494645"/>
                  <a:pt x="10303819" y="564574"/>
                  <a:pt x="10303819" y="670239"/>
                </a:cubicBezTo>
                <a:lnTo>
                  <a:pt x="10303819" y="1283147"/>
                </a:lnTo>
                <a:lnTo>
                  <a:pt x="10515899" y="1283147"/>
                </a:lnTo>
                <a:lnTo>
                  <a:pt x="10515899" y="668697"/>
                </a:lnTo>
                <a:cubicBezTo>
                  <a:pt x="10515899" y="484105"/>
                  <a:pt x="10419008" y="369441"/>
                  <a:pt x="10231923" y="369441"/>
                </a:cubicBezTo>
                <a:cubicBezTo>
                  <a:pt x="10098954" y="369441"/>
                  <a:pt x="10025254" y="426773"/>
                  <a:pt x="9984023" y="500301"/>
                </a:cubicBezTo>
                <a:lnTo>
                  <a:pt x="9973200" y="500301"/>
                </a:lnTo>
                <a:lnTo>
                  <a:pt x="9973200" y="28794"/>
                </a:lnTo>
                <a:moveTo>
                  <a:pt x="7030872" y="1181339"/>
                </a:moveTo>
                <a:cubicBezTo>
                  <a:pt x="6858476" y="1181339"/>
                  <a:pt x="6752307" y="1041480"/>
                  <a:pt x="6752307" y="892624"/>
                </a:cubicBezTo>
                <a:cubicBezTo>
                  <a:pt x="6752307" y="799300"/>
                  <a:pt x="6793538" y="713431"/>
                  <a:pt x="6861826" y="665097"/>
                </a:cubicBezTo>
                <a:lnTo>
                  <a:pt x="7267949" y="1107810"/>
                </a:lnTo>
                <a:cubicBezTo>
                  <a:pt x="7192702" y="1152544"/>
                  <a:pt x="7108179" y="1181339"/>
                  <a:pt x="7030872" y="1181339"/>
                </a:cubicBezTo>
                <a:moveTo>
                  <a:pt x="7426171" y="960754"/>
                </a:moveTo>
                <a:lnTo>
                  <a:pt x="7074164" y="573573"/>
                </a:lnTo>
                <a:cubicBezTo>
                  <a:pt x="7137041" y="548378"/>
                  <a:pt x="7198114" y="539637"/>
                  <a:pt x="7248364" y="539637"/>
                </a:cubicBezTo>
                <a:cubicBezTo>
                  <a:pt x="7393960" y="539637"/>
                  <a:pt x="7483637" y="623963"/>
                  <a:pt x="7483637" y="768963"/>
                </a:cubicBezTo>
                <a:cubicBezTo>
                  <a:pt x="7483637" y="833493"/>
                  <a:pt x="7465598" y="899823"/>
                  <a:pt x="7426171" y="960754"/>
                </a:cubicBezTo>
                <a:moveTo>
                  <a:pt x="7025461" y="521640"/>
                </a:moveTo>
                <a:lnTo>
                  <a:pt x="6948153" y="435514"/>
                </a:lnTo>
                <a:cubicBezTo>
                  <a:pt x="6879864" y="360186"/>
                  <a:pt x="6860022" y="313652"/>
                  <a:pt x="6860022" y="258121"/>
                </a:cubicBezTo>
                <a:cubicBezTo>
                  <a:pt x="6860022" y="154255"/>
                  <a:pt x="6926507" y="95124"/>
                  <a:pt x="7030614" y="95124"/>
                </a:cubicBezTo>
                <a:cubicBezTo>
                  <a:pt x="7136526" y="95124"/>
                  <a:pt x="7199403" y="156055"/>
                  <a:pt x="7199403" y="267119"/>
                </a:cubicBezTo>
                <a:cubicBezTo>
                  <a:pt x="7199918" y="369441"/>
                  <a:pt x="7149410" y="466108"/>
                  <a:pt x="7025461" y="521640"/>
                </a:cubicBezTo>
                <a:moveTo>
                  <a:pt x="7036283" y="0"/>
                </a:moveTo>
                <a:cubicBezTo>
                  <a:pt x="6788383" y="0"/>
                  <a:pt x="6666238" y="138059"/>
                  <a:pt x="6666238" y="310053"/>
                </a:cubicBezTo>
                <a:cubicBezTo>
                  <a:pt x="6666238" y="403121"/>
                  <a:pt x="6705665" y="496445"/>
                  <a:pt x="6810030" y="609308"/>
                </a:cubicBezTo>
                <a:lnTo>
                  <a:pt x="6811834" y="612908"/>
                </a:lnTo>
                <a:cubicBezTo>
                  <a:pt x="6635829" y="697234"/>
                  <a:pt x="6554914" y="833493"/>
                  <a:pt x="6554914" y="973094"/>
                </a:cubicBezTo>
                <a:cubicBezTo>
                  <a:pt x="6554914" y="1157686"/>
                  <a:pt x="6696903" y="1311941"/>
                  <a:pt x="6915941" y="1311941"/>
                </a:cubicBezTo>
                <a:cubicBezTo>
                  <a:pt x="7041694" y="1311941"/>
                  <a:pt x="7189094" y="1260009"/>
                  <a:pt x="7322064" y="1166684"/>
                </a:cubicBezTo>
                <a:lnTo>
                  <a:pt x="7429780" y="1283147"/>
                </a:lnTo>
                <a:lnTo>
                  <a:pt x="7711952" y="1283147"/>
                </a:lnTo>
                <a:lnTo>
                  <a:pt x="7711952" y="1274406"/>
                </a:lnTo>
                <a:lnTo>
                  <a:pt x="7482091" y="1021684"/>
                </a:lnTo>
                <a:cubicBezTo>
                  <a:pt x="7579241" y="907021"/>
                  <a:pt x="7634902" y="781560"/>
                  <a:pt x="7634902" y="672039"/>
                </a:cubicBezTo>
                <a:cubicBezTo>
                  <a:pt x="7634902" y="535780"/>
                  <a:pt x="7543164" y="444512"/>
                  <a:pt x="7399629" y="444512"/>
                </a:cubicBezTo>
                <a:cubicBezTo>
                  <a:pt x="7324126" y="444512"/>
                  <a:pt x="7239603" y="466108"/>
                  <a:pt x="7183941" y="487447"/>
                </a:cubicBezTo>
                <a:lnTo>
                  <a:pt x="7180333" y="480248"/>
                </a:lnTo>
                <a:cubicBezTo>
                  <a:pt x="7316910" y="406720"/>
                  <a:pt x="7374375" y="338590"/>
                  <a:pt x="7374375" y="243723"/>
                </a:cubicBezTo>
                <a:cubicBezTo>
                  <a:pt x="7374118" y="107722"/>
                  <a:pt x="7251971" y="0"/>
                  <a:pt x="7036283" y="0"/>
                </a:cubicBezTo>
                <a:moveTo>
                  <a:pt x="3908932" y="1917394"/>
                </a:moveTo>
                <a:lnTo>
                  <a:pt x="3756120" y="1917394"/>
                </a:lnTo>
                <a:lnTo>
                  <a:pt x="3526259" y="2641622"/>
                </a:lnTo>
                <a:lnTo>
                  <a:pt x="3294594" y="1917394"/>
                </a:lnTo>
                <a:lnTo>
                  <a:pt x="3136371" y="1917394"/>
                </a:lnTo>
                <a:lnTo>
                  <a:pt x="3429109" y="2813617"/>
                </a:lnTo>
                <a:lnTo>
                  <a:pt x="3615936" y="2813617"/>
                </a:lnTo>
                <a:lnTo>
                  <a:pt x="3908932" y="1917394"/>
                </a:lnTo>
                <a:moveTo>
                  <a:pt x="5785961" y="1917394"/>
                </a:moveTo>
                <a:lnTo>
                  <a:pt x="5636757" y="1917394"/>
                </a:lnTo>
                <a:lnTo>
                  <a:pt x="5636757" y="2813617"/>
                </a:lnTo>
                <a:lnTo>
                  <a:pt x="5785961" y="2813617"/>
                </a:lnTo>
                <a:lnTo>
                  <a:pt x="5785961" y="1917394"/>
                </a:lnTo>
                <a:close/>
                <a:moveTo>
                  <a:pt x="6702056" y="1917394"/>
                </a:moveTo>
                <a:lnTo>
                  <a:pt x="6549245" y="1917394"/>
                </a:lnTo>
                <a:lnTo>
                  <a:pt x="6319384" y="2641622"/>
                </a:lnTo>
                <a:lnTo>
                  <a:pt x="6087719" y="1917394"/>
                </a:lnTo>
                <a:lnTo>
                  <a:pt x="5929754" y="1917394"/>
                </a:lnTo>
                <a:lnTo>
                  <a:pt x="6222492" y="2813617"/>
                </a:lnTo>
                <a:lnTo>
                  <a:pt x="6409319" y="2813617"/>
                </a:lnTo>
                <a:lnTo>
                  <a:pt x="6702056" y="1917394"/>
                </a:lnTo>
                <a:moveTo>
                  <a:pt x="11697676" y="1917394"/>
                </a:moveTo>
                <a:lnTo>
                  <a:pt x="11548472" y="1917394"/>
                </a:lnTo>
                <a:lnTo>
                  <a:pt x="11548472" y="2813617"/>
                </a:lnTo>
                <a:lnTo>
                  <a:pt x="11697676" y="2813617"/>
                </a:lnTo>
                <a:lnTo>
                  <a:pt x="11697676" y="1917394"/>
                </a:lnTo>
                <a:close/>
                <a:moveTo>
                  <a:pt x="12980209" y="1917394"/>
                </a:moveTo>
                <a:lnTo>
                  <a:pt x="12831005" y="1917394"/>
                </a:lnTo>
                <a:lnTo>
                  <a:pt x="12831005" y="2813617"/>
                </a:lnTo>
                <a:lnTo>
                  <a:pt x="12980209" y="2813617"/>
                </a:lnTo>
                <a:lnTo>
                  <a:pt x="12980209" y="1917394"/>
                </a:lnTo>
                <a:close/>
                <a:moveTo>
                  <a:pt x="853219" y="1899397"/>
                </a:moveTo>
                <a:cubicBezTo>
                  <a:pt x="725661" y="1899397"/>
                  <a:pt x="637530" y="1960328"/>
                  <a:pt x="601711" y="2055452"/>
                </a:cubicBezTo>
                <a:lnTo>
                  <a:pt x="601711" y="1917394"/>
                </a:lnTo>
                <a:lnTo>
                  <a:pt x="452507" y="1917394"/>
                </a:lnTo>
                <a:lnTo>
                  <a:pt x="452507" y="2813617"/>
                </a:lnTo>
                <a:lnTo>
                  <a:pt x="601711" y="2813617"/>
                </a:lnTo>
                <a:lnTo>
                  <a:pt x="601711" y="2223847"/>
                </a:lnTo>
                <a:cubicBezTo>
                  <a:pt x="601711" y="2098386"/>
                  <a:pt x="664588" y="2014060"/>
                  <a:pt x="797557" y="2014060"/>
                </a:cubicBezTo>
                <a:cubicBezTo>
                  <a:pt x="928722" y="2014060"/>
                  <a:pt x="991599" y="2098386"/>
                  <a:pt x="991599" y="2223847"/>
                </a:cubicBezTo>
                <a:lnTo>
                  <a:pt x="991599" y="2813617"/>
                </a:lnTo>
                <a:lnTo>
                  <a:pt x="1140803" y="2813617"/>
                </a:lnTo>
                <a:lnTo>
                  <a:pt x="1140803" y="2193511"/>
                </a:lnTo>
                <a:cubicBezTo>
                  <a:pt x="1140803" y="2024858"/>
                  <a:pt x="1034892" y="1899397"/>
                  <a:pt x="853219" y="1899397"/>
                </a:cubicBezTo>
                <a:moveTo>
                  <a:pt x="1756945" y="1899397"/>
                </a:moveTo>
                <a:cubicBezTo>
                  <a:pt x="1629387" y="1899397"/>
                  <a:pt x="1541257" y="1960328"/>
                  <a:pt x="1505437" y="2055452"/>
                </a:cubicBezTo>
                <a:lnTo>
                  <a:pt x="1505437" y="1917394"/>
                </a:lnTo>
                <a:lnTo>
                  <a:pt x="1356234" y="1917394"/>
                </a:lnTo>
                <a:lnTo>
                  <a:pt x="1356234" y="2813617"/>
                </a:lnTo>
                <a:lnTo>
                  <a:pt x="1505437" y="2813617"/>
                </a:lnTo>
                <a:lnTo>
                  <a:pt x="1505437" y="2223847"/>
                </a:lnTo>
                <a:cubicBezTo>
                  <a:pt x="1505437" y="2098386"/>
                  <a:pt x="1568314" y="2014060"/>
                  <a:pt x="1701283" y="2014060"/>
                </a:cubicBezTo>
                <a:cubicBezTo>
                  <a:pt x="1832449" y="2014060"/>
                  <a:pt x="1895326" y="2098386"/>
                  <a:pt x="1895326" y="2223847"/>
                </a:cubicBezTo>
                <a:lnTo>
                  <a:pt x="1895326" y="2813617"/>
                </a:lnTo>
                <a:lnTo>
                  <a:pt x="2044529" y="2813617"/>
                </a:lnTo>
                <a:lnTo>
                  <a:pt x="2044529" y="2193511"/>
                </a:lnTo>
                <a:cubicBezTo>
                  <a:pt x="2044272" y="2024858"/>
                  <a:pt x="1938360" y="1899397"/>
                  <a:pt x="1756945" y="1899397"/>
                </a:cubicBezTo>
                <a:moveTo>
                  <a:pt x="2644179" y="2704353"/>
                </a:moveTo>
                <a:cubicBezTo>
                  <a:pt x="2493171" y="2704353"/>
                  <a:pt x="2389064" y="2596888"/>
                  <a:pt x="2389064" y="2365505"/>
                </a:cubicBezTo>
                <a:cubicBezTo>
                  <a:pt x="2389064" y="2132580"/>
                  <a:pt x="2491367" y="2026658"/>
                  <a:pt x="2644179" y="2026658"/>
                </a:cubicBezTo>
                <a:cubicBezTo>
                  <a:pt x="2795186" y="2026658"/>
                  <a:pt x="2899294" y="2132323"/>
                  <a:pt x="2899294" y="2365505"/>
                </a:cubicBezTo>
                <a:cubicBezTo>
                  <a:pt x="2899294" y="2596631"/>
                  <a:pt x="2798794" y="2704353"/>
                  <a:pt x="2644179" y="2704353"/>
                </a:cubicBezTo>
                <a:moveTo>
                  <a:pt x="2651394" y="1899397"/>
                </a:moveTo>
                <a:cubicBezTo>
                  <a:pt x="2381848" y="1899397"/>
                  <a:pt x="2232902" y="2096587"/>
                  <a:pt x="2232902" y="2376303"/>
                </a:cubicBezTo>
                <a:cubicBezTo>
                  <a:pt x="2232902" y="2659362"/>
                  <a:pt x="2385714" y="2831613"/>
                  <a:pt x="2637221" y="2831613"/>
                </a:cubicBezTo>
                <a:cubicBezTo>
                  <a:pt x="2908571" y="2831613"/>
                  <a:pt x="3055971" y="2634424"/>
                  <a:pt x="3055971" y="2354707"/>
                </a:cubicBezTo>
                <a:cubicBezTo>
                  <a:pt x="3055713" y="2071392"/>
                  <a:pt x="2904706" y="1899397"/>
                  <a:pt x="2651394" y="1899397"/>
                </a:cubicBezTo>
                <a:moveTo>
                  <a:pt x="4365047" y="2723892"/>
                </a:moveTo>
                <a:cubicBezTo>
                  <a:pt x="4262743" y="2723892"/>
                  <a:pt x="4192651" y="2666560"/>
                  <a:pt x="4192651" y="2566294"/>
                </a:cubicBezTo>
                <a:cubicBezTo>
                  <a:pt x="4192651" y="2481968"/>
                  <a:pt x="4241097" y="2440833"/>
                  <a:pt x="4343659" y="2415638"/>
                </a:cubicBezTo>
                <a:lnTo>
                  <a:pt x="4453178" y="2388644"/>
                </a:lnTo>
                <a:cubicBezTo>
                  <a:pt x="4521466" y="2372447"/>
                  <a:pt x="4559089" y="2361649"/>
                  <a:pt x="4573520" y="2349309"/>
                </a:cubicBezTo>
                <a:lnTo>
                  <a:pt x="4573520" y="2523103"/>
                </a:lnTo>
                <a:cubicBezTo>
                  <a:pt x="4573520" y="2655762"/>
                  <a:pt x="4481782" y="2723892"/>
                  <a:pt x="4365047" y="2723892"/>
                </a:cubicBezTo>
                <a:moveTo>
                  <a:pt x="4411947" y="1899397"/>
                </a:moveTo>
                <a:cubicBezTo>
                  <a:pt x="4194455" y="1899397"/>
                  <a:pt x="4059682" y="2030257"/>
                  <a:pt x="4049116" y="2186312"/>
                </a:cubicBezTo>
                <a:lnTo>
                  <a:pt x="4187497" y="2215106"/>
                </a:lnTo>
                <a:cubicBezTo>
                  <a:pt x="4194713" y="2100443"/>
                  <a:pt x="4264805" y="2014317"/>
                  <a:pt x="4401381" y="2014317"/>
                </a:cubicBezTo>
                <a:cubicBezTo>
                  <a:pt x="4516312" y="2014317"/>
                  <a:pt x="4573777" y="2077048"/>
                  <a:pt x="4573777" y="2180913"/>
                </a:cubicBezTo>
                <a:lnTo>
                  <a:pt x="4573777" y="2186312"/>
                </a:lnTo>
                <a:cubicBezTo>
                  <a:pt x="4573777" y="2229246"/>
                  <a:pt x="4561151" y="2247243"/>
                  <a:pt x="4521724" y="2258041"/>
                </a:cubicBezTo>
                <a:lnTo>
                  <a:pt x="4263001" y="2322571"/>
                </a:lnTo>
                <a:cubicBezTo>
                  <a:pt x="4124620" y="2358564"/>
                  <a:pt x="4043705" y="2449831"/>
                  <a:pt x="4043705" y="2577092"/>
                </a:cubicBezTo>
                <a:cubicBezTo>
                  <a:pt x="4043705" y="2738546"/>
                  <a:pt x="4164047" y="2831613"/>
                  <a:pt x="4324074" y="2831613"/>
                </a:cubicBezTo>
                <a:cubicBezTo>
                  <a:pt x="4458847" y="2831613"/>
                  <a:pt x="4548781" y="2767083"/>
                  <a:pt x="4573777" y="2677358"/>
                </a:cubicBezTo>
                <a:cubicBezTo>
                  <a:pt x="4577385" y="2761684"/>
                  <a:pt x="4584600" y="2797420"/>
                  <a:pt x="4591816" y="2813617"/>
                </a:cubicBezTo>
                <a:lnTo>
                  <a:pt x="4744627" y="2813617"/>
                </a:lnTo>
                <a:cubicBezTo>
                  <a:pt x="4728393" y="2767083"/>
                  <a:pt x="4721177" y="2702553"/>
                  <a:pt x="4721177" y="2627225"/>
                </a:cubicBezTo>
                <a:lnTo>
                  <a:pt x="4721177" y="2171915"/>
                </a:lnTo>
                <a:cubicBezTo>
                  <a:pt x="4720920" y="2003519"/>
                  <a:pt x="4603927" y="1899397"/>
                  <a:pt x="4411947" y="1899397"/>
                </a:cubicBezTo>
                <a:moveTo>
                  <a:pt x="6942741" y="2268581"/>
                </a:moveTo>
                <a:cubicBezTo>
                  <a:pt x="6962584" y="2110984"/>
                  <a:pt x="7043241" y="2021259"/>
                  <a:pt x="7185229" y="2021259"/>
                </a:cubicBezTo>
                <a:cubicBezTo>
                  <a:pt x="7320002" y="2021259"/>
                  <a:pt x="7399114" y="2101986"/>
                  <a:pt x="7402721" y="2268581"/>
                </a:cubicBezTo>
                <a:lnTo>
                  <a:pt x="6942741" y="2268581"/>
                </a:lnTo>
                <a:moveTo>
                  <a:pt x="7185229" y="1899397"/>
                </a:moveTo>
                <a:cubicBezTo>
                  <a:pt x="6948153" y="1899397"/>
                  <a:pt x="6782714" y="2065993"/>
                  <a:pt x="6782714" y="2372704"/>
                </a:cubicBezTo>
                <a:cubicBezTo>
                  <a:pt x="6782714" y="2666560"/>
                  <a:pt x="6935525" y="2831613"/>
                  <a:pt x="7185229" y="2831613"/>
                </a:cubicBezTo>
                <a:cubicBezTo>
                  <a:pt x="7390095" y="2831613"/>
                  <a:pt x="7519456" y="2715151"/>
                  <a:pt x="7551667" y="2539557"/>
                </a:cubicBezTo>
                <a:lnTo>
                  <a:pt x="7415091" y="2503821"/>
                </a:lnTo>
                <a:cubicBezTo>
                  <a:pt x="7391641" y="2654477"/>
                  <a:pt x="7310983" y="2706410"/>
                  <a:pt x="7199403" y="2706410"/>
                </a:cubicBezTo>
                <a:cubicBezTo>
                  <a:pt x="7021595" y="2706410"/>
                  <a:pt x="6942484" y="2575550"/>
                  <a:pt x="6937072" y="2374761"/>
                </a:cubicBezTo>
                <a:lnTo>
                  <a:pt x="7553213" y="2374761"/>
                </a:lnTo>
                <a:lnTo>
                  <a:pt x="7553213" y="2324627"/>
                </a:lnTo>
                <a:cubicBezTo>
                  <a:pt x="7553729" y="2010461"/>
                  <a:pt x="7382879" y="1899397"/>
                  <a:pt x="7185229" y="1899397"/>
                </a:cubicBezTo>
                <a:moveTo>
                  <a:pt x="9777354" y="2268581"/>
                </a:moveTo>
                <a:cubicBezTo>
                  <a:pt x="9797197" y="2110984"/>
                  <a:pt x="9877854" y="2021259"/>
                  <a:pt x="10019842" y="2021259"/>
                </a:cubicBezTo>
                <a:cubicBezTo>
                  <a:pt x="10154615" y="2021259"/>
                  <a:pt x="10233727" y="2101986"/>
                  <a:pt x="10237334" y="2268581"/>
                </a:cubicBezTo>
                <a:lnTo>
                  <a:pt x="9777354" y="2268581"/>
                </a:lnTo>
                <a:moveTo>
                  <a:pt x="10019842" y="1899397"/>
                </a:moveTo>
                <a:cubicBezTo>
                  <a:pt x="9782766" y="1899397"/>
                  <a:pt x="9617327" y="2065993"/>
                  <a:pt x="9617327" y="2372704"/>
                </a:cubicBezTo>
                <a:cubicBezTo>
                  <a:pt x="9617327" y="2666560"/>
                  <a:pt x="9770138" y="2831613"/>
                  <a:pt x="10019842" y="2831613"/>
                </a:cubicBezTo>
                <a:cubicBezTo>
                  <a:pt x="10224708" y="2831613"/>
                  <a:pt x="10354069" y="2715151"/>
                  <a:pt x="10386280" y="2539557"/>
                </a:cubicBezTo>
                <a:lnTo>
                  <a:pt x="10249704" y="2503821"/>
                </a:lnTo>
                <a:cubicBezTo>
                  <a:pt x="10226254" y="2654477"/>
                  <a:pt x="10145596" y="2706410"/>
                  <a:pt x="10034016" y="2706410"/>
                </a:cubicBezTo>
                <a:cubicBezTo>
                  <a:pt x="9856207" y="2706410"/>
                  <a:pt x="9777097" y="2575550"/>
                  <a:pt x="9771684" y="2374761"/>
                </a:cubicBezTo>
                <a:lnTo>
                  <a:pt x="10387826" y="2374761"/>
                </a:lnTo>
                <a:lnTo>
                  <a:pt x="10387826" y="2324627"/>
                </a:lnTo>
                <a:cubicBezTo>
                  <a:pt x="10388342" y="2010461"/>
                  <a:pt x="10217492" y="1899397"/>
                  <a:pt x="10019842" y="1899397"/>
                </a:cubicBezTo>
                <a:moveTo>
                  <a:pt x="12299387" y="1899397"/>
                </a:moveTo>
                <a:cubicBezTo>
                  <a:pt x="12053291" y="1899397"/>
                  <a:pt x="11886049" y="2071392"/>
                  <a:pt x="11886049" y="2374503"/>
                </a:cubicBezTo>
                <a:cubicBezTo>
                  <a:pt x="11886049" y="2671959"/>
                  <a:pt x="12049425" y="2831613"/>
                  <a:pt x="12292171" y="2831613"/>
                </a:cubicBezTo>
                <a:cubicBezTo>
                  <a:pt x="12511467" y="2831613"/>
                  <a:pt x="12635417" y="2697154"/>
                  <a:pt x="12660413" y="2512562"/>
                </a:cubicBezTo>
                <a:lnTo>
                  <a:pt x="12518425" y="2478369"/>
                </a:lnTo>
                <a:cubicBezTo>
                  <a:pt x="12493171" y="2646764"/>
                  <a:pt x="12421533" y="2704353"/>
                  <a:pt x="12302736" y="2704353"/>
                </a:cubicBezTo>
                <a:cubicBezTo>
                  <a:pt x="12130340" y="2704353"/>
                  <a:pt x="12042210" y="2578892"/>
                  <a:pt x="12042210" y="2363706"/>
                </a:cubicBezTo>
                <a:cubicBezTo>
                  <a:pt x="12042210" y="2139778"/>
                  <a:pt x="12135494" y="2026658"/>
                  <a:pt x="12295521" y="2026658"/>
                </a:cubicBezTo>
                <a:cubicBezTo>
                  <a:pt x="12408648" y="2026658"/>
                  <a:pt x="12491367" y="2082189"/>
                  <a:pt x="12518167" y="2241844"/>
                </a:cubicBezTo>
                <a:lnTo>
                  <a:pt x="12660156" y="2207908"/>
                </a:lnTo>
                <a:cubicBezTo>
                  <a:pt x="12635417" y="2024858"/>
                  <a:pt x="12511467" y="1899397"/>
                  <a:pt x="12299387" y="1899397"/>
                </a:cubicBezTo>
                <a:moveTo>
                  <a:pt x="13596350" y="1899397"/>
                </a:moveTo>
                <a:cubicBezTo>
                  <a:pt x="13468794" y="1899397"/>
                  <a:pt x="13380662" y="1960328"/>
                  <a:pt x="13344844" y="2055452"/>
                </a:cubicBezTo>
                <a:lnTo>
                  <a:pt x="13344844" y="1917394"/>
                </a:lnTo>
                <a:lnTo>
                  <a:pt x="13195639" y="1917394"/>
                </a:lnTo>
                <a:lnTo>
                  <a:pt x="13195639" y="2813617"/>
                </a:lnTo>
                <a:lnTo>
                  <a:pt x="13344844" y="2813617"/>
                </a:lnTo>
                <a:lnTo>
                  <a:pt x="13344844" y="2223847"/>
                </a:lnTo>
                <a:cubicBezTo>
                  <a:pt x="13344844" y="2098386"/>
                  <a:pt x="13407721" y="2014060"/>
                  <a:pt x="13540690" y="2014060"/>
                </a:cubicBezTo>
                <a:cubicBezTo>
                  <a:pt x="13671856" y="2014060"/>
                  <a:pt x="13734732" y="2098386"/>
                  <a:pt x="13734732" y="2223847"/>
                </a:cubicBezTo>
                <a:lnTo>
                  <a:pt x="13734732" y="2813617"/>
                </a:lnTo>
                <a:lnTo>
                  <a:pt x="13883936" y="2813617"/>
                </a:lnTo>
                <a:lnTo>
                  <a:pt x="13883936" y="2193511"/>
                </a:lnTo>
                <a:cubicBezTo>
                  <a:pt x="13883936" y="2024858"/>
                  <a:pt x="13777767" y="1899397"/>
                  <a:pt x="13596350" y="1899397"/>
                </a:cubicBezTo>
                <a:moveTo>
                  <a:pt x="14232336" y="2268581"/>
                </a:moveTo>
                <a:cubicBezTo>
                  <a:pt x="14252177" y="2110984"/>
                  <a:pt x="14332835" y="2021259"/>
                  <a:pt x="14474823" y="2021259"/>
                </a:cubicBezTo>
                <a:cubicBezTo>
                  <a:pt x="14609596" y="2021259"/>
                  <a:pt x="14688708" y="2101986"/>
                  <a:pt x="14692316" y="2268581"/>
                </a:cubicBezTo>
                <a:lnTo>
                  <a:pt x="14232336" y="2268581"/>
                </a:lnTo>
                <a:moveTo>
                  <a:pt x="14474823" y="1899397"/>
                </a:moveTo>
                <a:cubicBezTo>
                  <a:pt x="14237746" y="1899397"/>
                  <a:pt x="14072308" y="2065993"/>
                  <a:pt x="14072308" y="2372704"/>
                </a:cubicBezTo>
                <a:cubicBezTo>
                  <a:pt x="14072308" y="2666560"/>
                  <a:pt x="14225120" y="2831613"/>
                  <a:pt x="14474823" y="2831613"/>
                </a:cubicBezTo>
                <a:cubicBezTo>
                  <a:pt x="14679689" y="2831613"/>
                  <a:pt x="14809051" y="2715151"/>
                  <a:pt x="14841262" y="2539557"/>
                </a:cubicBezTo>
                <a:lnTo>
                  <a:pt x="14704684" y="2503821"/>
                </a:lnTo>
                <a:cubicBezTo>
                  <a:pt x="14681235" y="2654477"/>
                  <a:pt x="14600577" y="2706410"/>
                  <a:pt x="14488996" y="2706410"/>
                </a:cubicBezTo>
                <a:cubicBezTo>
                  <a:pt x="14311190" y="2706410"/>
                  <a:pt x="14232078" y="2575550"/>
                  <a:pt x="14226666" y="2374761"/>
                </a:cubicBezTo>
                <a:lnTo>
                  <a:pt x="14842809" y="2374761"/>
                </a:lnTo>
                <a:lnTo>
                  <a:pt x="14842809" y="2324627"/>
                </a:lnTo>
                <a:cubicBezTo>
                  <a:pt x="14843065" y="2010461"/>
                  <a:pt x="14672473" y="1899397"/>
                  <a:pt x="14474823" y="1899397"/>
                </a:cubicBezTo>
                <a:moveTo>
                  <a:pt x="5204092" y="1666471"/>
                </a:moveTo>
                <a:lnTo>
                  <a:pt x="5054889" y="1702207"/>
                </a:lnTo>
                <a:lnTo>
                  <a:pt x="5054889" y="1917394"/>
                </a:lnTo>
                <a:lnTo>
                  <a:pt x="4882493" y="1917394"/>
                </a:lnTo>
                <a:lnTo>
                  <a:pt x="4882493" y="2032057"/>
                </a:lnTo>
                <a:lnTo>
                  <a:pt x="5054889" y="2032057"/>
                </a:lnTo>
                <a:lnTo>
                  <a:pt x="5054889" y="2580434"/>
                </a:lnTo>
                <a:cubicBezTo>
                  <a:pt x="5054889" y="2727491"/>
                  <a:pt x="5124981" y="2831356"/>
                  <a:pt x="5300985" y="2831356"/>
                </a:cubicBezTo>
                <a:cubicBezTo>
                  <a:pt x="5389115" y="2831356"/>
                  <a:pt x="5464361" y="2802562"/>
                  <a:pt x="5493223" y="2775824"/>
                </a:cubicBezTo>
                <a:lnTo>
                  <a:pt x="5451992" y="2668360"/>
                </a:lnTo>
                <a:cubicBezTo>
                  <a:pt x="5451992" y="2668360"/>
                  <a:pt x="5398135" y="2705895"/>
                  <a:pt x="5320827" y="2705895"/>
                </a:cubicBezTo>
                <a:cubicBezTo>
                  <a:pt x="5239912" y="2705895"/>
                  <a:pt x="5204092" y="2657562"/>
                  <a:pt x="5204092" y="2557039"/>
                </a:cubicBezTo>
                <a:lnTo>
                  <a:pt x="5204092" y="2032057"/>
                </a:lnTo>
                <a:lnTo>
                  <a:pt x="5470031" y="2032057"/>
                </a:lnTo>
                <a:lnTo>
                  <a:pt x="5470031" y="1917394"/>
                </a:lnTo>
                <a:lnTo>
                  <a:pt x="5204092" y="1917394"/>
                </a:lnTo>
                <a:lnTo>
                  <a:pt x="5204092" y="1666471"/>
                </a:lnTo>
                <a:moveTo>
                  <a:pt x="219296" y="1558750"/>
                </a:moveTo>
                <a:lnTo>
                  <a:pt x="62877" y="1558750"/>
                </a:lnTo>
                <a:lnTo>
                  <a:pt x="62877" y="2813360"/>
                </a:lnTo>
                <a:lnTo>
                  <a:pt x="219296" y="2813360"/>
                </a:lnTo>
                <a:lnTo>
                  <a:pt x="219296" y="1558750"/>
                </a:lnTo>
                <a:close/>
                <a:moveTo>
                  <a:pt x="9411173" y="1558750"/>
                </a:moveTo>
                <a:lnTo>
                  <a:pt x="9174096" y="1558750"/>
                </a:lnTo>
                <a:lnTo>
                  <a:pt x="8802247" y="2569636"/>
                </a:lnTo>
                <a:lnTo>
                  <a:pt x="8428593" y="1558750"/>
                </a:lnTo>
                <a:lnTo>
                  <a:pt x="8180694" y="1558750"/>
                </a:lnTo>
                <a:lnTo>
                  <a:pt x="8180694" y="2813360"/>
                </a:lnTo>
                <a:lnTo>
                  <a:pt x="8337113" y="2813360"/>
                </a:lnTo>
                <a:lnTo>
                  <a:pt x="8337113" y="1732801"/>
                </a:lnTo>
                <a:lnTo>
                  <a:pt x="8737824" y="2813617"/>
                </a:lnTo>
                <a:lnTo>
                  <a:pt x="8858166" y="2813617"/>
                </a:lnTo>
                <a:lnTo>
                  <a:pt x="9255270" y="1731002"/>
                </a:lnTo>
                <a:lnTo>
                  <a:pt x="9255270" y="2813617"/>
                </a:lnTo>
                <a:lnTo>
                  <a:pt x="9411431" y="2813617"/>
                </a:lnTo>
                <a:lnTo>
                  <a:pt x="9411431" y="1558750"/>
                </a:lnTo>
                <a:moveTo>
                  <a:pt x="10941349" y="2704353"/>
                </a:moveTo>
                <a:cubicBezTo>
                  <a:pt x="10793949" y="2704353"/>
                  <a:pt x="10695254" y="2598688"/>
                  <a:pt x="10695254" y="2365505"/>
                </a:cubicBezTo>
                <a:cubicBezTo>
                  <a:pt x="10695254" y="2130780"/>
                  <a:pt x="10794207" y="2026658"/>
                  <a:pt x="10941349" y="2026658"/>
                </a:cubicBezTo>
                <a:cubicBezTo>
                  <a:pt x="11088749" y="2026658"/>
                  <a:pt x="11187445" y="2130523"/>
                  <a:pt x="11187445" y="2365505"/>
                </a:cubicBezTo>
                <a:cubicBezTo>
                  <a:pt x="11187445" y="2598431"/>
                  <a:pt x="11088749" y="2704353"/>
                  <a:pt x="10941349" y="2704353"/>
                </a:cubicBezTo>
                <a:moveTo>
                  <a:pt x="11333042" y="1558750"/>
                </a:moveTo>
                <a:lnTo>
                  <a:pt x="11183838" y="1558750"/>
                </a:lnTo>
                <a:lnTo>
                  <a:pt x="11183838" y="2089388"/>
                </a:lnTo>
                <a:cubicBezTo>
                  <a:pt x="11151368" y="1990665"/>
                  <a:pt x="11072515" y="1899397"/>
                  <a:pt x="10916095" y="1899397"/>
                </a:cubicBezTo>
                <a:cubicBezTo>
                  <a:pt x="10714838" y="1899397"/>
                  <a:pt x="10538834" y="2057252"/>
                  <a:pt x="10538834" y="2370904"/>
                </a:cubicBezTo>
                <a:cubicBezTo>
                  <a:pt x="10538834" y="2688156"/>
                  <a:pt x="10714838" y="2831613"/>
                  <a:pt x="10903469" y="2831613"/>
                </a:cubicBezTo>
                <a:cubicBezTo>
                  <a:pt x="11045457" y="2831613"/>
                  <a:pt x="11149564" y="2749087"/>
                  <a:pt x="11183838" y="2632624"/>
                </a:cubicBezTo>
                <a:lnTo>
                  <a:pt x="11183838" y="2700753"/>
                </a:lnTo>
                <a:cubicBezTo>
                  <a:pt x="11183838" y="2741888"/>
                  <a:pt x="11187445" y="2786879"/>
                  <a:pt x="11192857" y="2813617"/>
                </a:cubicBezTo>
                <a:lnTo>
                  <a:pt x="11343864" y="2813617"/>
                </a:lnTo>
                <a:cubicBezTo>
                  <a:pt x="11336649" y="2770683"/>
                  <a:pt x="11333042" y="2707952"/>
                  <a:pt x="11333042" y="2627225"/>
                </a:cubicBezTo>
                <a:lnTo>
                  <a:pt x="11333042" y="1558750"/>
                </a:lnTo>
                <a:moveTo>
                  <a:pt x="5712261" y="1532012"/>
                </a:moveTo>
                <a:cubicBezTo>
                  <a:pt x="5652992" y="1532012"/>
                  <a:pt x="5606350" y="1578546"/>
                  <a:pt x="5606350" y="1637677"/>
                </a:cubicBezTo>
                <a:cubicBezTo>
                  <a:pt x="5606350" y="1696808"/>
                  <a:pt x="5652992" y="1741542"/>
                  <a:pt x="5712261" y="1741542"/>
                </a:cubicBezTo>
                <a:cubicBezTo>
                  <a:pt x="5771531" y="1741542"/>
                  <a:pt x="5816369" y="1696808"/>
                  <a:pt x="5816369" y="1637677"/>
                </a:cubicBezTo>
                <a:cubicBezTo>
                  <a:pt x="5816627" y="1578546"/>
                  <a:pt x="5771531" y="1532012"/>
                  <a:pt x="5712261" y="1532012"/>
                </a:cubicBezTo>
                <a:moveTo>
                  <a:pt x="11623976" y="1532012"/>
                </a:moveTo>
                <a:cubicBezTo>
                  <a:pt x="11564707" y="1532012"/>
                  <a:pt x="11518064" y="1578546"/>
                  <a:pt x="11518064" y="1637677"/>
                </a:cubicBezTo>
                <a:cubicBezTo>
                  <a:pt x="11518064" y="1696808"/>
                  <a:pt x="11564707" y="1741542"/>
                  <a:pt x="11623976" y="1741542"/>
                </a:cubicBezTo>
                <a:cubicBezTo>
                  <a:pt x="11683245" y="1741542"/>
                  <a:pt x="11728083" y="1696808"/>
                  <a:pt x="11728083" y="1637677"/>
                </a:cubicBezTo>
                <a:cubicBezTo>
                  <a:pt x="11728341" y="1578546"/>
                  <a:pt x="11683245" y="1532012"/>
                  <a:pt x="11623976" y="1532012"/>
                </a:cubicBezTo>
                <a:moveTo>
                  <a:pt x="12906510" y="1532012"/>
                </a:moveTo>
                <a:cubicBezTo>
                  <a:pt x="12847240" y="1532012"/>
                  <a:pt x="12800598" y="1578546"/>
                  <a:pt x="12800598" y="1637677"/>
                </a:cubicBezTo>
                <a:cubicBezTo>
                  <a:pt x="12800598" y="1696808"/>
                  <a:pt x="12847240" y="1741542"/>
                  <a:pt x="12906510" y="1741542"/>
                </a:cubicBezTo>
                <a:cubicBezTo>
                  <a:pt x="12965779" y="1741542"/>
                  <a:pt x="13010617" y="1696808"/>
                  <a:pt x="13010617" y="1637677"/>
                </a:cubicBezTo>
                <a:cubicBezTo>
                  <a:pt x="13010875" y="1578546"/>
                  <a:pt x="12965779" y="1532012"/>
                  <a:pt x="12906510" y="1532012"/>
                </a:cubicBezTo>
              </a:path>
            </a:pathLst>
          </a:custGeom>
          <a:solidFill>
            <a:schemeClr val="bg1"/>
          </a:solidFill>
          <a:ln w="2576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1798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400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48286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38" y="266705"/>
            <a:ext cx="7693026" cy="1859099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4E437647-E340-CE97-A745-003BEE61AFFB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84904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664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FF01E-CE3E-39E2-D61B-0FA837B6BD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62381" y="0"/>
            <a:ext cx="5629619" cy="6858000"/>
          </a:xfrm>
          <a:solidFill>
            <a:srgbClr val="F6F3F2"/>
          </a:solidFill>
        </p:spPr>
        <p:txBody>
          <a:bodyPr/>
          <a:lstStyle>
            <a:lvl1pPr>
              <a:defRPr lang="en-US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7E4BB0F6-B4A6-FCFF-0957-6F4EDB0CA22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43406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84" y="270000"/>
            <a:ext cx="5732004" cy="2770117"/>
          </a:xfrm>
        </p:spPr>
        <p:txBody>
          <a:bodyPr anchor="t"/>
          <a:lstStyle>
            <a:lvl1pPr>
              <a:lnSpc>
                <a:spcPct val="80000"/>
              </a:lnSpc>
              <a:defRPr sz="74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BED0E8-5F3C-7ED5-6D85-7ADCF62396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0"/>
            <a:ext cx="6026150" cy="6858000"/>
          </a:xfrm>
          <a:solidFill>
            <a:srgbClr val="F6F3F2"/>
          </a:solidFill>
        </p:spPr>
        <p:txBody>
          <a:bodyPr/>
          <a:lstStyle>
            <a:lvl1pPr>
              <a:defRPr b="0" i="0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447271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5801" y="277200"/>
            <a:ext cx="8966200" cy="5995014"/>
          </a:xfrm>
        </p:spPr>
        <p:txBody>
          <a:bodyPr/>
          <a:lstStyle>
            <a:lvl1pPr marL="981075" indent="-981075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tabLst/>
              <a:defRPr sz="3000" b="0" i="0">
                <a:latin typeface="+mj-lt"/>
              </a:defRPr>
            </a:lvl1pPr>
            <a:lvl2pPr marL="1201738" indent="-220663">
              <a:tabLst/>
              <a:defRPr/>
            </a:lvl2pPr>
            <a:lvl3pPr marL="1201738" indent="-220663">
              <a:tabLst/>
              <a:defRPr/>
            </a:lvl3pPr>
            <a:lvl4pPr marL="1201738" indent="-220663">
              <a:tabLst/>
              <a:defRPr/>
            </a:lvl4pPr>
            <a:lvl5pPr marL="1201738" indent="-2206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924272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5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225799" y="93313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5800" y="2317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06875" y="2317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06462" y="2317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53899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5800" y="625471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06875" y="625471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06462" y="625471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25800" y="1022195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06875" y="1022195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6462" y="1022195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225799" y="1335152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5800" y="14189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06875" y="14189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06462" y="14189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225799" y="1737173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25800" y="1815643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6875" y="1815643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6462" y="1815643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225799" y="212342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25800" y="221236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06875" y="221236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06462" y="221236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3225799" y="2525448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5800" y="260765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06875" y="260765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06462" y="260765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3225799" y="2919586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5800" y="300293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06875" y="300293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6462" y="300293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25799" y="331372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25800" y="3398222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206875" y="3398222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6462" y="3398222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3225799" y="371574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25800" y="3793507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06875" y="3793507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06462" y="3793507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25799" y="410199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25800" y="4185778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206875" y="4185778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06462" y="4185778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3225799" y="44961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225800" y="457804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06875" y="457804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06462" y="457804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3225799" y="4890274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25800" y="496901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206875" y="496901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106462" y="496901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527652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 b="0" i="0">
                <a:latin typeface="+mn-lt"/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225800" y="5359989"/>
            <a:ext cx="83661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206875" y="5359989"/>
            <a:ext cx="4754563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06462" y="5359989"/>
            <a:ext cx="2794059" cy="228909"/>
          </a:xfr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1500" b="0" i="0">
                <a:latin typeface="+mn-lt"/>
              </a:defRPr>
            </a:lvl1pPr>
            <a:lvl2pPr marL="0" indent="0">
              <a:buNone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2693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337" y="269882"/>
            <a:ext cx="11615278" cy="5002212"/>
          </a:xfrm>
        </p:spPr>
        <p:txBody>
          <a:bodyPr/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9562A-759F-B207-3B94-4C0D83136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79393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2415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1DD8F082-A223-D042-3724-42EC4535F5C3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0088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73600"/>
            <a:ext cx="1811959" cy="397032"/>
          </a:xfrm>
        </p:spPr>
        <p:txBody>
          <a:bodyPr/>
          <a:lstStyle>
            <a:lvl1pPr>
              <a:lnSpc>
                <a:spcPct val="85000"/>
              </a:lnSpc>
              <a:defRPr sz="15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3225799" y="29103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124824" y="52705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3225799" y="2282397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24824" y="2518410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225799" y="428646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24824" y="4522482"/>
            <a:ext cx="3775075" cy="1498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225799" y="6287989"/>
            <a:ext cx="8674099" cy="45719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40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225800" y="111125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225800" y="2102616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225800" y="4106128"/>
            <a:ext cx="3776663" cy="1789113"/>
          </a:xfrm>
        </p:spPr>
        <p:txBody>
          <a:bodyPr/>
          <a:lstStyle>
            <a:lvl1pPr>
              <a:defRPr sz="11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2459776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3084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800" y="270000"/>
            <a:ext cx="5737225" cy="600835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416523"/>
            <a:ext cx="3778250" cy="1816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302" y="713620"/>
            <a:ext cx="5733083" cy="274691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105133501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0D3F3-D407-76CD-22B7-F5204597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5733083" cy="292965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870855573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5200"/>
            <a:ext cx="377825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019559760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51"/>
            <a:ext cx="3773029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08923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29587" y="1822451"/>
            <a:ext cx="3773028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5200" y="295200"/>
            <a:ext cx="3773488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618863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2099" y="1306514"/>
            <a:ext cx="3770314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6876" y="1306514"/>
            <a:ext cx="3775076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4" y="1306514"/>
            <a:ext cx="377507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8925" y="3357563"/>
            <a:ext cx="37692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06876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24824" y="3357563"/>
            <a:ext cx="37764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568778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2793541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3" y="1822450"/>
            <a:ext cx="2795586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1" y="1822450"/>
            <a:ext cx="2793542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4313" y="1822450"/>
            <a:ext cx="2795587" cy="4448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48128266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92100" y="1306514"/>
            <a:ext cx="2790825" cy="1908174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25800" y="1306515"/>
            <a:ext cx="2795588" cy="1906586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165850" y="1306513"/>
            <a:ext cx="2795588" cy="190817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04313" y="1306513"/>
            <a:ext cx="2799890" cy="190658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8925" y="3357563"/>
            <a:ext cx="2790825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33115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75321" y="3357563"/>
            <a:ext cx="2796156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04313" y="3357563"/>
            <a:ext cx="2800800" cy="2919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20498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31294"/>
            <a:ext cx="2793541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32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2" y="1831294"/>
            <a:ext cx="2793542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25800" y="1831294"/>
            <a:ext cx="2803525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 dirty="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05903" y="1831294"/>
            <a:ext cx="279399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89384" y="3871912"/>
            <a:ext cx="2793541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165851" y="3871912"/>
            <a:ext cx="2795588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25801" y="3871912"/>
            <a:ext cx="2795588" cy="1893887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04313" y="3871912"/>
            <a:ext cx="2795587" cy="18938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lang="en-GB" sz="3200" b="0" i="0" kern="1200">
                <a:solidFill>
                  <a:schemeClr val="tx2"/>
                </a:solidFill>
                <a:latin typeface="Johnson Display" pitchFamily="2" charset="77"/>
                <a:ea typeface="+mn-ea"/>
                <a:cs typeface="+mn-cs"/>
              </a:defRPr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20292273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306513"/>
            <a:ext cx="5732003" cy="4964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165850" y="1306513"/>
            <a:ext cx="5737225" cy="496411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330199"/>
            <a:ext cx="1816100" cy="841376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sz="800" b="0" i="0">
                <a:latin typeface="+mn-lt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sz="800" b="0" i="0">
                <a:latin typeface="+mn-lt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8378467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292100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1480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06875" y="1306513"/>
            <a:ext cx="3775076" cy="3944936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06874" y="5394325"/>
            <a:ext cx="3775076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8124825" y="1306512"/>
            <a:ext cx="3770313" cy="394493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24205" y="5394325"/>
            <a:ext cx="3770934" cy="8763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72891144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64874" y="6413500"/>
            <a:ext cx="837741" cy="153463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92100" y="2847975"/>
            <a:ext cx="11610975" cy="3143518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4205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D23E10-1A21-5CDD-2CA1-9870ABCDAF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377437913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24825" y="293525"/>
            <a:ext cx="377825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63686684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D6A6F-0428-2EB9-8170-122B4D25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39054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rgbClr val="F6F3F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 If using a title or subtitle over the image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40900601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5800" y="0"/>
            <a:ext cx="8966200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2793541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2793541" cy="19348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86156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267"/>
            <a:ext cx="5732002" cy="468590"/>
          </a:xfrm>
        </p:spPr>
        <p:txBody>
          <a:bodyPr/>
          <a:lstStyle/>
          <a:p>
            <a:r>
              <a:rPr lang="en-GB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06834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21385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B94300B-C77D-1F3F-A75F-F3E8D1A2D0B2}"/>
              </a:ext>
            </a:extLst>
          </p:cNvPr>
          <p:cNvSpPr txBox="1">
            <a:spLocks/>
          </p:cNvSpPr>
          <p:nvPr/>
        </p:nvSpPr>
        <p:spPr>
          <a:xfrm>
            <a:off x="114300" y="6096000"/>
            <a:ext cx="1009650" cy="660400"/>
          </a:xfrm>
          <a:custGeom>
            <a:avLst/>
            <a:gdLst>
              <a:gd name="connsiteX0" fmla="*/ 0 w 1009650"/>
              <a:gd name="connsiteY0" fmla="*/ 0 h 660400"/>
              <a:gd name="connsiteX1" fmla="*/ 1009650 w 1009650"/>
              <a:gd name="connsiteY1" fmla="*/ 0 h 660400"/>
              <a:gd name="connsiteX2" fmla="*/ 1009650 w 1009650"/>
              <a:gd name="connsiteY2" fmla="*/ 660400 h 660400"/>
              <a:gd name="connsiteX3" fmla="*/ 0 w 1009650"/>
              <a:gd name="connsiteY3" fmla="*/ 660400 h 660400"/>
              <a:gd name="connsiteX4" fmla="*/ 0 w 1009650"/>
              <a:gd name="connsiteY4" fmla="*/ 0 h 660400"/>
              <a:gd name="connsiteX5" fmla="*/ 334111 w 1009650"/>
              <a:gd name="connsiteY5" fmla="*/ 317500 h 660400"/>
              <a:gd name="connsiteX6" fmla="*/ 290920 w 1009650"/>
              <a:gd name="connsiteY6" fmla="*/ 353764 h 660400"/>
              <a:gd name="connsiteX7" fmla="*/ 307700 w 1009650"/>
              <a:gd name="connsiteY7" fmla="*/ 388779 h 660400"/>
              <a:gd name="connsiteX8" fmla="*/ 307903 w 1009650"/>
              <a:gd name="connsiteY8" fmla="*/ 389200 h 660400"/>
              <a:gd name="connsiteX9" fmla="*/ 277918 w 1009650"/>
              <a:gd name="connsiteY9" fmla="*/ 431331 h 660400"/>
              <a:gd name="connsiteX10" fmla="*/ 320063 w 1009650"/>
              <a:gd name="connsiteY10" fmla="*/ 470950 h 660400"/>
              <a:gd name="connsiteX11" fmla="*/ 367452 w 1009650"/>
              <a:gd name="connsiteY11" fmla="*/ 453972 h 660400"/>
              <a:gd name="connsiteX12" fmla="*/ 380033 w 1009650"/>
              <a:gd name="connsiteY12" fmla="*/ 467595 h 660400"/>
              <a:gd name="connsiteX13" fmla="*/ 412953 w 1009650"/>
              <a:gd name="connsiteY13" fmla="*/ 467595 h 660400"/>
              <a:gd name="connsiteX14" fmla="*/ 412953 w 1009650"/>
              <a:gd name="connsiteY14" fmla="*/ 466549 h 660400"/>
              <a:gd name="connsiteX15" fmla="*/ 386106 w 1009650"/>
              <a:gd name="connsiteY15" fmla="*/ 436995 h 660400"/>
              <a:gd name="connsiteX16" fmla="*/ 386120 w 1009650"/>
              <a:gd name="connsiteY16" fmla="*/ 436995 h 660400"/>
              <a:gd name="connsiteX17" fmla="*/ 403945 w 1009650"/>
              <a:gd name="connsiteY17" fmla="*/ 396113 h 660400"/>
              <a:gd name="connsiteX18" fmla="*/ 376474 w 1009650"/>
              <a:gd name="connsiteY18" fmla="*/ 369492 h 660400"/>
              <a:gd name="connsiteX19" fmla="*/ 351312 w 1009650"/>
              <a:gd name="connsiteY19" fmla="*/ 374518 h 660400"/>
              <a:gd name="connsiteX20" fmla="*/ 350891 w 1009650"/>
              <a:gd name="connsiteY20" fmla="*/ 373675 h 660400"/>
              <a:gd name="connsiteX21" fmla="*/ 373539 w 1009650"/>
              <a:gd name="connsiteY21" fmla="*/ 346009 h 660400"/>
              <a:gd name="connsiteX22" fmla="*/ 334111 w 1009650"/>
              <a:gd name="connsiteY22" fmla="*/ 317500 h 660400"/>
              <a:gd name="connsiteX23" fmla="*/ 494539 w 1009650"/>
              <a:gd name="connsiteY23" fmla="*/ 320869 h 660400"/>
              <a:gd name="connsiteX24" fmla="*/ 494539 w 1009650"/>
              <a:gd name="connsiteY24" fmla="*/ 429253 h 660400"/>
              <a:gd name="connsiteX25" fmla="*/ 471890 w 1009650"/>
              <a:gd name="connsiteY25" fmla="*/ 457341 h 660400"/>
              <a:gd name="connsiteX26" fmla="*/ 449242 w 1009650"/>
              <a:gd name="connsiteY26" fmla="*/ 427148 h 660400"/>
              <a:gd name="connsiteX27" fmla="*/ 449242 w 1009650"/>
              <a:gd name="connsiteY27" fmla="*/ 407019 h 660400"/>
              <a:gd name="connsiteX28" fmla="*/ 423238 w 1009650"/>
              <a:gd name="connsiteY28" fmla="*/ 413511 h 660400"/>
              <a:gd name="connsiteX29" fmla="*/ 423238 w 1009650"/>
              <a:gd name="connsiteY29" fmla="*/ 422530 h 660400"/>
              <a:gd name="connsiteX30" fmla="*/ 471890 w 1009650"/>
              <a:gd name="connsiteY30" fmla="*/ 470950 h 660400"/>
              <a:gd name="connsiteX31" fmla="*/ 471890 w 1009650"/>
              <a:gd name="connsiteY31" fmla="*/ 470963 h 660400"/>
              <a:gd name="connsiteX32" fmla="*/ 520543 w 1009650"/>
              <a:gd name="connsiteY32" fmla="*/ 422543 h 660400"/>
              <a:gd name="connsiteX33" fmla="*/ 520543 w 1009650"/>
              <a:gd name="connsiteY33" fmla="*/ 320869 h 660400"/>
              <a:gd name="connsiteX34" fmla="*/ 494539 w 1009650"/>
              <a:gd name="connsiteY34" fmla="*/ 320869 h 660400"/>
              <a:gd name="connsiteX35" fmla="*/ 231154 w 1009650"/>
              <a:gd name="connsiteY35" fmla="*/ 320869 h 660400"/>
              <a:gd name="connsiteX36" fmla="*/ 231154 w 1009650"/>
              <a:gd name="connsiteY36" fmla="*/ 429253 h 660400"/>
              <a:gd name="connsiteX37" fmla="*/ 208506 w 1009650"/>
              <a:gd name="connsiteY37" fmla="*/ 457341 h 660400"/>
              <a:gd name="connsiteX38" fmla="*/ 185857 w 1009650"/>
              <a:gd name="connsiteY38" fmla="*/ 427148 h 660400"/>
              <a:gd name="connsiteX39" fmla="*/ 185857 w 1009650"/>
              <a:gd name="connsiteY39" fmla="*/ 407019 h 660400"/>
              <a:gd name="connsiteX40" fmla="*/ 159853 w 1009650"/>
              <a:gd name="connsiteY40" fmla="*/ 413511 h 660400"/>
              <a:gd name="connsiteX41" fmla="*/ 159853 w 1009650"/>
              <a:gd name="connsiteY41" fmla="*/ 422530 h 660400"/>
              <a:gd name="connsiteX42" fmla="*/ 208506 w 1009650"/>
              <a:gd name="connsiteY42" fmla="*/ 470950 h 660400"/>
              <a:gd name="connsiteX43" fmla="*/ 257158 w 1009650"/>
              <a:gd name="connsiteY43" fmla="*/ 422530 h 660400"/>
              <a:gd name="connsiteX44" fmla="*/ 257158 w 1009650"/>
              <a:gd name="connsiteY44" fmla="*/ 320869 h 660400"/>
              <a:gd name="connsiteX45" fmla="*/ 231154 w 1009650"/>
              <a:gd name="connsiteY45" fmla="*/ 320869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09650" h="660400">
                <a:moveTo>
                  <a:pt x="0" y="0"/>
                </a:moveTo>
                <a:lnTo>
                  <a:pt x="1009650" y="0"/>
                </a:lnTo>
                <a:lnTo>
                  <a:pt x="1009650" y="660400"/>
                </a:lnTo>
                <a:lnTo>
                  <a:pt x="0" y="660400"/>
                </a:lnTo>
                <a:lnTo>
                  <a:pt x="0" y="0"/>
                </a:lnTo>
                <a:close/>
                <a:moveTo>
                  <a:pt x="334111" y="317500"/>
                </a:moveTo>
                <a:cubicBezTo>
                  <a:pt x="305173" y="317500"/>
                  <a:pt x="290920" y="333636"/>
                  <a:pt x="290920" y="353764"/>
                </a:cubicBezTo>
                <a:cubicBezTo>
                  <a:pt x="290920" y="364670"/>
                  <a:pt x="295540" y="375563"/>
                  <a:pt x="307700" y="388779"/>
                </a:cubicBezTo>
                <a:lnTo>
                  <a:pt x="307903" y="389200"/>
                </a:lnTo>
                <a:cubicBezTo>
                  <a:pt x="287347" y="399047"/>
                  <a:pt x="277918" y="414978"/>
                  <a:pt x="277918" y="431331"/>
                </a:cubicBezTo>
                <a:cubicBezTo>
                  <a:pt x="277918" y="452926"/>
                  <a:pt x="294480" y="470950"/>
                  <a:pt x="320063" y="470950"/>
                </a:cubicBezTo>
                <a:cubicBezTo>
                  <a:pt x="334736" y="470950"/>
                  <a:pt x="351937" y="464865"/>
                  <a:pt x="367452" y="453972"/>
                </a:cubicBezTo>
                <a:lnTo>
                  <a:pt x="380033" y="467595"/>
                </a:lnTo>
                <a:lnTo>
                  <a:pt x="412953" y="467595"/>
                </a:lnTo>
                <a:lnTo>
                  <a:pt x="412953" y="466549"/>
                </a:lnTo>
                <a:lnTo>
                  <a:pt x="386106" y="436995"/>
                </a:lnTo>
                <a:lnTo>
                  <a:pt x="386120" y="436995"/>
                </a:lnTo>
                <a:cubicBezTo>
                  <a:pt x="397437" y="423576"/>
                  <a:pt x="403945" y="408907"/>
                  <a:pt x="403945" y="396113"/>
                </a:cubicBezTo>
                <a:cubicBezTo>
                  <a:pt x="403945" y="380181"/>
                  <a:pt x="393253" y="369492"/>
                  <a:pt x="376474" y="369492"/>
                </a:cubicBezTo>
                <a:cubicBezTo>
                  <a:pt x="367670" y="369492"/>
                  <a:pt x="357806" y="372005"/>
                  <a:pt x="351312" y="374518"/>
                </a:cubicBezTo>
                <a:lnTo>
                  <a:pt x="350891" y="373675"/>
                </a:lnTo>
                <a:cubicBezTo>
                  <a:pt x="366827" y="365078"/>
                  <a:pt x="373539" y="357119"/>
                  <a:pt x="373539" y="346009"/>
                </a:cubicBezTo>
                <a:cubicBezTo>
                  <a:pt x="373539" y="330077"/>
                  <a:pt x="359273" y="317500"/>
                  <a:pt x="334111" y="317500"/>
                </a:cubicBezTo>
                <a:close/>
                <a:moveTo>
                  <a:pt x="494539" y="320869"/>
                </a:moveTo>
                <a:lnTo>
                  <a:pt x="494539" y="429253"/>
                </a:lnTo>
                <a:cubicBezTo>
                  <a:pt x="494539" y="446855"/>
                  <a:pt x="487827" y="457341"/>
                  <a:pt x="471890" y="457341"/>
                </a:cubicBezTo>
                <a:cubicBezTo>
                  <a:pt x="455954" y="457341"/>
                  <a:pt x="449242" y="446230"/>
                  <a:pt x="449242" y="427148"/>
                </a:cubicBezTo>
                <a:lnTo>
                  <a:pt x="449242" y="407019"/>
                </a:lnTo>
                <a:lnTo>
                  <a:pt x="423238" y="413511"/>
                </a:lnTo>
                <a:lnTo>
                  <a:pt x="423238" y="422530"/>
                </a:lnTo>
                <a:cubicBezTo>
                  <a:pt x="423238" y="449993"/>
                  <a:pt x="436865" y="470950"/>
                  <a:pt x="471890" y="470950"/>
                </a:cubicBezTo>
                <a:lnTo>
                  <a:pt x="471890" y="470963"/>
                </a:lnTo>
                <a:cubicBezTo>
                  <a:pt x="506916" y="470963"/>
                  <a:pt x="520543" y="450006"/>
                  <a:pt x="520543" y="422543"/>
                </a:cubicBezTo>
                <a:lnTo>
                  <a:pt x="520543" y="320869"/>
                </a:lnTo>
                <a:lnTo>
                  <a:pt x="494539" y="320869"/>
                </a:lnTo>
                <a:close/>
                <a:moveTo>
                  <a:pt x="231154" y="320869"/>
                </a:moveTo>
                <a:lnTo>
                  <a:pt x="231154" y="429253"/>
                </a:lnTo>
                <a:cubicBezTo>
                  <a:pt x="231154" y="446855"/>
                  <a:pt x="224443" y="457341"/>
                  <a:pt x="208506" y="457341"/>
                </a:cubicBezTo>
                <a:cubicBezTo>
                  <a:pt x="192569" y="457341"/>
                  <a:pt x="185857" y="446230"/>
                  <a:pt x="185857" y="427148"/>
                </a:cubicBezTo>
                <a:lnTo>
                  <a:pt x="185857" y="407019"/>
                </a:lnTo>
                <a:lnTo>
                  <a:pt x="159853" y="413511"/>
                </a:lnTo>
                <a:lnTo>
                  <a:pt x="159853" y="422530"/>
                </a:lnTo>
                <a:cubicBezTo>
                  <a:pt x="159853" y="449993"/>
                  <a:pt x="173480" y="470950"/>
                  <a:pt x="208506" y="470950"/>
                </a:cubicBezTo>
                <a:cubicBezTo>
                  <a:pt x="243531" y="470950"/>
                  <a:pt x="257158" y="449993"/>
                  <a:pt x="257158" y="422530"/>
                </a:cubicBezTo>
                <a:lnTo>
                  <a:pt x="257158" y="320869"/>
                </a:lnTo>
                <a:lnTo>
                  <a:pt x="231154" y="320869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2pPr>
            <a:lvl3pPr marL="546100" indent="-2603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4500" kern="1200">
                <a:solidFill>
                  <a:schemeClr val="tx2"/>
                </a:solidFill>
                <a:latin typeface="Johnson Display BETA Display" pitchFamily="2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400" kern="1200">
                <a:solidFill>
                  <a:schemeClr val="tx1"/>
                </a:solidFill>
                <a:latin typeface="Basel Grotesk" panose="020B0503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58" y="4376738"/>
            <a:ext cx="5580856" cy="1893886"/>
          </a:xfrm>
        </p:spPr>
        <p:txBody>
          <a:bodyPr/>
          <a:lstStyle>
            <a:lvl4pPr>
              <a:defRPr sz="5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798" y="279525"/>
            <a:ext cx="5578817" cy="2733056"/>
          </a:xfrm>
        </p:spPr>
        <p:txBody>
          <a:bodyPr/>
          <a:lstStyle>
            <a:lvl1pPr>
              <a:lnSpc>
                <a:spcPct val="80000"/>
              </a:lnSpc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5813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4" y="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579107029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70615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0614" y="3429000"/>
            <a:ext cx="6021385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81307" y="0"/>
            <a:ext cx="3010694" cy="3429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00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534263644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65850" y="2338388"/>
            <a:ext cx="5734051" cy="393223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83801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8672513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8672513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1945230394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04313" y="2338386"/>
            <a:ext cx="2795588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338387"/>
            <a:ext cx="5732003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04313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5850" y="2338386"/>
            <a:ext cx="2800351" cy="393223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1306513"/>
            <a:ext cx="1816100" cy="904875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8673135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288302" y="713620"/>
            <a:ext cx="867149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2028201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4825" y="291038"/>
            <a:ext cx="3775076" cy="2922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DE09C-0B1B-D45B-6ABB-863B5E08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5" y="2338387"/>
            <a:ext cx="4750422" cy="393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5850" y="263526"/>
            <a:ext cx="1816099" cy="901700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4825" y="3357564"/>
            <a:ext cx="3775076" cy="291306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0614" y="3334276"/>
            <a:ext cx="1811335" cy="904875"/>
          </a:xfrm>
        </p:spPr>
        <p:txBody>
          <a:bodyPr/>
          <a:lstStyle>
            <a:lvl1pPr>
              <a:spcBef>
                <a:spcPts val="0"/>
              </a:spcBef>
              <a:spcAft>
                <a:spcPts val="300"/>
              </a:spcAft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663" indent="-93663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388" indent="-85725">
              <a:spcBef>
                <a:spcPts val="0"/>
              </a:spcBef>
              <a:spcAft>
                <a:spcPts val="300"/>
              </a:spcAft>
              <a:tabLst/>
              <a:defRPr lang="en-GB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4750421" cy="454529"/>
          </a:xfrm>
        </p:spPr>
        <p:txBody>
          <a:bodyPr/>
          <a:lstStyle/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288302" y="713620"/>
            <a:ext cx="4750421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46425798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0102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0102" y="4376738"/>
            <a:ext cx="4754562" cy="1893887"/>
          </a:xfrm>
        </p:spPr>
        <p:txBody>
          <a:bodyPr/>
          <a:lstStyle>
            <a:lvl4pPr>
              <a:defRPr lang="en-GB"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8239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7338" y="4376738"/>
            <a:ext cx="4754562" cy="1893887"/>
          </a:xfrm>
        </p:spPr>
        <p:txBody>
          <a:bodyPr/>
          <a:lstStyle>
            <a:lvl4pPr>
              <a:defRPr lang="en-GB" sz="40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50" y="530259"/>
            <a:ext cx="4754563" cy="2437590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6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4427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7563"/>
            <a:ext cx="4152900" cy="350043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52900" y="1"/>
            <a:ext cx="3912062" cy="68575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04313" y="4376738"/>
            <a:ext cx="2795587" cy="1893887"/>
          </a:xfrm>
        </p:spPr>
        <p:txBody>
          <a:bodyPr/>
          <a:lstStyle>
            <a:lvl4pPr>
              <a:defRPr sz="4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64961" y="0"/>
            <a:ext cx="4114339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696913"/>
            <a:ext cx="3770934" cy="1765868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62592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5041900" cy="3357563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5850" y="3357563"/>
            <a:ext cx="6022552" cy="3499955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65850" y="1306512"/>
            <a:ext cx="5736764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6825" y="4377028"/>
            <a:ext cx="4754562" cy="911019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7400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1820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0"/>
            <a:ext cx="6095999" cy="6858000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8925" y="5394325"/>
            <a:ext cx="2795587" cy="87630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233838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308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5ED696B4-406E-0FB8-EA0B-E53B61E554E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3100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4825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24825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3778250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07732" y="285158"/>
            <a:ext cx="3775075" cy="394711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7732" y="4376738"/>
            <a:ext cx="377507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3775073" cy="4545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377507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3E19F3D7-F90A-46D9-2B6B-5F973B52BDE0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076491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8925" y="4376738"/>
            <a:ext cx="2776485" cy="1893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800"/>
            <a:ext cx="9649446" cy="4685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1" y="713620"/>
            <a:ext cx="9649445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0F98AA2-E2DC-E0E0-4C8F-760BB9A932E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82FD8FC-F7B2-9C6C-B17A-E86A85F913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5" name="Graphic 6">
            <a:extLst>
              <a:ext uri="{FF2B5EF4-FFF2-40B4-BE49-F238E27FC236}">
                <a16:creationId xmlns:a16="http://schemas.microsoft.com/office/drawing/2014/main" id="{2BDA1936-DAE8-D310-08BC-E432CB5DE2F6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bg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77599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6108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088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225801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25800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119384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9383" y="4376738"/>
            <a:ext cx="2797905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1479" y="1309284"/>
            <a:ext cx="2795588" cy="2922992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1478" y="4376738"/>
            <a:ext cx="2794731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25200" y="293525"/>
            <a:ext cx="3778870" cy="8780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5733085" cy="46859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288302" y="713620"/>
            <a:ext cx="5732229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364573096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2338388"/>
            <a:ext cx="1811338" cy="1893887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4376738"/>
            <a:ext cx="1811338" cy="189388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9161720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A39B-2942-9741-8948-C5E41AE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210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10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10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06875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6875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65850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65850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29587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587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088562" y="1325991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88562" y="3133126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24205" y="295200"/>
            <a:ext cx="3778870" cy="876375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29210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210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2510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10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06875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06875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165850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65850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129587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29587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088562" y="3832986"/>
            <a:ext cx="1810800" cy="1742358"/>
          </a:xfrm>
          <a:solidFill>
            <a:srgbClr val="F6F3F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the icon to add a team member headshot.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88562" y="5640121"/>
            <a:ext cx="1811338" cy="46480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140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320675" indent="-320675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  <a:p>
            <a:pPr lvl="1"/>
            <a:r>
              <a:rPr lang="en-GB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303" y="262800"/>
            <a:ext cx="6710984" cy="54418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288302" y="713620"/>
            <a:ext cx="6713538" cy="29296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GB"/>
              <a:t>Subtitle goes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3752631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bg1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03707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rgbClr val="F6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04313" y="5880220"/>
            <a:ext cx="2795587" cy="71718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593" y="280800"/>
            <a:ext cx="5734050" cy="2620397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7000" b="0" i="0" spc="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41CCCF6-45D3-89EA-1171-FDB379444A5D}"/>
              </a:ext>
            </a:extLst>
          </p:cNvPr>
          <p:cNvSpPr/>
          <p:nvPr userDrawn="1"/>
        </p:nvSpPr>
        <p:spPr>
          <a:xfrm>
            <a:off x="291593" y="6373132"/>
            <a:ext cx="2032407" cy="189099"/>
          </a:xfrm>
          <a:custGeom>
            <a:avLst/>
            <a:gdLst>
              <a:gd name="connsiteX0" fmla="*/ 786066 w 7948307"/>
              <a:gd name="connsiteY0" fmla="*/ 677532 h 739526"/>
              <a:gd name="connsiteX1" fmla="*/ 664794 w 7948307"/>
              <a:gd name="connsiteY1" fmla="*/ 470470 h 739526"/>
              <a:gd name="connsiteX2" fmla="*/ 786066 w 7948307"/>
              <a:gd name="connsiteY2" fmla="*/ 263408 h 739526"/>
              <a:gd name="connsiteX3" fmla="*/ 907339 w 7948307"/>
              <a:gd name="connsiteY3" fmla="*/ 470470 h 739526"/>
              <a:gd name="connsiteX4" fmla="*/ 786066 w 7948307"/>
              <a:gd name="connsiteY4" fmla="*/ 677532 h 739526"/>
              <a:gd name="connsiteX5" fmla="*/ 786066 w 7948307"/>
              <a:gd name="connsiteY5" fmla="*/ 207889 h 739526"/>
              <a:gd name="connsiteX6" fmla="*/ 539525 w 7948307"/>
              <a:gd name="connsiteY6" fmla="*/ 470470 h 739526"/>
              <a:gd name="connsiteX7" fmla="*/ 786066 w 7948307"/>
              <a:gd name="connsiteY7" fmla="*/ 733052 h 739526"/>
              <a:gd name="connsiteX8" fmla="*/ 1032607 w 7948307"/>
              <a:gd name="connsiteY8" fmla="*/ 470470 h 739526"/>
              <a:gd name="connsiteX9" fmla="*/ 786066 w 7948307"/>
              <a:gd name="connsiteY9" fmla="*/ 207889 h 739526"/>
              <a:gd name="connsiteX10" fmla="*/ 1888405 w 7948307"/>
              <a:gd name="connsiteY10" fmla="*/ 207889 h 739526"/>
              <a:gd name="connsiteX11" fmla="*/ 1748942 w 7948307"/>
              <a:gd name="connsiteY11" fmla="*/ 281593 h 739526"/>
              <a:gd name="connsiteX12" fmla="*/ 1742878 w 7948307"/>
              <a:gd name="connsiteY12" fmla="*/ 281593 h 739526"/>
              <a:gd name="connsiteX13" fmla="*/ 1742878 w 7948307"/>
              <a:gd name="connsiteY13" fmla="*/ 217945 h 739526"/>
              <a:gd name="connsiteX14" fmla="*/ 1623673 w 7948307"/>
              <a:gd name="connsiteY14" fmla="*/ 217945 h 739526"/>
              <a:gd name="connsiteX15" fmla="*/ 1623673 w 7948307"/>
              <a:gd name="connsiteY15" fmla="*/ 722995 h 739526"/>
              <a:gd name="connsiteX16" fmla="*/ 1742878 w 7948307"/>
              <a:gd name="connsiteY16" fmla="*/ 722995 h 739526"/>
              <a:gd name="connsiteX17" fmla="*/ 1742878 w 7948307"/>
              <a:gd name="connsiteY17" fmla="*/ 396765 h 739526"/>
              <a:gd name="connsiteX18" fmla="*/ 1842928 w 7948307"/>
              <a:gd name="connsiteY18" fmla="*/ 278562 h 739526"/>
              <a:gd name="connsiteX19" fmla="*/ 1928783 w 7948307"/>
              <a:gd name="connsiteY19" fmla="*/ 377616 h 739526"/>
              <a:gd name="connsiteX20" fmla="*/ 1928783 w 7948307"/>
              <a:gd name="connsiteY20" fmla="*/ 722995 h 739526"/>
              <a:gd name="connsiteX21" fmla="*/ 2047989 w 7948307"/>
              <a:gd name="connsiteY21" fmla="*/ 722995 h 739526"/>
              <a:gd name="connsiteX22" fmla="*/ 2047989 w 7948307"/>
              <a:gd name="connsiteY22" fmla="*/ 376514 h 739526"/>
              <a:gd name="connsiteX23" fmla="*/ 1888405 w 7948307"/>
              <a:gd name="connsiteY23" fmla="*/ 207889 h 739526"/>
              <a:gd name="connsiteX24" fmla="*/ 2318785 w 7948307"/>
              <a:gd name="connsiteY24" fmla="*/ 207889 h 739526"/>
              <a:gd name="connsiteX25" fmla="*/ 2125851 w 7948307"/>
              <a:gd name="connsiteY25" fmla="*/ 353369 h 739526"/>
              <a:gd name="connsiteX26" fmla="*/ 2248089 w 7948307"/>
              <a:gd name="connsiteY26" fmla="*/ 498850 h 739526"/>
              <a:gd name="connsiteX27" fmla="*/ 2349103 w 7948307"/>
              <a:gd name="connsiteY27" fmla="*/ 524061 h 739526"/>
              <a:gd name="connsiteX28" fmla="*/ 2426965 w 7948307"/>
              <a:gd name="connsiteY28" fmla="*/ 598868 h 739526"/>
              <a:gd name="connsiteX29" fmla="*/ 2326916 w 7948307"/>
              <a:gd name="connsiteY29" fmla="*/ 679736 h 739526"/>
              <a:gd name="connsiteX30" fmla="*/ 2211707 w 7948307"/>
              <a:gd name="connsiteY30" fmla="*/ 562635 h 739526"/>
              <a:gd name="connsiteX31" fmla="*/ 2104629 w 7948307"/>
              <a:gd name="connsiteY31" fmla="*/ 592944 h 739526"/>
              <a:gd name="connsiteX32" fmla="*/ 2313824 w 7948307"/>
              <a:gd name="connsiteY32" fmla="*/ 733327 h 739526"/>
              <a:gd name="connsiteX33" fmla="*/ 2523983 w 7948307"/>
              <a:gd name="connsiteY33" fmla="*/ 568697 h 739526"/>
              <a:gd name="connsiteX34" fmla="*/ 2389619 w 7948307"/>
              <a:gd name="connsiteY34" fmla="*/ 417155 h 739526"/>
              <a:gd name="connsiteX35" fmla="*/ 2292601 w 7948307"/>
              <a:gd name="connsiteY35" fmla="*/ 392908 h 739526"/>
              <a:gd name="connsiteX36" fmla="*/ 2222869 w 7948307"/>
              <a:gd name="connsiteY36" fmla="*/ 326229 h 739526"/>
              <a:gd name="connsiteX37" fmla="*/ 2308725 w 7948307"/>
              <a:gd name="connsiteY37" fmla="*/ 261617 h 739526"/>
              <a:gd name="connsiteX38" fmla="*/ 2411806 w 7948307"/>
              <a:gd name="connsiteY38" fmla="*/ 358604 h 739526"/>
              <a:gd name="connsiteX39" fmla="*/ 2512821 w 7948307"/>
              <a:gd name="connsiteY39" fmla="*/ 328296 h 739526"/>
              <a:gd name="connsiteX40" fmla="*/ 2318785 w 7948307"/>
              <a:gd name="connsiteY40" fmla="*/ 208164 h 739526"/>
              <a:gd name="connsiteX41" fmla="*/ 2819861 w 7948307"/>
              <a:gd name="connsiteY41" fmla="*/ 677807 h 739526"/>
              <a:gd name="connsiteX42" fmla="*/ 2698588 w 7948307"/>
              <a:gd name="connsiteY42" fmla="*/ 470746 h 739526"/>
              <a:gd name="connsiteX43" fmla="*/ 2819861 w 7948307"/>
              <a:gd name="connsiteY43" fmla="*/ 263684 h 739526"/>
              <a:gd name="connsiteX44" fmla="*/ 2941133 w 7948307"/>
              <a:gd name="connsiteY44" fmla="*/ 470746 h 739526"/>
              <a:gd name="connsiteX45" fmla="*/ 2819861 w 7948307"/>
              <a:gd name="connsiteY45" fmla="*/ 677807 h 739526"/>
              <a:gd name="connsiteX46" fmla="*/ 2819861 w 7948307"/>
              <a:gd name="connsiteY46" fmla="*/ 208164 h 739526"/>
              <a:gd name="connsiteX47" fmla="*/ 2573319 w 7948307"/>
              <a:gd name="connsiteY47" fmla="*/ 470746 h 739526"/>
              <a:gd name="connsiteX48" fmla="*/ 2819861 w 7948307"/>
              <a:gd name="connsiteY48" fmla="*/ 733327 h 739526"/>
              <a:gd name="connsiteX49" fmla="*/ 3066402 w 7948307"/>
              <a:gd name="connsiteY49" fmla="*/ 470746 h 739526"/>
              <a:gd name="connsiteX50" fmla="*/ 2819861 w 7948307"/>
              <a:gd name="connsiteY50" fmla="*/ 208164 h 739526"/>
              <a:gd name="connsiteX51" fmla="*/ 3401831 w 7948307"/>
              <a:gd name="connsiteY51" fmla="*/ 208164 h 739526"/>
              <a:gd name="connsiteX52" fmla="*/ 3262367 w 7948307"/>
              <a:gd name="connsiteY52" fmla="*/ 281869 h 739526"/>
              <a:gd name="connsiteX53" fmla="*/ 3256304 w 7948307"/>
              <a:gd name="connsiteY53" fmla="*/ 281869 h 739526"/>
              <a:gd name="connsiteX54" fmla="*/ 3256304 w 7948307"/>
              <a:gd name="connsiteY54" fmla="*/ 218221 h 739526"/>
              <a:gd name="connsiteX55" fmla="*/ 3137098 w 7948307"/>
              <a:gd name="connsiteY55" fmla="*/ 218221 h 739526"/>
              <a:gd name="connsiteX56" fmla="*/ 3137098 w 7948307"/>
              <a:gd name="connsiteY56" fmla="*/ 723270 h 739526"/>
              <a:gd name="connsiteX57" fmla="*/ 3256304 w 7948307"/>
              <a:gd name="connsiteY57" fmla="*/ 723270 h 739526"/>
              <a:gd name="connsiteX58" fmla="*/ 3256304 w 7948307"/>
              <a:gd name="connsiteY58" fmla="*/ 397041 h 739526"/>
              <a:gd name="connsiteX59" fmla="*/ 3356353 w 7948307"/>
              <a:gd name="connsiteY59" fmla="*/ 278838 h 739526"/>
              <a:gd name="connsiteX60" fmla="*/ 3442209 w 7948307"/>
              <a:gd name="connsiteY60" fmla="*/ 377891 h 739526"/>
              <a:gd name="connsiteX61" fmla="*/ 3442209 w 7948307"/>
              <a:gd name="connsiteY61" fmla="*/ 723270 h 739526"/>
              <a:gd name="connsiteX62" fmla="*/ 3561414 w 7948307"/>
              <a:gd name="connsiteY62" fmla="*/ 723270 h 739526"/>
              <a:gd name="connsiteX63" fmla="*/ 3561414 w 7948307"/>
              <a:gd name="connsiteY63" fmla="*/ 376789 h 739526"/>
              <a:gd name="connsiteX64" fmla="*/ 3401831 w 7948307"/>
              <a:gd name="connsiteY64" fmla="*/ 208164 h 739526"/>
              <a:gd name="connsiteX65" fmla="*/ 5172960 w 7948307"/>
              <a:gd name="connsiteY65" fmla="*/ 677807 h 739526"/>
              <a:gd name="connsiteX66" fmla="*/ 5051688 w 7948307"/>
              <a:gd name="connsiteY66" fmla="*/ 470746 h 739526"/>
              <a:gd name="connsiteX67" fmla="*/ 5172960 w 7948307"/>
              <a:gd name="connsiteY67" fmla="*/ 263684 h 739526"/>
              <a:gd name="connsiteX68" fmla="*/ 5294232 w 7948307"/>
              <a:gd name="connsiteY68" fmla="*/ 470746 h 739526"/>
              <a:gd name="connsiteX69" fmla="*/ 5172960 w 7948307"/>
              <a:gd name="connsiteY69" fmla="*/ 677807 h 739526"/>
              <a:gd name="connsiteX70" fmla="*/ 5172960 w 7948307"/>
              <a:gd name="connsiteY70" fmla="*/ 208164 h 739526"/>
              <a:gd name="connsiteX71" fmla="*/ 4926418 w 7948307"/>
              <a:gd name="connsiteY71" fmla="*/ 470746 h 739526"/>
              <a:gd name="connsiteX72" fmla="*/ 5172960 w 7948307"/>
              <a:gd name="connsiteY72" fmla="*/ 733327 h 739526"/>
              <a:gd name="connsiteX73" fmla="*/ 5419502 w 7948307"/>
              <a:gd name="connsiteY73" fmla="*/ 470746 h 739526"/>
              <a:gd name="connsiteX74" fmla="*/ 5172960 w 7948307"/>
              <a:gd name="connsiteY74" fmla="*/ 208164 h 739526"/>
              <a:gd name="connsiteX75" fmla="*/ 6275299 w 7948307"/>
              <a:gd name="connsiteY75" fmla="*/ 208164 h 739526"/>
              <a:gd name="connsiteX76" fmla="*/ 6135836 w 7948307"/>
              <a:gd name="connsiteY76" fmla="*/ 281869 h 739526"/>
              <a:gd name="connsiteX77" fmla="*/ 6129772 w 7948307"/>
              <a:gd name="connsiteY77" fmla="*/ 281869 h 739526"/>
              <a:gd name="connsiteX78" fmla="*/ 6129772 w 7948307"/>
              <a:gd name="connsiteY78" fmla="*/ 218221 h 739526"/>
              <a:gd name="connsiteX79" fmla="*/ 6010567 w 7948307"/>
              <a:gd name="connsiteY79" fmla="*/ 218221 h 739526"/>
              <a:gd name="connsiteX80" fmla="*/ 6010567 w 7948307"/>
              <a:gd name="connsiteY80" fmla="*/ 723270 h 739526"/>
              <a:gd name="connsiteX81" fmla="*/ 6129772 w 7948307"/>
              <a:gd name="connsiteY81" fmla="*/ 723270 h 739526"/>
              <a:gd name="connsiteX82" fmla="*/ 6129772 w 7948307"/>
              <a:gd name="connsiteY82" fmla="*/ 397041 h 739526"/>
              <a:gd name="connsiteX83" fmla="*/ 6229822 w 7948307"/>
              <a:gd name="connsiteY83" fmla="*/ 278838 h 739526"/>
              <a:gd name="connsiteX84" fmla="*/ 6315677 w 7948307"/>
              <a:gd name="connsiteY84" fmla="*/ 377891 h 739526"/>
              <a:gd name="connsiteX85" fmla="*/ 6315677 w 7948307"/>
              <a:gd name="connsiteY85" fmla="*/ 723270 h 739526"/>
              <a:gd name="connsiteX86" fmla="*/ 6434883 w 7948307"/>
              <a:gd name="connsiteY86" fmla="*/ 723270 h 739526"/>
              <a:gd name="connsiteX87" fmla="*/ 6434883 w 7948307"/>
              <a:gd name="connsiteY87" fmla="*/ 376789 h 739526"/>
              <a:gd name="connsiteX88" fmla="*/ 6275299 w 7948307"/>
              <a:gd name="connsiteY88" fmla="*/ 208164 h 739526"/>
              <a:gd name="connsiteX89" fmla="*/ 6705679 w 7948307"/>
              <a:gd name="connsiteY89" fmla="*/ 208164 h 739526"/>
              <a:gd name="connsiteX90" fmla="*/ 6512746 w 7948307"/>
              <a:gd name="connsiteY90" fmla="*/ 353645 h 739526"/>
              <a:gd name="connsiteX91" fmla="*/ 6634983 w 7948307"/>
              <a:gd name="connsiteY91" fmla="*/ 499125 h 739526"/>
              <a:gd name="connsiteX92" fmla="*/ 6735996 w 7948307"/>
              <a:gd name="connsiteY92" fmla="*/ 524336 h 739526"/>
              <a:gd name="connsiteX93" fmla="*/ 6813859 w 7948307"/>
              <a:gd name="connsiteY93" fmla="*/ 599143 h 739526"/>
              <a:gd name="connsiteX94" fmla="*/ 6713809 w 7948307"/>
              <a:gd name="connsiteY94" fmla="*/ 680012 h 739526"/>
              <a:gd name="connsiteX95" fmla="*/ 6598601 w 7948307"/>
              <a:gd name="connsiteY95" fmla="*/ 562911 h 739526"/>
              <a:gd name="connsiteX96" fmla="*/ 6491522 w 7948307"/>
              <a:gd name="connsiteY96" fmla="*/ 593219 h 739526"/>
              <a:gd name="connsiteX97" fmla="*/ 6700717 w 7948307"/>
              <a:gd name="connsiteY97" fmla="*/ 733603 h 739526"/>
              <a:gd name="connsiteX98" fmla="*/ 6910877 w 7948307"/>
              <a:gd name="connsiteY98" fmla="*/ 568973 h 739526"/>
              <a:gd name="connsiteX99" fmla="*/ 6776513 w 7948307"/>
              <a:gd name="connsiteY99" fmla="*/ 417430 h 739526"/>
              <a:gd name="connsiteX100" fmla="*/ 6679495 w 7948307"/>
              <a:gd name="connsiteY100" fmla="*/ 393183 h 739526"/>
              <a:gd name="connsiteX101" fmla="*/ 6609763 w 7948307"/>
              <a:gd name="connsiteY101" fmla="*/ 326505 h 739526"/>
              <a:gd name="connsiteX102" fmla="*/ 6695618 w 7948307"/>
              <a:gd name="connsiteY102" fmla="*/ 261893 h 739526"/>
              <a:gd name="connsiteX103" fmla="*/ 6798701 w 7948307"/>
              <a:gd name="connsiteY103" fmla="*/ 358880 h 739526"/>
              <a:gd name="connsiteX104" fmla="*/ 6899714 w 7948307"/>
              <a:gd name="connsiteY104" fmla="*/ 328571 h 739526"/>
              <a:gd name="connsiteX105" fmla="*/ 6705679 w 7948307"/>
              <a:gd name="connsiteY105" fmla="*/ 208440 h 739526"/>
              <a:gd name="connsiteX106" fmla="*/ 7206755 w 7948307"/>
              <a:gd name="connsiteY106" fmla="*/ 678083 h 739526"/>
              <a:gd name="connsiteX107" fmla="*/ 7085482 w 7948307"/>
              <a:gd name="connsiteY107" fmla="*/ 471021 h 739526"/>
              <a:gd name="connsiteX108" fmla="*/ 7206755 w 7948307"/>
              <a:gd name="connsiteY108" fmla="*/ 263959 h 739526"/>
              <a:gd name="connsiteX109" fmla="*/ 7328027 w 7948307"/>
              <a:gd name="connsiteY109" fmla="*/ 471021 h 739526"/>
              <a:gd name="connsiteX110" fmla="*/ 7206755 w 7948307"/>
              <a:gd name="connsiteY110" fmla="*/ 678083 h 739526"/>
              <a:gd name="connsiteX111" fmla="*/ 7206755 w 7948307"/>
              <a:gd name="connsiteY111" fmla="*/ 208440 h 739526"/>
              <a:gd name="connsiteX112" fmla="*/ 6960213 w 7948307"/>
              <a:gd name="connsiteY112" fmla="*/ 471021 h 739526"/>
              <a:gd name="connsiteX113" fmla="*/ 7206755 w 7948307"/>
              <a:gd name="connsiteY113" fmla="*/ 733603 h 739526"/>
              <a:gd name="connsiteX114" fmla="*/ 7453296 w 7948307"/>
              <a:gd name="connsiteY114" fmla="*/ 471021 h 739526"/>
              <a:gd name="connsiteX115" fmla="*/ 7206755 w 7948307"/>
              <a:gd name="connsiteY115" fmla="*/ 208440 h 739526"/>
              <a:gd name="connsiteX116" fmla="*/ 7788724 w 7948307"/>
              <a:gd name="connsiteY116" fmla="*/ 208440 h 739526"/>
              <a:gd name="connsiteX117" fmla="*/ 7649261 w 7948307"/>
              <a:gd name="connsiteY117" fmla="*/ 282144 h 739526"/>
              <a:gd name="connsiteX118" fmla="*/ 7643197 w 7948307"/>
              <a:gd name="connsiteY118" fmla="*/ 282144 h 739526"/>
              <a:gd name="connsiteX119" fmla="*/ 7643197 w 7948307"/>
              <a:gd name="connsiteY119" fmla="*/ 218496 h 739526"/>
              <a:gd name="connsiteX120" fmla="*/ 7523992 w 7948307"/>
              <a:gd name="connsiteY120" fmla="*/ 218496 h 739526"/>
              <a:gd name="connsiteX121" fmla="*/ 7523992 w 7948307"/>
              <a:gd name="connsiteY121" fmla="*/ 723546 h 739526"/>
              <a:gd name="connsiteX122" fmla="*/ 7643197 w 7948307"/>
              <a:gd name="connsiteY122" fmla="*/ 723546 h 739526"/>
              <a:gd name="connsiteX123" fmla="*/ 7643197 w 7948307"/>
              <a:gd name="connsiteY123" fmla="*/ 397316 h 739526"/>
              <a:gd name="connsiteX124" fmla="*/ 7743247 w 7948307"/>
              <a:gd name="connsiteY124" fmla="*/ 279113 h 739526"/>
              <a:gd name="connsiteX125" fmla="*/ 7829102 w 7948307"/>
              <a:gd name="connsiteY125" fmla="*/ 378167 h 739526"/>
              <a:gd name="connsiteX126" fmla="*/ 7829102 w 7948307"/>
              <a:gd name="connsiteY126" fmla="*/ 723546 h 739526"/>
              <a:gd name="connsiteX127" fmla="*/ 7948308 w 7948307"/>
              <a:gd name="connsiteY127" fmla="*/ 723546 h 739526"/>
              <a:gd name="connsiteX128" fmla="*/ 7948308 w 7948307"/>
              <a:gd name="connsiteY128" fmla="*/ 377065 h 739526"/>
              <a:gd name="connsiteX129" fmla="*/ 7788724 w 7948307"/>
              <a:gd name="connsiteY129" fmla="*/ 208440 h 739526"/>
              <a:gd name="connsiteX130" fmla="*/ 468828 w 7948307"/>
              <a:gd name="connsiteY130" fmla="*/ 16532 h 739526"/>
              <a:gd name="connsiteX131" fmla="*/ 343559 w 7948307"/>
              <a:gd name="connsiteY131" fmla="*/ 16532 h 739526"/>
              <a:gd name="connsiteX132" fmla="*/ 343559 w 7948307"/>
              <a:gd name="connsiteY132" fmla="*/ 538664 h 739526"/>
              <a:gd name="connsiteX133" fmla="*/ 234414 w 7948307"/>
              <a:gd name="connsiteY133" fmla="*/ 673950 h 739526"/>
              <a:gd name="connsiteX134" fmla="*/ 125269 w 7948307"/>
              <a:gd name="connsiteY134" fmla="*/ 528469 h 739526"/>
              <a:gd name="connsiteX135" fmla="*/ 125269 w 7948307"/>
              <a:gd name="connsiteY135" fmla="*/ 431482 h 739526"/>
              <a:gd name="connsiteX136" fmla="*/ 0 w 7948307"/>
              <a:gd name="connsiteY136" fmla="*/ 462755 h 739526"/>
              <a:gd name="connsiteX137" fmla="*/ 0 w 7948307"/>
              <a:gd name="connsiteY137" fmla="*/ 506151 h 739526"/>
              <a:gd name="connsiteX138" fmla="*/ 234414 w 7948307"/>
              <a:gd name="connsiteY138" fmla="*/ 739527 h 739526"/>
              <a:gd name="connsiteX139" fmla="*/ 468828 w 7948307"/>
              <a:gd name="connsiteY139" fmla="*/ 506151 h 739526"/>
              <a:gd name="connsiteX140" fmla="*/ 468828 w 7948307"/>
              <a:gd name="connsiteY140" fmla="*/ 16256 h 739526"/>
              <a:gd name="connsiteX141" fmla="*/ 1222509 w 7948307"/>
              <a:gd name="connsiteY141" fmla="*/ 16256 h 739526"/>
              <a:gd name="connsiteX142" fmla="*/ 1103304 w 7948307"/>
              <a:gd name="connsiteY142" fmla="*/ 16256 h 739526"/>
              <a:gd name="connsiteX143" fmla="*/ 1103304 w 7948307"/>
              <a:gd name="connsiteY143" fmla="*/ 723270 h 739526"/>
              <a:gd name="connsiteX144" fmla="*/ 1222509 w 7948307"/>
              <a:gd name="connsiteY144" fmla="*/ 723270 h 739526"/>
              <a:gd name="connsiteX145" fmla="*/ 1222509 w 7948307"/>
              <a:gd name="connsiteY145" fmla="*/ 397041 h 739526"/>
              <a:gd name="connsiteX146" fmla="*/ 1322559 w 7948307"/>
              <a:gd name="connsiteY146" fmla="*/ 278838 h 739526"/>
              <a:gd name="connsiteX147" fmla="*/ 1408415 w 7948307"/>
              <a:gd name="connsiteY147" fmla="*/ 377891 h 739526"/>
              <a:gd name="connsiteX148" fmla="*/ 1408415 w 7948307"/>
              <a:gd name="connsiteY148" fmla="*/ 723270 h 739526"/>
              <a:gd name="connsiteX149" fmla="*/ 1527620 w 7948307"/>
              <a:gd name="connsiteY149" fmla="*/ 723270 h 739526"/>
              <a:gd name="connsiteX150" fmla="*/ 1527620 w 7948307"/>
              <a:gd name="connsiteY150" fmla="*/ 376789 h 739526"/>
              <a:gd name="connsiteX151" fmla="*/ 1368036 w 7948307"/>
              <a:gd name="connsiteY151" fmla="*/ 208164 h 739526"/>
              <a:gd name="connsiteX152" fmla="*/ 1228573 w 7948307"/>
              <a:gd name="connsiteY152" fmla="*/ 281869 h 739526"/>
              <a:gd name="connsiteX153" fmla="*/ 1222509 w 7948307"/>
              <a:gd name="connsiteY153" fmla="*/ 281869 h 739526"/>
              <a:gd name="connsiteX154" fmla="*/ 1222509 w 7948307"/>
              <a:gd name="connsiteY154" fmla="*/ 16256 h 739526"/>
              <a:gd name="connsiteX155" fmla="*/ 4855722 w 7948307"/>
              <a:gd name="connsiteY155" fmla="*/ 16256 h 739526"/>
              <a:gd name="connsiteX156" fmla="*/ 4730453 w 7948307"/>
              <a:gd name="connsiteY156" fmla="*/ 16256 h 739526"/>
              <a:gd name="connsiteX157" fmla="*/ 4730453 w 7948307"/>
              <a:gd name="connsiteY157" fmla="*/ 538389 h 739526"/>
              <a:gd name="connsiteX158" fmla="*/ 4621308 w 7948307"/>
              <a:gd name="connsiteY158" fmla="*/ 673675 h 739526"/>
              <a:gd name="connsiteX159" fmla="*/ 4512163 w 7948307"/>
              <a:gd name="connsiteY159" fmla="*/ 528194 h 739526"/>
              <a:gd name="connsiteX160" fmla="*/ 4512163 w 7948307"/>
              <a:gd name="connsiteY160" fmla="*/ 431207 h 739526"/>
              <a:gd name="connsiteX161" fmla="*/ 4386894 w 7948307"/>
              <a:gd name="connsiteY161" fmla="*/ 462480 h 739526"/>
              <a:gd name="connsiteX162" fmla="*/ 4386894 w 7948307"/>
              <a:gd name="connsiteY162" fmla="*/ 505876 h 739526"/>
              <a:gd name="connsiteX163" fmla="*/ 4621308 w 7948307"/>
              <a:gd name="connsiteY163" fmla="*/ 739251 h 739526"/>
              <a:gd name="connsiteX164" fmla="*/ 4855722 w 7948307"/>
              <a:gd name="connsiteY164" fmla="*/ 505876 h 739526"/>
              <a:gd name="connsiteX165" fmla="*/ 4855722 w 7948307"/>
              <a:gd name="connsiteY165" fmla="*/ 15981 h 739526"/>
              <a:gd name="connsiteX166" fmla="*/ 5609403 w 7948307"/>
              <a:gd name="connsiteY166" fmla="*/ 15981 h 739526"/>
              <a:gd name="connsiteX167" fmla="*/ 5490198 w 7948307"/>
              <a:gd name="connsiteY167" fmla="*/ 15981 h 739526"/>
              <a:gd name="connsiteX168" fmla="*/ 5490198 w 7948307"/>
              <a:gd name="connsiteY168" fmla="*/ 722995 h 739526"/>
              <a:gd name="connsiteX169" fmla="*/ 5609403 w 7948307"/>
              <a:gd name="connsiteY169" fmla="*/ 722995 h 739526"/>
              <a:gd name="connsiteX170" fmla="*/ 5609403 w 7948307"/>
              <a:gd name="connsiteY170" fmla="*/ 396765 h 739526"/>
              <a:gd name="connsiteX171" fmla="*/ 5709453 w 7948307"/>
              <a:gd name="connsiteY171" fmla="*/ 278562 h 739526"/>
              <a:gd name="connsiteX172" fmla="*/ 5795308 w 7948307"/>
              <a:gd name="connsiteY172" fmla="*/ 377616 h 739526"/>
              <a:gd name="connsiteX173" fmla="*/ 5795308 w 7948307"/>
              <a:gd name="connsiteY173" fmla="*/ 722995 h 739526"/>
              <a:gd name="connsiteX174" fmla="*/ 5914514 w 7948307"/>
              <a:gd name="connsiteY174" fmla="*/ 722995 h 739526"/>
              <a:gd name="connsiteX175" fmla="*/ 5914514 w 7948307"/>
              <a:gd name="connsiteY175" fmla="*/ 376514 h 739526"/>
              <a:gd name="connsiteX176" fmla="*/ 5754930 w 7948307"/>
              <a:gd name="connsiteY176" fmla="*/ 207889 h 739526"/>
              <a:gd name="connsiteX177" fmla="*/ 5615466 w 7948307"/>
              <a:gd name="connsiteY177" fmla="*/ 281593 h 739526"/>
              <a:gd name="connsiteX178" fmla="*/ 5609403 w 7948307"/>
              <a:gd name="connsiteY178" fmla="*/ 281593 h 739526"/>
              <a:gd name="connsiteX179" fmla="*/ 5609403 w 7948307"/>
              <a:gd name="connsiteY179" fmla="*/ 15981 h 739526"/>
              <a:gd name="connsiteX180" fmla="*/ 3954447 w 7948307"/>
              <a:gd name="connsiteY180" fmla="*/ 665409 h 739526"/>
              <a:gd name="connsiteX181" fmla="*/ 3797895 w 7948307"/>
              <a:gd name="connsiteY181" fmla="*/ 502845 h 739526"/>
              <a:gd name="connsiteX182" fmla="*/ 3859496 w 7948307"/>
              <a:gd name="connsiteY182" fmla="*/ 374585 h 739526"/>
              <a:gd name="connsiteX183" fmla="*/ 4087847 w 7948307"/>
              <a:gd name="connsiteY183" fmla="*/ 624079 h 739526"/>
              <a:gd name="connsiteX184" fmla="*/ 3954447 w 7948307"/>
              <a:gd name="connsiteY184" fmla="*/ 665546 h 739526"/>
              <a:gd name="connsiteX185" fmla="*/ 4176734 w 7948307"/>
              <a:gd name="connsiteY185" fmla="*/ 541282 h 739526"/>
              <a:gd name="connsiteX186" fmla="*/ 3978702 w 7948307"/>
              <a:gd name="connsiteY186" fmla="*/ 323061 h 739526"/>
              <a:gd name="connsiteX187" fmla="*/ 4076684 w 7948307"/>
              <a:gd name="connsiteY187" fmla="*/ 303911 h 739526"/>
              <a:gd name="connsiteX188" fmla="*/ 4208981 w 7948307"/>
              <a:gd name="connsiteY188" fmla="*/ 433273 h 739526"/>
              <a:gd name="connsiteX189" fmla="*/ 4176596 w 7948307"/>
              <a:gd name="connsiteY189" fmla="*/ 541282 h 739526"/>
              <a:gd name="connsiteX190" fmla="*/ 3951278 w 7948307"/>
              <a:gd name="connsiteY190" fmla="*/ 293854 h 739526"/>
              <a:gd name="connsiteX191" fmla="*/ 3907868 w 7948307"/>
              <a:gd name="connsiteY191" fmla="*/ 245361 h 739526"/>
              <a:gd name="connsiteX192" fmla="*/ 3858394 w 7948307"/>
              <a:gd name="connsiteY192" fmla="*/ 145343 h 739526"/>
              <a:gd name="connsiteX193" fmla="*/ 3954309 w 7948307"/>
              <a:gd name="connsiteY193" fmla="*/ 53453 h 739526"/>
              <a:gd name="connsiteX194" fmla="*/ 4049260 w 7948307"/>
              <a:gd name="connsiteY194" fmla="*/ 150440 h 739526"/>
              <a:gd name="connsiteX195" fmla="*/ 3951278 w 7948307"/>
              <a:gd name="connsiteY195" fmla="*/ 293854 h 739526"/>
              <a:gd name="connsiteX196" fmla="*/ 3957341 w 7948307"/>
              <a:gd name="connsiteY196" fmla="*/ 0 h 739526"/>
              <a:gd name="connsiteX197" fmla="*/ 3749249 w 7948307"/>
              <a:gd name="connsiteY197" fmla="*/ 174687 h 739526"/>
              <a:gd name="connsiteX198" fmla="*/ 3830143 w 7948307"/>
              <a:gd name="connsiteY198" fmla="*/ 343312 h 739526"/>
              <a:gd name="connsiteX199" fmla="*/ 3831108 w 7948307"/>
              <a:gd name="connsiteY199" fmla="*/ 345379 h 739526"/>
              <a:gd name="connsiteX200" fmla="*/ 3686683 w 7948307"/>
              <a:gd name="connsiteY200" fmla="*/ 548445 h 739526"/>
              <a:gd name="connsiteX201" fmla="*/ 3889815 w 7948307"/>
              <a:gd name="connsiteY201" fmla="*/ 739389 h 739526"/>
              <a:gd name="connsiteX202" fmla="*/ 4118165 w 7948307"/>
              <a:gd name="connsiteY202" fmla="*/ 657556 h 739526"/>
              <a:gd name="connsiteX203" fmla="*/ 4178801 w 7948307"/>
              <a:gd name="connsiteY203" fmla="*/ 723270 h 739526"/>
              <a:gd name="connsiteX204" fmla="*/ 4337420 w 7948307"/>
              <a:gd name="connsiteY204" fmla="*/ 723270 h 739526"/>
              <a:gd name="connsiteX205" fmla="*/ 4337420 w 7948307"/>
              <a:gd name="connsiteY205" fmla="*/ 718173 h 739526"/>
              <a:gd name="connsiteX206" fmla="*/ 4208155 w 7948307"/>
              <a:gd name="connsiteY206" fmla="*/ 575723 h 739526"/>
              <a:gd name="connsiteX207" fmla="*/ 4294011 w 7948307"/>
              <a:gd name="connsiteY207" fmla="*/ 378718 h 739526"/>
              <a:gd name="connsiteX208" fmla="*/ 4161713 w 7948307"/>
              <a:gd name="connsiteY208" fmla="*/ 250458 h 739526"/>
              <a:gd name="connsiteX209" fmla="*/ 4040440 w 7948307"/>
              <a:gd name="connsiteY209" fmla="*/ 274705 h 739526"/>
              <a:gd name="connsiteX210" fmla="*/ 4038373 w 7948307"/>
              <a:gd name="connsiteY210" fmla="*/ 270710 h 739526"/>
              <a:gd name="connsiteX211" fmla="*/ 4147518 w 7948307"/>
              <a:gd name="connsiteY211" fmla="*/ 137352 h 739526"/>
              <a:gd name="connsiteX212" fmla="*/ 3957617 w 7948307"/>
              <a:gd name="connsiteY212" fmla="*/ 0 h 739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948307" h="739526">
                <a:moveTo>
                  <a:pt x="786066" y="677532"/>
                </a:moveTo>
                <a:cubicBezTo>
                  <a:pt x="708204" y="677532"/>
                  <a:pt x="664794" y="603827"/>
                  <a:pt x="664794" y="470470"/>
                </a:cubicBezTo>
                <a:cubicBezTo>
                  <a:pt x="664794" y="337113"/>
                  <a:pt x="708204" y="263408"/>
                  <a:pt x="786066" y="263408"/>
                </a:cubicBezTo>
                <a:cubicBezTo>
                  <a:pt x="863929" y="263408"/>
                  <a:pt x="907339" y="336148"/>
                  <a:pt x="907339" y="470470"/>
                </a:cubicBezTo>
                <a:cubicBezTo>
                  <a:pt x="907339" y="604792"/>
                  <a:pt x="863929" y="677532"/>
                  <a:pt x="786066" y="677532"/>
                </a:cubicBezTo>
                <a:moveTo>
                  <a:pt x="786066" y="207889"/>
                </a:moveTo>
                <a:cubicBezTo>
                  <a:pt x="627447" y="207889"/>
                  <a:pt x="539525" y="326091"/>
                  <a:pt x="539525" y="470470"/>
                </a:cubicBezTo>
                <a:cubicBezTo>
                  <a:pt x="539525" y="614849"/>
                  <a:pt x="627447" y="733052"/>
                  <a:pt x="786066" y="733052"/>
                </a:cubicBezTo>
                <a:cubicBezTo>
                  <a:pt x="944685" y="733052"/>
                  <a:pt x="1032607" y="614849"/>
                  <a:pt x="1032607" y="470470"/>
                </a:cubicBezTo>
                <a:cubicBezTo>
                  <a:pt x="1032607" y="326091"/>
                  <a:pt x="944685" y="207889"/>
                  <a:pt x="786066" y="207889"/>
                </a:cubicBezTo>
                <a:moveTo>
                  <a:pt x="1888405" y="207889"/>
                </a:moveTo>
                <a:cubicBezTo>
                  <a:pt x="1813575" y="207889"/>
                  <a:pt x="1772232" y="240263"/>
                  <a:pt x="1748942" y="281593"/>
                </a:cubicBezTo>
                <a:lnTo>
                  <a:pt x="1742878" y="281593"/>
                </a:lnTo>
                <a:lnTo>
                  <a:pt x="1742878" y="217945"/>
                </a:lnTo>
                <a:lnTo>
                  <a:pt x="1623673" y="217945"/>
                </a:lnTo>
                <a:lnTo>
                  <a:pt x="1623673" y="722995"/>
                </a:lnTo>
                <a:lnTo>
                  <a:pt x="1742878" y="722995"/>
                </a:lnTo>
                <a:lnTo>
                  <a:pt x="1742878" y="396765"/>
                </a:lnTo>
                <a:cubicBezTo>
                  <a:pt x="1742878" y="322096"/>
                  <a:pt x="1781327" y="278562"/>
                  <a:pt x="1842928" y="278562"/>
                </a:cubicBezTo>
                <a:cubicBezTo>
                  <a:pt x="1904529" y="278562"/>
                  <a:pt x="1928783" y="317963"/>
                  <a:pt x="1928783" y="377616"/>
                </a:cubicBezTo>
                <a:lnTo>
                  <a:pt x="1928783" y="722995"/>
                </a:lnTo>
                <a:lnTo>
                  <a:pt x="2047989" y="722995"/>
                </a:lnTo>
                <a:lnTo>
                  <a:pt x="2047989" y="376514"/>
                </a:lnTo>
                <a:cubicBezTo>
                  <a:pt x="2047989" y="272501"/>
                  <a:pt x="1993416" y="207889"/>
                  <a:pt x="1888405" y="207889"/>
                </a:cubicBezTo>
                <a:moveTo>
                  <a:pt x="2318785" y="207889"/>
                </a:moveTo>
                <a:cubicBezTo>
                  <a:pt x="2208675" y="207889"/>
                  <a:pt x="2125851" y="254316"/>
                  <a:pt x="2125851" y="353369"/>
                </a:cubicBezTo>
                <a:cubicBezTo>
                  <a:pt x="2125851" y="437269"/>
                  <a:pt x="2183456" y="482731"/>
                  <a:pt x="2248089" y="498850"/>
                </a:cubicBezTo>
                <a:lnTo>
                  <a:pt x="2349103" y="524061"/>
                </a:lnTo>
                <a:cubicBezTo>
                  <a:pt x="2402711" y="537149"/>
                  <a:pt x="2426965" y="556436"/>
                  <a:pt x="2426965" y="598868"/>
                </a:cubicBezTo>
                <a:cubicBezTo>
                  <a:pt x="2426965" y="650392"/>
                  <a:pt x="2390584" y="679736"/>
                  <a:pt x="2326916" y="679736"/>
                </a:cubicBezTo>
                <a:cubicBezTo>
                  <a:pt x="2258148" y="679736"/>
                  <a:pt x="2222869" y="646397"/>
                  <a:pt x="2211707" y="562635"/>
                </a:cubicBezTo>
                <a:lnTo>
                  <a:pt x="2104629" y="592944"/>
                </a:lnTo>
                <a:cubicBezTo>
                  <a:pt x="2110692" y="679874"/>
                  <a:pt x="2191587" y="733327"/>
                  <a:pt x="2313824" y="733327"/>
                </a:cubicBezTo>
                <a:cubicBezTo>
                  <a:pt x="2450255" y="733327"/>
                  <a:pt x="2523983" y="669679"/>
                  <a:pt x="2523983" y="568697"/>
                </a:cubicBezTo>
                <a:cubicBezTo>
                  <a:pt x="2523983" y="473776"/>
                  <a:pt x="2458248" y="434375"/>
                  <a:pt x="2389619" y="417155"/>
                </a:cubicBezTo>
                <a:lnTo>
                  <a:pt x="2292601" y="392908"/>
                </a:lnTo>
                <a:cubicBezTo>
                  <a:pt x="2244092" y="380784"/>
                  <a:pt x="2222869" y="358604"/>
                  <a:pt x="2222869" y="326229"/>
                </a:cubicBezTo>
                <a:cubicBezTo>
                  <a:pt x="2222869" y="285864"/>
                  <a:pt x="2257184" y="261617"/>
                  <a:pt x="2308725" y="261617"/>
                </a:cubicBezTo>
                <a:cubicBezTo>
                  <a:pt x="2369361" y="261617"/>
                  <a:pt x="2406707" y="294957"/>
                  <a:pt x="2411806" y="358604"/>
                </a:cubicBezTo>
                <a:lnTo>
                  <a:pt x="2512821" y="328296"/>
                </a:lnTo>
                <a:cubicBezTo>
                  <a:pt x="2500693" y="257622"/>
                  <a:pt x="2430962" y="208164"/>
                  <a:pt x="2318785" y="208164"/>
                </a:cubicBezTo>
                <a:moveTo>
                  <a:pt x="2819861" y="677807"/>
                </a:moveTo>
                <a:cubicBezTo>
                  <a:pt x="2741998" y="677807"/>
                  <a:pt x="2698588" y="604103"/>
                  <a:pt x="2698588" y="470746"/>
                </a:cubicBezTo>
                <a:cubicBezTo>
                  <a:pt x="2698588" y="337388"/>
                  <a:pt x="2741998" y="263684"/>
                  <a:pt x="2819861" y="263684"/>
                </a:cubicBezTo>
                <a:cubicBezTo>
                  <a:pt x="2897723" y="263684"/>
                  <a:pt x="2941133" y="336424"/>
                  <a:pt x="2941133" y="470746"/>
                </a:cubicBezTo>
                <a:cubicBezTo>
                  <a:pt x="2941133" y="605067"/>
                  <a:pt x="2897723" y="677807"/>
                  <a:pt x="2819861" y="677807"/>
                </a:cubicBezTo>
                <a:moveTo>
                  <a:pt x="2819861" y="208164"/>
                </a:moveTo>
                <a:cubicBezTo>
                  <a:pt x="2661242" y="208164"/>
                  <a:pt x="2573319" y="326367"/>
                  <a:pt x="2573319" y="470746"/>
                </a:cubicBezTo>
                <a:cubicBezTo>
                  <a:pt x="2573319" y="615124"/>
                  <a:pt x="2661242" y="733327"/>
                  <a:pt x="2819861" y="733327"/>
                </a:cubicBezTo>
                <a:cubicBezTo>
                  <a:pt x="2978480" y="733327"/>
                  <a:pt x="3066402" y="615124"/>
                  <a:pt x="3066402" y="470746"/>
                </a:cubicBezTo>
                <a:cubicBezTo>
                  <a:pt x="3066402" y="326367"/>
                  <a:pt x="2978480" y="208164"/>
                  <a:pt x="2819861" y="208164"/>
                </a:cubicBezTo>
                <a:moveTo>
                  <a:pt x="3401831" y="208164"/>
                </a:moveTo>
                <a:cubicBezTo>
                  <a:pt x="3327000" y="208164"/>
                  <a:pt x="3285657" y="240539"/>
                  <a:pt x="3262367" y="281869"/>
                </a:cubicBezTo>
                <a:lnTo>
                  <a:pt x="3256304" y="281869"/>
                </a:lnTo>
                <a:lnTo>
                  <a:pt x="3256304" y="218221"/>
                </a:lnTo>
                <a:lnTo>
                  <a:pt x="3137098" y="218221"/>
                </a:lnTo>
                <a:lnTo>
                  <a:pt x="3137098" y="723270"/>
                </a:lnTo>
                <a:lnTo>
                  <a:pt x="3256304" y="723270"/>
                </a:lnTo>
                <a:lnTo>
                  <a:pt x="3256304" y="397041"/>
                </a:lnTo>
                <a:cubicBezTo>
                  <a:pt x="3256304" y="322372"/>
                  <a:pt x="3294752" y="278838"/>
                  <a:pt x="3356353" y="278838"/>
                </a:cubicBezTo>
                <a:cubicBezTo>
                  <a:pt x="3417954" y="278838"/>
                  <a:pt x="3442209" y="318239"/>
                  <a:pt x="3442209" y="377891"/>
                </a:cubicBezTo>
                <a:lnTo>
                  <a:pt x="3442209" y="723270"/>
                </a:lnTo>
                <a:lnTo>
                  <a:pt x="3561414" y="723270"/>
                </a:lnTo>
                <a:lnTo>
                  <a:pt x="3561414" y="376789"/>
                </a:lnTo>
                <a:cubicBezTo>
                  <a:pt x="3561414" y="272776"/>
                  <a:pt x="3506842" y="208164"/>
                  <a:pt x="3401831" y="208164"/>
                </a:cubicBezTo>
                <a:moveTo>
                  <a:pt x="5172960" y="677807"/>
                </a:moveTo>
                <a:cubicBezTo>
                  <a:pt x="5095097" y="677807"/>
                  <a:pt x="5051688" y="604103"/>
                  <a:pt x="5051688" y="470746"/>
                </a:cubicBezTo>
                <a:cubicBezTo>
                  <a:pt x="5051688" y="337388"/>
                  <a:pt x="5095097" y="263684"/>
                  <a:pt x="5172960" y="263684"/>
                </a:cubicBezTo>
                <a:cubicBezTo>
                  <a:pt x="5250823" y="263684"/>
                  <a:pt x="5294232" y="336424"/>
                  <a:pt x="5294232" y="470746"/>
                </a:cubicBezTo>
                <a:cubicBezTo>
                  <a:pt x="5294232" y="605067"/>
                  <a:pt x="5250823" y="677807"/>
                  <a:pt x="5172960" y="677807"/>
                </a:cubicBezTo>
                <a:moveTo>
                  <a:pt x="5172960" y="208164"/>
                </a:moveTo>
                <a:cubicBezTo>
                  <a:pt x="5014341" y="208164"/>
                  <a:pt x="4926418" y="326367"/>
                  <a:pt x="4926418" y="470746"/>
                </a:cubicBezTo>
                <a:cubicBezTo>
                  <a:pt x="4926418" y="615124"/>
                  <a:pt x="5014341" y="733327"/>
                  <a:pt x="5172960" y="733327"/>
                </a:cubicBezTo>
                <a:cubicBezTo>
                  <a:pt x="5331579" y="733327"/>
                  <a:pt x="5419502" y="615124"/>
                  <a:pt x="5419502" y="470746"/>
                </a:cubicBezTo>
                <a:cubicBezTo>
                  <a:pt x="5419502" y="326367"/>
                  <a:pt x="5331579" y="208164"/>
                  <a:pt x="5172960" y="208164"/>
                </a:cubicBezTo>
                <a:moveTo>
                  <a:pt x="6275299" y="208164"/>
                </a:moveTo>
                <a:cubicBezTo>
                  <a:pt x="6200468" y="208164"/>
                  <a:pt x="6159126" y="240539"/>
                  <a:pt x="6135836" y="281869"/>
                </a:cubicBezTo>
                <a:lnTo>
                  <a:pt x="6129772" y="281869"/>
                </a:lnTo>
                <a:lnTo>
                  <a:pt x="6129772" y="218221"/>
                </a:lnTo>
                <a:lnTo>
                  <a:pt x="6010567" y="218221"/>
                </a:lnTo>
                <a:lnTo>
                  <a:pt x="6010567" y="723270"/>
                </a:lnTo>
                <a:lnTo>
                  <a:pt x="6129772" y="723270"/>
                </a:lnTo>
                <a:lnTo>
                  <a:pt x="6129772" y="397041"/>
                </a:lnTo>
                <a:cubicBezTo>
                  <a:pt x="6129772" y="322372"/>
                  <a:pt x="6168222" y="278838"/>
                  <a:pt x="6229822" y="278838"/>
                </a:cubicBezTo>
                <a:cubicBezTo>
                  <a:pt x="6291422" y="278838"/>
                  <a:pt x="6315677" y="318239"/>
                  <a:pt x="6315677" y="377891"/>
                </a:cubicBezTo>
                <a:lnTo>
                  <a:pt x="6315677" y="723270"/>
                </a:lnTo>
                <a:lnTo>
                  <a:pt x="6434883" y="723270"/>
                </a:lnTo>
                <a:lnTo>
                  <a:pt x="6434883" y="376789"/>
                </a:lnTo>
                <a:cubicBezTo>
                  <a:pt x="6434883" y="272776"/>
                  <a:pt x="6380310" y="208164"/>
                  <a:pt x="6275299" y="208164"/>
                </a:cubicBezTo>
                <a:moveTo>
                  <a:pt x="6705679" y="208164"/>
                </a:moveTo>
                <a:cubicBezTo>
                  <a:pt x="6595568" y="208164"/>
                  <a:pt x="6512746" y="254591"/>
                  <a:pt x="6512746" y="353645"/>
                </a:cubicBezTo>
                <a:cubicBezTo>
                  <a:pt x="6512746" y="437544"/>
                  <a:pt x="6570350" y="483007"/>
                  <a:pt x="6634983" y="499125"/>
                </a:cubicBezTo>
                <a:lnTo>
                  <a:pt x="6735996" y="524336"/>
                </a:lnTo>
                <a:cubicBezTo>
                  <a:pt x="6789605" y="537424"/>
                  <a:pt x="6813859" y="556711"/>
                  <a:pt x="6813859" y="599143"/>
                </a:cubicBezTo>
                <a:cubicBezTo>
                  <a:pt x="6813859" y="650668"/>
                  <a:pt x="6777477" y="680012"/>
                  <a:pt x="6713809" y="680012"/>
                </a:cubicBezTo>
                <a:cubicBezTo>
                  <a:pt x="6645042" y="680012"/>
                  <a:pt x="6609763" y="646672"/>
                  <a:pt x="6598601" y="562911"/>
                </a:cubicBezTo>
                <a:lnTo>
                  <a:pt x="6491522" y="593219"/>
                </a:lnTo>
                <a:cubicBezTo>
                  <a:pt x="6497586" y="680149"/>
                  <a:pt x="6578480" y="733603"/>
                  <a:pt x="6700717" y="733603"/>
                </a:cubicBezTo>
                <a:cubicBezTo>
                  <a:pt x="6837149" y="733603"/>
                  <a:pt x="6910877" y="669955"/>
                  <a:pt x="6910877" y="568973"/>
                </a:cubicBezTo>
                <a:cubicBezTo>
                  <a:pt x="6910877" y="474052"/>
                  <a:pt x="6845142" y="434651"/>
                  <a:pt x="6776513" y="417430"/>
                </a:cubicBezTo>
                <a:lnTo>
                  <a:pt x="6679495" y="393183"/>
                </a:lnTo>
                <a:cubicBezTo>
                  <a:pt x="6630986" y="381060"/>
                  <a:pt x="6609763" y="358880"/>
                  <a:pt x="6609763" y="326505"/>
                </a:cubicBezTo>
                <a:cubicBezTo>
                  <a:pt x="6609763" y="286140"/>
                  <a:pt x="6644078" y="261893"/>
                  <a:pt x="6695618" y="261893"/>
                </a:cubicBezTo>
                <a:cubicBezTo>
                  <a:pt x="6756255" y="261893"/>
                  <a:pt x="6793601" y="295232"/>
                  <a:pt x="6798701" y="358880"/>
                </a:cubicBezTo>
                <a:lnTo>
                  <a:pt x="6899714" y="328571"/>
                </a:lnTo>
                <a:cubicBezTo>
                  <a:pt x="6887587" y="257897"/>
                  <a:pt x="6817855" y="208440"/>
                  <a:pt x="6705679" y="208440"/>
                </a:cubicBezTo>
                <a:moveTo>
                  <a:pt x="7206755" y="678083"/>
                </a:moveTo>
                <a:cubicBezTo>
                  <a:pt x="7128892" y="678083"/>
                  <a:pt x="7085482" y="604378"/>
                  <a:pt x="7085482" y="471021"/>
                </a:cubicBezTo>
                <a:cubicBezTo>
                  <a:pt x="7085482" y="337664"/>
                  <a:pt x="7128892" y="263959"/>
                  <a:pt x="7206755" y="263959"/>
                </a:cubicBezTo>
                <a:cubicBezTo>
                  <a:pt x="7284617" y="263959"/>
                  <a:pt x="7328027" y="336700"/>
                  <a:pt x="7328027" y="471021"/>
                </a:cubicBezTo>
                <a:cubicBezTo>
                  <a:pt x="7328027" y="605343"/>
                  <a:pt x="7284617" y="678083"/>
                  <a:pt x="7206755" y="678083"/>
                </a:cubicBezTo>
                <a:moveTo>
                  <a:pt x="7206755" y="208440"/>
                </a:moveTo>
                <a:cubicBezTo>
                  <a:pt x="7048136" y="208440"/>
                  <a:pt x="6960213" y="326643"/>
                  <a:pt x="6960213" y="471021"/>
                </a:cubicBezTo>
                <a:cubicBezTo>
                  <a:pt x="6960213" y="615400"/>
                  <a:pt x="7048136" y="733603"/>
                  <a:pt x="7206755" y="733603"/>
                </a:cubicBezTo>
                <a:cubicBezTo>
                  <a:pt x="7365374" y="733603"/>
                  <a:pt x="7453296" y="615400"/>
                  <a:pt x="7453296" y="471021"/>
                </a:cubicBezTo>
                <a:cubicBezTo>
                  <a:pt x="7453296" y="326643"/>
                  <a:pt x="7365374" y="208440"/>
                  <a:pt x="7206755" y="208440"/>
                </a:cubicBezTo>
                <a:moveTo>
                  <a:pt x="7788724" y="208440"/>
                </a:moveTo>
                <a:cubicBezTo>
                  <a:pt x="7713894" y="208440"/>
                  <a:pt x="7672551" y="240815"/>
                  <a:pt x="7649261" y="282144"/>
                </a:cubicBezTo>
                <a:lnTo>
                  <a:pt x="7643197" y="282144"/>
                </a:lnTo>
                <a:lnTo>
                  <a:pt x="7643197" y="218496"/>
                </a:lnTo>
                <a:lnTo>
                  <a:pt x="7523992" y="218496"/>
                </a:lnTo>
                <a:lnTo>
                  <a:pt x="7523992" y="723546"/>
                </a:lnTo>
                <a:lnTo>
                  <a:pt x="7643197" y="723546"/>
                </a:lnTo>
                <a:lnTo>
                  <a:pt x="7643197" y="397316"/>
                </a:lnTo>
                <a:cubicBezTo>
                  <a:pt x="7643197" y="322647"/>
                  <a:pt x="7681646" y="279113"/>
                  <a:pt x="7743247" y="279113"/>
                </a:cubicBezTo>
                <a:cubicBezTo>
                  <a:pt x="7804848" y="279113"/>
                  <a:pt x="7829102" y="318514"/>
                  <a:pt x="7829102" y="378167"/>
                </a:cubicBezTo>
                <a:lnTo>
                  <a:pt x="7829102" y="723546"/>
                </a:lnTo>
                <a:lnTo>
                  <a:pt x="7948308" y="723546"/>
                </a:lnTo>
                <a:lnTo>
                  <a:pt x="7948308" y="377065"/>
                </a:lnTo>
                <a:cubicBezTo>
                  <a:pt x="7948308" y="273052"/>
                  <a:pt x="7893735" y="208440"/>
                  <a:pt x="7788724" y="208440"/>
                </a:cubicBezTo>
                <a:moveTo>
                  <a:pt x="468828" y="16532"/>
                </a:moveTo>
                <a:lnTo>
                  <a:pt x="343559" y="16532"/>
                </a:lnTo>
                <a:lnTo>
                  <a:pt x="343559" y="538664"/>
                </a:lnTo>
                <a:cubicBezTo>
                  <a:pt x="343559" y="623528"/>
                  <a:pt x="311174" y="673950"/>
                  <a:pt x="234414" y="673950"/>
                </a:cubicBezTo>
                <a:cubicBezTo>
                  <a:pt x="157654" y="673950"/>
                  <a:pt x="125269" y="620359"/>
                  <a:pt x="125269" y="528469"/>
                </a:cubicBezTo>
                <a:lnTo>
                  <a:pt x="125269" y="431482"/>
                </a:lnTo>
                <a:lnTo>
                  <a:pt x="0" y="462755"/>
                </a:lnTo>
                <a:lnTo>
                  <a:pt x="0" y="506151"/>
                </a:lnTo>
                <a:cubicBezTo>
                  <a:pt x="0" y="638406"/>
                  <a:pt x="65735" y="739527"/>
                  <a:pt x="234414" y="739527"/>
                </a:cubicBezTo>
                <a:cubicBezTo>
                  <a:pt x="403093" y="739527"/>
                  <a:pt x="468828" y="638544"/>
                  <a:pt x="468828" y="506151"/>
                </a:cubicBezTo>
                <a:lnTo>
                  <a:pt x="468828" y="16256"/>
                </a:lnTo>
                <a:moveTo>
                  <a:pt x="1222509" y="16256"/>
                </a:moveTo>
                <a:lnTo>
                  <a:pt x="1103304" y="16256"/>
                </a:lnTo>
                <a:lnTo>
                  <a:pt x="1103304" y="723270"/>
                </a:lnTo>
                <a:lnTo>
                  <a:pt x="1222509" y="723270"/>
                </a:lnTo>
                <a:lnTo>
                  <a:pt x="1222509" y="397041"/>
                </a:lnTo>
                <a:cubicBezTo>
                  <a:pt x="1222509" y="322372"/>
                  <a:pt x="1260958" y="278838"/>
                  <a:pt x="1322559" y="278838"/>
                </a:cubicBezTo>
                <a:cubicBezTo>
                  <a:pt x="1384160" y="278838"/>
                  <a:pt x="1408415" y="318239"/>
                  <a:pt x="1408415" y="377891"/>
                </a:cubicBezTo>
                <a:lnTo>
                  <a:pt x="1408415" y="723270"/>
                </a:lnTo>
                <a:lnTo>
                  <a:pt x="1527620" y="723270"/>
                </a:lnTo>
                <a:lnTo>
                  <a:pt x="1527620" y="376789"/>
                </a:lnTo>
                <a:cubicBezTo>
                  <a:pt x="1527620" y="272776"/>
                  <a:pt x="1473047" y="208164"/>
                  <a:pt x="1368036" y="208164"/>
                </a:cubicBezTo>
                <a:cubicBezTo>
                  <a:pt x="1293206" y="208164"/>
                  <a:pt x="1251863" y="240539"/>
                  <a:pt x="1228573" y="281869"/>
                </a:cubicBezTo>
                <a:lnTo>
                  <a:pt x="1222509" y="281869"/>
                </a:lnTo>
                <a:lnTo>
                  <a:pt x="1222509" y="16256"/>
                </a:lnTo>
                <a:moveTo>
                  <a:pt x="4855722" y="16256"/>
                </a:moveTo>
                <a:lnTo>
                  <a:pt x="4730453" y="16256"/>
                </a:lnTo>
                <a:lnTo>
                  <a:pt x="4730453" y="538389"/>
                </a:lnTo>
                <a:cubicBezTo>
                  <a:pt x="4730453" y="623252"/>
                  <a:pt x="4698068" y="673675"/>
                  <a:pt x="4621308" y="673675"/>
                </a:cubicBezTo>
                <a:cubicBezTo>
                  <a:pt x="4544548" y="673675"/>
                  <a:pt x="4512163" y="620084"/>
                  <a:pt x="4512163" y="528194"/>
                </a:cubicBezTo>
                <a:lnTo>
                  <a:pt x="4512163" y="431207"/>
                </a:lnTo>
                <a:lnTo>
                  <a:pt x="4386894" y="462480"/>
                </a:lnTo>
                <a:lnTo>
                  <a:pt x="4386894" y="505876"/>
                </a:lnTo>
                <a:cubicBezTo>
                  <a:pt x="4386894" y="638131"/>
                  <a:pt x="4452629" y="739251"/>
                  <a:pt x="4621308" y="739251"/>
                </a:cubicBezTo>
                <a:cubicBezTo>
                  <a:pt x="4789987" y="739251"/>
                  <a:pt x="4855722" y="638269"/>
                  <a:pt x="4855722" y="505876"/>
                </a:cubicBezTo>
                <a:lnTo>
                  <a:pt x="4855722" y="15981"/>
                </a:lnTo>
                <a:moveTo>
                  <a:pt x="5609403" y="15981"/>
                </a:moveTo>
                <a:lnTo>
                  <a:pt x="5490198" y="15981"/>
                </a:lnTo>
                <a:lnTo>
                  <a:pt x="5490198" y="722995"/>
                </a:lnTo>
                <a:lnTo>
                  <a:pt x="5609403" y="722995"/>
                </a:lnTo>
                <a:lnTo>
                  <a:pt x="5609403" y="396765"/>
                </a:lnTo>
                <a:cubicBezTo>
                  <a:pt x="5609403" y="322096"/>
                  <a:pt x="5647852" y="278562"/>
                  <a:pt x="5709453" y="278562"/>
                </a:cubicBezTo>
                <a:cubicBezTo>
                  <a:pt x="5771054" y="278562"/>
                  <a:pt x="5795308" y="317963"/>
                  <a:pt x="5795308" y="377616"/>
                </a:cubicBezTo>
                <a:lnTo>
                  <a:pt x="5795308" y="722995"/>
                </a:lnTo>
                <a:lnTo>
                  <a:pt x="5914514" y="722995"/>
                </a:lnTo>
                <a:lnTo>
                  <a:pt x="5914514" y="376514"/>
                </a:lnTo>
                <a:cubicBezTo>
                  <a:pt x="5914514" y="272501"/>
                  <a:pt x="5859941" y="207889"/>
                  <a:pt x="5754930" y="207889"/>
                </a:cubicBezTo>
                <a:cubicBezTo>
                  <a:pt x="5680099" y="207889"/>
                  <a:pt x="5638756" y="240263"/>
                  <a:pt x="5615466" y="281593"/>
                </a:cubicBezTo>
                <a:lnTo>
                  <a:pt x="5609403" y="281593"/>
                </a:lnTo>
                <a:lnTo>
                  <a:pt x="5609403" y="15981"/>
                </a:lnTo>
                <a:moveTo>
                  <a:pt x="3954447" y="665409"/>
                </a:moveTo>
                <a:cubicBezTo>
                  <a:pt x="3857429" y="665409"/>
                  <a:pt x="3797895" y="586607"/>
                  <a:pt x="3797895" y="502845"/>
                </a:cubicBezTo>
                <a:cubicBezTo>
                  <a:pt x="3797895" y="450356"/>
                  <a:pt x="3821185" y="401863"/>
                  <a:pt x="3859496" y="374585"/>
                </a:cubicBezTo>
                <a:lnTo>
                  <a:pt x="4087847" y="624079"/>
                </a:lnTo>
                <a:cubicBezTo>
                  <a:pt x="4045401" y="649290"/>
                  <a:pt x="3997857" y="665546"/>
                  <a:pt x="3954447" y="665546"/>
                </a:cubicBezTo>
                <a:moveTo>
                  <a:pt x="4176734" y="541282"/>
                </a:moveTo>
                <a:lnTo>
                  <a:pt x="3978702" y="323061"/>
                </a:lnTo>
                <a:cubicBezTo>
                  <a:pt x="4014119" y="308871"/>
                  <a:pt x="4048433" y="303911"/>
                  <a:pt x="4076684" y="303911"/>
                </a:cubicBezTo>
                <a:cubicBezTo>
                  <a:pt x="4158543" y="303911"/>
                  <a:pt x="4208981" y="351440"/>
                  <a:pt x="4208981" y="433273"/>
                </a:cubicBezTo>
                <a:cubicBezTo>
                  <a:pt x="4208981" y="469643"/>
                  <a:pt x="4198922" y="506978"/>
                  <a:pt x="4176596" y="541282"/>
                </a:cubicBezTo>
                <a:moveTo>
                  <a:pt x="3951278" y="293854"/>
                </a:moveTo>
                <a:lnTo>
                  <a:pt x="3907868" y="245361"/>
                </a:lnTo>
                <a:cubicBezTo>
                  <a:pt x="3869419" y="202929"/>
                  <a:pt x="3858394" y="176616"/>
                  <a:pt x="3858394" y="145343"/>
                </a:cubicBezTo>
                <a:cubicBezTo>
                  <a:pt x="3858394" y="86792"/>
                  <a:pt x="3895740" y="53453"/>
                  <a:pt x="3954309" y="53453"/>
                </a:cubicBezTo>
                <a:cubicBezTo>
                  <a:pt x="4012879" y="53453"/>
                  <a:pt x="4049260" y="87757"/>
                  <a:pt x="4049260" y="150440"/>
                </a:cubicBezTo>
                <a:cubicBezTo>
                  <a:pt x="4049260" y="208026"/>
                  <a:pt x="4021009" y="262582"/>
                  <a:pt x="3951278" y="293854"/>
                </a:cubicBezTo>
                <a:moveTo>
                  <a:pt x="3957341" y="0"/>
                </a:moveTo>
                <a:cubicBezTo>
                  <a:pt x="3817878" y="0"/>
                  <a:pt x="3749249" y="77838"/>
                  <a:pt x="3749249" y="174687"/>
                </a:cubicBezTo>
                <a:cubicBezTo>
                  <a:pt x="3749249" y="227176"/>
                  <a:pt x="3771436" y="279802"/>
                  <a:pt x="3830143" y="343312"/>
                </a:cubicBezTo>
                <a:lnTo>
                  <a:pt x="3831108" y="345379"/>
                </a:lnTo>
                <a:cubicBezTo>
                  <a:pt x="3732160" y="392908"/>
                  <a:pt x="3686683" y="469643"/>
                  <a:pt x="3686683" y="548445"/>
                </a:cubicBezTo>
                <a:cubicBezTo>
                  <a:pt x="3686683" y="652459"/>
                  <a:pt x="3766475" y="739389"/>
                  <a:pt x="3889815" y="739389"/>
                </a:cubicBezTo>
                <a:cubicBezTo>
                  <a:pt x="3960511" y="739389"/>
                  <a:pt x="4043334" y="710045"/>
                  <a:pt x="4118165" y="657556"/>
                </a:cubicBezTo>
                <a:lnTo>
                  <a:pt x="4178801" y="723270"/>
                </a:lnTo>
                <a:lnTo>
                  <a:pt x="4337420" y="723270"/>
                </a:lnTo>
                <a:lnTo>
                  <a:pt x="4337420" y="718173"/>
                </a:lnTo>
                <a:lnTo>
                  <a:pt x="4208155" y="575723"/>
                </a:lnTo>
                <a:cubicBezTo>
                  <a:pt x="4262728" y="511111"/>
                  <a:pt x="4294011" y="440437"/>
                  <a:pt x="4294011" y="378718"/>
                </a:cubicBezTo>
                <a:cubicBezTo>
                  <a:pt x="4294011" y="301982"/>
                  <a:pt x="4242469" y="250458"/>
                  <a:pt x="4161713" y="250458"/>
                </a:cubicBezTo>
                <a:cubicBezTo>
                  <a:pt x="4119268" y="250458"/>
                  <a:pt x="4071723" y="262582"/>
                  <a:pt x="4040440" y="274705"/>
                </a:cubicBezTo>
                <a:lnTo>
                  <a:pt x="4038373" y="270710"/>
                </a:lnTo>
                <a:cubicBezTo>
                  <a:pt x="4115133" y="229242"/>
                  <a:pt x="4147518" y="190943"/>
                  <a:pt x="4147518" y="137352"/>
                </a:cubicBezTo>
                <a:cubicBezTo>
                  <a:pt x="4147518" y="60617"/>
                  <a:pt x="4078752" y="0"/>
                  <a:pt x="3957617" y="0"/>
                </a:cubicBezTo>
              </a:path>
            </a:pathLst>
          </a:custGeom>
          <a:solidFill>
            <a:schemeClr val="tx2"/>
          </a:solidFill>
          <a:ln w="137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516125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AC7D-F0E7-EAF3-A2FA-D1BBE998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13FB6-A12E-933F-8817-E76E400A8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CE08-5C50-76BD-D4DD-16099D6DC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0144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4.xml"/><Relationship Id="rId26" Type="http://schemas.openxmlformats.org/officeDocument/2006/relationships/slideLayout" Target="../slideLayouts/slideLayout72.xml"/><Relationship Id="rId39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67.xml"/><Relationship Id="rId34" Type="http://schemas.openxmlformats.org/officeDocument/2006/relationships/slideLayout" Target="../slideLayouts/slideLayout80.xml"/><Relationship Id="rId42" Type="http://schemas.openxmlformats.org/officeDocument/2006/relationships/slideLayout" Target="../slideLayouts/slideLayout88.xml"/><Relationship Id="rId47" Type="http://schemas.openxmlformats.org/officeDocument/2006/relationships/theme" Target="../theme/theme2.xml"/><Relationship Id="rId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5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24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83.xml"/><Relationship Id="rId40" Type="http://schemas.openxmlformats.org/officeDocument/2006/relationships/slideLayout" Target="../slideLayouts/slideLayout86.xml"/><Relationship Id="rId45" Type="http://schemas.openxmlformats.org/officeDocument/2006/relationships/slideLayout" Target="../slideLayouts/slideLayout91.xml"/><Relationship Id="rId5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56.xml"/><Relationship Id="rId19" Type="http://schemas.openxmlformats.org/officeDocument/2006/relationships/slideLayout" Target="../slideLayouts/slideLayout65.xml"/><Relationship Id="rId31" Type="http://schemas.openxmlformats.org/officeDocument/2006/relationships/slideLayout" Target="../slideLayouts/slideLayout77.xml"/><Relationship Id="rId44" Type="http://schemas.openxmlformats.org/officeDocument/2006/relationships/slideLayout" Target="../slideLayouts/slideLayout90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60.xml"/><Relationship Id="rId22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73.xml"/><Relationship Id="rId30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9.xml"/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71.xml"/><Relationship Id="rId33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4.xml"/><Relationship Id="rId4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66.xml"/><Relationship Id="rId41" Type="http://schemas.openxmlformats.org/officeDocument/2006/relationships/slideLayout" Target="../slideLayouts/slideLayout8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10.xml"/><Relationship Id="rId26" Type="http://schemas.openxmlformats.org/officeDocument/2006/relationships/slideLayout" Target="../slideLayouts/slideLayout118.xml"/><Relationship Id="rId39" Type="http://schemas.openxmlformats.org/officeDocument/2006/relationships/slideLayout" Target="../slideLayouts/slideLayout131.xml"/><Relationship Id="rId21" Type="http://schemas.openxmlformats.org/officeDocument/2006/relationships/slideLayout" Target="../slideLayouts/slideLayout113.xml"/><Relationship Id="rId34" Type="http://schemas.openxmlformats.org/officeDocument/2006/relationships/slideLayout" Target="../slideLayouts/slideLayout126.xml"/><Relationship Id="rId42" Type="http://schemas.openxmlformats.org/officeDocument/2006/relationships/slideLayout" Target="../slideLayouts/slideLayout134.xml"/><Relationship Id="rId47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108.xml"/><Relationship Id="rId29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3.xml"/><Relationship Id="rId24" Type="http://schemas.openxmlformats.org/officeDocument/2006/relationships/slideLayout" Target="../slideLayouts/slideLayout116.xml"/><Relationship Id="rId32" Type="http://schemas.openxmlformats.org/officeDocument/2006/relationships/slideLayout" Target="../slideLayouts/slideLayout124.xml"/><Relationship Id="rId37" Type="http://schemas.openxmlformats.org/officeDocument/2006/relationships/slideLayout" Target="../slideLayouts/slideLayout129.xml"/><Relationship Id="rId40" Type="http://schemas.openxmlformats.org/officeDocument/2006/relationships/slideLayout" Target="../slideLayouts/slideLayout132.xml"/><Relationship Id="rId45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7.xml"/><Relationship Id="rId23" Type="http://schemas.openxmlformats.org/officeDocument/2006/relationships/slideLayout" Target="../slideLayouts/slideLayout115.xml"/><Relationship Id="rId28" Type="http://schemas.openxmlformats.org/officeDocument/2006/relationships/slideLayout" Target="../slideLayouts/slideLayout120.xml"/><Relationship Id="rId36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02.xml"/><Relationship Id="rId19" Type="http://schemas.openxmlformats.org/officeDocument/2006/relationships/slideLayout" Target="../slideLayouts/slideLayout111.xml"/><Relationship Id="rId31" Type="http://schemas.openxmlformats.org/officeDocument/2006/relationships/slideLayout" Target="../slideLayouts/slideLayout123.xml"/><Relationship Id="rId44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96.xml"/><Relationship Id="rId9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6.xml"/><Relationship Id="rId22" Type="http://schemas.openxmlformats.org/officeDocument/2006/relationships/slideLayout" Target="../slideLayouts/slideLayout114.xml"/><Relationship Id="rId27" Type="http://schemas.openxmlformats.org/officeDocument/2006/relationships/slideLayout" Target="../slideLayouts/slideLayout119.xml"/><Relationship Id="rId30" Type="http://schemas.openxmlformats.org/officeDocument/2006/relationships/slideLayout" Target="../slideLayouts/slideLayout122.xml"/><Relationship Id="rId35" Type="http://schemas.openxmlformats.org/officeDocument/2006/relationships/slideLayout" Target="../slideLayouts/slideLayout127.xml"/><Relationship Id="rId43" Type="http://schemas.openxmlformats.org/officeDocument/2006/relationships/slideLayout" Target="../slideLayouts/slideLayout135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9.xml"/><Relationship Id="rId25" Type="http://schemas.openxmlformats.org/officeDocument/2006/relationships/slideLayout" Target="../slideLayouts/slideLayout117.xml"/><Relationship Id="rId33" Type="http://schemas.openxmlformats.org/officeDocument/2006/relationships/slideLayout" Target="../slideLayouts/slideLayout125.xml"/><Relationship Id="rId38" Type="http://schemas.openxmlformats.org/officeDocument/2006/relationships/slideLayout" Target="../slideLayouts/slideLayout130.xml"/><Relationship Id="rId46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112.xml"/><Relationship Id="rId41" Type="http://schemas.openxmlformats.org/officeDocument/2006/relationships/slideLayout" Target="../slideLayouts/slideLayout13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9" Type="http://schemas.openxmlformats.org/officeDocument/2006/relationships/slideLayout" Target="../slideLayouts/slideLayout178.xml"/><Relationship Id="rId21" Type="http://schemas.openxmlformats.org/officeDocument/2006/relationships/slideLayout" Target="../slideLayouts/slideLayout160.xml"/><Relationship Id="rId34" Type="http://schemas.openxmlformats.org/officeDocument/2006/relationships/slideLayout" Target="../slideLayouts/slideLayout173.xml"/><Relationship Id="rId42" Type="http://schemas.openxmlformats.org/officeDocument/2006/relationships/slideLayout" Target="../slideLayouts/slideLayout181.xml"/><Relationship Id="rId47" Type="http://schemas.openxmlformats.org/officeDocument/2006/relationships/theme" Target="../theme/theme4.xml"/><Relationship Id="rId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37" Type="http://schemas.openxmlformats.org/officeDocument/2006/relationships/slideLayout" Target="../slideLayouts/slideLayout176.xml"/><Relationship Id="rId40" Type="http://schemas.openxmlformats.org/officeDocument/2006/relationships/slideLayout" Target="../slideLayouts/slideLayout179.xml"/><Relationship Id="rId45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36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4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35" Type="http://schemas.openxmlformats.org/officeDocument/2006/relationships/slideLayout" Target="../slideLayouts/slideLayout174.xml"/><Relationship Id="rId43" Type="http://schemas.openxmlformats.org/officeDocument/2006/relationships/slideLayout" Target="../slideLayouts/slideLayout182.xml"/><Relationship Id="rId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slideLayout" Target="../slideLayouts/slideLayout172.xml"/><Relationship Id="rId38" Type="http://schemas.openxmlformats.org/officeDocument/2006/relationships/slideLayout" Target="../slideLayouts/slideLayout177.xml"/><Relationship Id="rId46" Type="http://schemas.openxmlformats.org/officeDocument/2006/relationships/slideLayout" Target="../slideLayouts/slideLayout185.xml"/><Relationship Id="rId20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8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" Type="http://schemas.openxmlformats.org/officeDocument/2006/relationships/slideLayout" Target="../slideLayouts/slideLayout188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2" Type="http://schemas.openxmlformats.org/officeDocument/2006/relationships/slideLayout" Target="../slideLayouts/slideLayout187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slideLayout" Target="../slideLayouts/slideLayout186.xml"/><Relationship Id="rId6" Type="http://schemas.openxmlformats.org/officeDocument/2006/relationships/theme" Target="../theme/theme5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5" Type="http://schemas.openxmlformats.org/officeDocument/2006/relationships/slideLayout" Target="../slideLayouts/slideLayout190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image" Target="../media/image1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slideLayout" Target="../slideLayouts/slideLayout189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oleObject" Target="../embeddings/oleObject2.bin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3.xml"/><Relationship Id="rId18" Type="http://schemas.openxmlformats.org/officeDocument/2006/relationships/slideLayout" Target="../slideLayouts/slideLayout208.xml"/><Relationship Id="rId2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29.xml"/><Relationship Id="rId21" Type="http://schemas.openxmlformats.org/officeDocument/2006/relationships/slideLayout" Target="../slideLayouts/slideLayout211.xml"/><Relationship Id="rId34" Type="http://schemas.openxmlformats.org/officeDocument/2006/relationships/slideLayout" Target="../slideLayouts/slideLayout224.xml"/><Relationship Id="rId42" Type="http://schemas.openxmlformats.org/officeDocument/2006/relationships/slideLayout" Target="../slideLayouts/slideLayout232.xml"/><Relationship Id="rId47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2.xml"/><Relationship Id="rId16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24" Type="http://schemas.openxmlformats.org/officeDocument/2006/relationships/slideLayout" Target="../slideLayouts/slideLayout214.xml"/><Relationship Id="rId32" Type="http://schemas.openxmlformats.org/officeDocument/2006/relationships/slideLayout" Target="../slideLayouts/slideLayout222.xml"/><Relationship Id="rId37" Type="http://schemas.openxmlformats.org/officeDocument/2006/relationships/slideLayout" Target="../slideLayouts/slideLayout227.xml"/><Relationship Id="rId40" Type="http://schemas.openxmlformats.org/officeDocument/2006/relationships/slideLayout" Target="../slideLayouts/slideLayout230.xml"/><Relationship Id="rId45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205.xml"/><Relationship Id="rId23" Type="http://schemas.openxmlformats.org/officeDocument/2006/relationships/slideLayout" Target="../slideLayouts/slideLayout213.xml"/><Relationship Id="rId28" Type="http://schemas.openxmlformats.org/officeDocument/2006/relationships/slideLayout" Target="../slideLayouts/slideLayout218.xml"/><Relationship Id="rId36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00.xml"/><Relationship Id="rId19" Type="http://schemas.openxmlformats.org/officeDocument/2006/relationships/slideLayout" Target="../slideLayouts/slideLayout209.xml"/><Relationship Id="rId3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Relationship Id="rId14" Type="http://schemas.openxmlformats.org/officeDocument/2006/relationships/slideLayout" Target="../slideLayouts/slideLayout204.xml"/><Relationship Id="rId22" Type="http://schemas.openxmlformats.org/officeDocument/2006/relationships/slideLayout" Target="../slideLayouts/slideLayout212.xml"/><Relationship Id="rId27" Type="http://schemas.openxmlformats.org/officeDocument/2006/relationships/slideLayout" Target="../slideLayouts/slideLayout217.xml"/><Relationship Id="rId30" Type="http://schemas.openxmlformats.org/officeDocument/2006/relationships/slideLayout" Target="../slideLayouts/slideLayout220.xml"/><Relationship Id="rId35" Type="http://schemas.openxmlformats.org/officeDocument/2006/relationships/slideLayout" Target="../slideLayouts/slideLayout225.xml"/><Relationship Id="rId43" Type="http://schemas.openxmlformats.org/officeDocument/2006/relationships/slideLayout" Target="../slideLayouts/slideLayout233.xml"/><Relationship Id="rId48" Type="http://schemas.openxmlformats.org/officeDocument/2006/relationships/theme" Target="../theme/theme6.xml"/><Relationship Id="rId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202.xml"/><Relationship Id="rId17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15.xml"/><Relationship Id="rId33" Type="http://schemas.openxmlformats.org/officeDocument/2006/relationships/slideLayout" Target="../slideLayouts/slideLayout223.xml"/><Relationship Id="rId38" Type="http://schemas.openxmlformats.org/officeDocument/2006/relationships/slideLayout" Target="../slideLayouts/slideLayout228.xml"/><Relationship Id="rId46" Type="http://schemas.openxmlformats.org/officeDocument/2006/relationships/slideLayout" Target="../slideLayouts/slideLayout236.xml"/><Relationship Id="rId20" Type="http://schemas.openxmlformats.org/officeDocument/2006/relationships/slideLayout" Target="../slideLayouts/slideLayout210.xml"/><Relationship Id="rId41" Type="http://schemas.openxmlformats.org/officeDocument/2006/relationships/slideLayout" Target="../slideLayouts/slideLayout2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98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  <p:sldLayoutId id="2147483851" r:id="rId33"/>
    <p:sldLayoutId id="2147483852" r:id="rId34"/>
    <p:sldLayoutId id="2147483853" r:id="rId35"/>
    <p:sldLayoutId id="2147483854" r:id="rId36"/>
    <p:sldLayoutId id="2147483855" r:id="rId37"/>
    <p:sldLayoutId id="2147483856" r:id="rId38"/>
    <p:sldLayoutId id="2147483857" r:id="rId39"/>
    <p:sldLayoutId id="2147483858" r:id="rId40"/>
    <p:sldLayoutId id="2147483859" r:id="rId41"/>
    <p:sldLayoutId id="2147483860" r:id="rId42"/>
    <p:sldLayoutId id="2147483861" r:id="rId43"/>
    <p:sldLayoutId id="2147483862" r:id="rId44"/>
    <p:sldLayoutId id="2147483863" r:id="rId45"/>
    <p:sldLayoutId id="2147483864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16990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5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/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0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7" r:id="rId33"/>
    <p:sldLayoutId id="2147483948" r:id="rId34"/>
    <p:sldLayoutId id="2147483949" r:id="rId35"/>
    <p:sldLayoutId id="2147483950" r:id="rId36"/>
    <p:sldLayoutId id="2147483951" r:id="rId37"/>
    <p:sldLayoutId id="2147483952" r:id="rId38"/>
    <p:sldLayoutId id="2147483953" r:id="rId39"/>
    <p:sldLayoutId id="2147483954" r:id="rId40"/>
    <p:sldLayoutId id="2147483955" r:id="rId41"/>
    <p:sldLayoutId id="2147483956" r:id="rId42"/>
    <p:sldLayoutId id="2147483957" r:id="rId43"/>
    <p:sldLayoutId id="2147483958" r:id="rId44"/>
    <p:sldLayoutId id="2147483959" r:id="rId45"/>
    <p:sldLayoutId id="2147483960" r:id="rId46"/>
    <p:sldLayoutId id="2147483961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63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  <p:sldLayoutId id="2147484004" r:id="rId41"/>
    <p:sldLayoutId id="2147484005" r:id="rId42"/>
    <p:sldLayoutId id="2147484006" r:id="rId43"/>
    <p:sldLayoutId id="2147484007" r:id="rId44"/>
    <p:sldLayoutId id="2147484008" r:id="rId45"/>
    <p:sldLayoutId id="2147484009" r:id="rId46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13" imgH="416" progId="TCLayout.ActiveDocument.1">
                  <p:embed/>
                </p:oleObj>
              </mc:Choice>
              <mc:Fallback>
                <p:oleObj name="think-cell Slide" r:id="rId27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70" name="Grid" hidden="1">
            <a:extLst>
              <a:ext uri="{FF2B5EF4-FFF2-40B4-BE49-F238E27FC236}">
                <a16:creationId xmlns:a16="http://schemas.microsoft.com/office/drawing/2014/main" id="{3BBFEB30-B5C9-4D5C-9A82-066C6BF363E3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50B3518-D8B6-4062-A4CE-0C1A1A286FE1}"/>
                </a:ext>
              </a:extLst>
            </p:cNvPr>
            <p:cNvSpPr/>
            <p:nvPr userDrawn="1"/>
          </p:nvSpPr>
          <p:spPr bwMode="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C45F528-EF91-4619-AF16-5D11F63D2FFC}"/>
                </a:ext>
              </a:extLst>
            </p:cNvPr>
            <p:cNvSpPr/>
            <p:nvPr/>
          </p:nvSpPr>
          <p:spPr bwMode="gray">
            <a:xfrm>
              <a:off x="1524" y="0"/>
              <a:ext cx="12188952" cy="6858000"/>
            </a:xfrm>
            <a:custGeom>
              <a:avLst/>
              <a:gdLst>
                <a:gd name="connsiteX0" fmla="*/ 553212 w 12188952"/>
                <a:gd name="connsiteY0" fmla="*/ 1405610 h 6858000"/>
                <a:gd name="connsiteX1" fmla="*/ 553212 w 12188952"/>
                <a:gd name="connsiteY1" fmla="*/ 1709928 h 6858000"/>
                <a:gd name="connsiteX2" fmla="*/ 551868 w 12188952"/>
                <a:gd name="connsiteY2" fmla="*/ 1709928 h 6858000"/>
                <a:gd name="connsiteX3" fmla="*/ 551868 w 12188952"/>
                <a:gd name="connsiteY3" fmla="*/ 6217920 h 6858000"/>
                <a:gd name="connsiteX4" fmla="*/ 553212 w 12188952"/>
                <a:gd name="connsiteY4" fmla="*/ 6217920 h 6858000"/>
                <a:gd name="connsiteX5" fmla="*/ 11635740 w 12188952"/>
                <a:gd name="connsiteY5" fmla="*/ 6217920 h 6858000"/>
                <a:gd name="connsiteX6" fmla="*/ 11636196 w 12188952"/>
                <a:gd name="connsiteY6" fmla="*/ 6217920 h 6858000"/>
                <a:gd name="connsiteX7" fmla="*/ 11636196 w 12188952"/>
                <a:gd name="connsiteY7" fmla="*/ 1709928 h 6858000"/>
                <a:gd name="connsiteX8" fmla="*/ 11635740 w 12188952"/>
                <a:gd name="connsiteY8" fmla="*/ 1709928 h 6858000"/>
                <a:gd name="connsiteX9" fmla="*/ 11635740 w 12188952"/>
                <a:gd name="connsiteY9" fmla="*/ 1405610 h 6858000"/>
                <a:gd name="connsiteX10" fmla="*/ 0 w 12188952"/>
                <a:gd name="connsiteY10" fmla="*/ 0 h 6858000"/>
                <a:gd name="connsiteX11" fmla="*/ 12188952 w 12188952"/>
                <a:gd name="connsiteY11" fmla="*/ 0 h 6858000"/>
                <a:gd name="connsiteX12" fmla="*/ 12188952 w 12188952"/>
                <a:gd name="connsiteY12" fmla="*/ 6858000 h 6858000"/>
                <a:gd name="connsiteX13" fmla="*/ 0 w 12188952"/>
                <a:gd name="connsiteY1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88952" h="6858000">
                  <a:moveTo>
                    <a:pt x="553212" y="1405610"/>
                  </a:moveTo>
                  <a:lnTo>
                    <a:pt x="553212" y="1709928"/>
                  </a:lnTo>
                  <a:lnTo>
                    <a:pt x="551868" y="1709928"/>
                  </a:lnTo>
                  <a:lnTo>
                    <a:pt x="551868" y="6217920"/>
                  </a:lnTo>
                  <a:lnTo>
                    <a:pt x="553212" y="6217920"/>
                  </a:lnTo>
                  <a:lnTo>
                    <a:pt x="11635740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lnTo>
                    <a:pt x="11635740" y="1709928"/>
                  </a:lnTo>
                  <a:lnTo>
                    <a:pt x="11635740" y="1405610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 rtl="0"/>
              <a:endParaRPr lang="en-US" sz="30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7ABF7BA-0428-4141-8351-03A2727DECBD}"/>
                </a:ext>
              </a:extLst>
            </p:cNvPr>
            <p:cNvCxnSpPr/>
            <p:nvPr/>
          </p:nvCxnSpPr>
          <p:spPr bwMode="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4EB93D9-2FE5-4212-8DB4-7A0327E33766}"/>
                </a:ext>
              </a:extLst>
            </p:cNvPr>
            <p:cNvCxnSpPr/>
            <p:nvPr/>
          </p:nvCxnSpPr>
          <p:spPr bwMode="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F34081-E688-4287-A553-264328F1E1E1}"/>
                </a:ext>
              </a:extLst>
            </p:cNvPr>
            <p:cNvCxnSpPr/>
            <p:nvPr/>
          </p:nvCxnSpPr>
          <p:spPr bwMode="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868CDEE-044B-4D04-A5D3-6A526BE51179}"/>
                </a:ext>
              </a:extLst>
            </p:cNvPr>
            <p:cNvCxnSpPr/>
            <p:nvPr/>
          </p:nvCxnSpPr>
          <p:spPr bwMode="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100C653-5CFA-4B3C-BD97-47499B419B53}"/>
                </a:ext>
              </a:extLst>
            </p:cNvPr>
            <p:cNvCxnSpPr/>
            <p:nvPr/>
          </p:nvCxnSpPr>
          <p:spPr bwMode="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21F5AB2-1154-4ACD-832F-CB2539EE783F}"/>
                </a:ext>
              </a:extLst>
            </p:cNvPr>
            <p:cNvCxnSpPr/>
            <p:nvPr/>
          </p:nvCxnSpPr>
          <p:spPr bwMode="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66910D2-AFA9-4FD1-8D04-D99BB3645452}"/>
                </a:ext>
              </a:extLst>
            </p:cNvPr>
            <p:cNvCxnSpPr/>
            <p:nvPr/>
          </p:nvCxnSpPr>
          <p:spPr bwMode="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1769A11B-0399-4716-A212-6F179313A427}"/>
                </a:ext>
              </a:extLst>
            </p:cNvPr>
            <p:cNvCxnSpPr/>
            <p:nvPr/>
          </p:nvCxnSpPr>
          <p:spPr bwMode="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CB3272D-021B-49B8-92A5-D1DEB3202AE0}"/>
                </a:ext>
              </a:extLst>
            </p:cNvPr>
            <p:cNvCxnSpPr/>
            <p:nvPr/>
          </p:nvCxnSpPr>
          <p:spPr bwMode="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1701AE9-04C5-4AD4-8DEE-873680FD231F}"/>
                </a:ext>
              </a:extLst>
            </p:cNvPr>
            <p:cNvCxnSpPr/>
            <p:nvPr/>
          </p:nvCxnSpPr>
          <p:spPr bwMode="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050D91B-89C3-45DE-BE0C-1430E2BE6F4B}"/>
                </a:ext>
              </a:extLst>
            </p:cNvPr>
            <p:cNvCxnSpPr/>
            <p:nvPr/>
          </p:nvCxnSpPr>
          <p:spPr bwMode="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8E5EF5D-0D94-4FCE-8BE2-F0790F7B1879}"/>
                </a:ext>
              </a:extLst>
            </p:cNvPr>
            <p:cNvCxnSpPr/>
            <p:nvPr/>
          </p:nvCxnSpPr>
          <p:spPr bwMode="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205F8351-710E-49E9-A523-EA0755B417C5}"/>
                </a:ext>
              </a:extLst>
            </p:cNvPr>
            <p:cNvSpPr/>
            <p:nvPr/>
          </p:nvSpPr>
          <p:spPr bwMode="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7C1C31B-A122-4A09-9500-27B0684B272F}"/>
                </a:ext>
              </a:extLst>
            </p:cNvPr>
            <p:cNvSpPr/>
            <p:nvPr/>
          </p:nvSpPr>
          <p:spPr bwMode="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DF86859-7D4B-4DA1-91AA-0992644F5903}"/>
                </a:ext>
              </a:extLst>
            </p:cNvPr>
            <p:cNvSpPr/>
            <p:nvPr/>
          </p:nvSpPr>
          <p:spPr bwMode="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DC3E9CA-569C-4414-A75A-C805A4A40B64}"/>
                </a:ext>
              </a:extLst>
            </p:cNvPr>
            <p:cNvSpPr/>
            <p:nvPr/>
          </p:nvSpPr>
          <p:spPr bwMode="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532C466-D8D3-43AC-995C-2B54885AC096}"/>
                </a:ext>
              </a:extLst>
            </p:cNvPr>
            <p:cNvSpPr/>
            <p:nvPr/>
          </p:nvSpPr>
          <p:spPr bwMode="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B0920AE1-B909-471F-9E77-7C3A31509F84}"/>
                </a:ext>
              </a:extLst>
            </p:cNvPr>
            <p:cNvSpPr/>
            <p:nvPr/>
          </p:nvSpPr>
          <p:spPr bwMode="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A1E8190-F3C6-4BF7-97E3-90F3FC84746E}"/>
                </a:ext>
              </a:extLst>
            </p:cNvPr>
            <p:cNvSpPr/>
            <p:nvPr/>
          </p:nvSpPr>
          <p:spPr bwMode="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33B1FC28-C9D6-4928-BCCE-9873C7DEEFDE}"/>
                </a:ext>
              </a:extLst>
            </p:cNvPr>
            <p:cNvSpPr/>
            <p:nvPr/>
          </p:nvSpPr>
          <p:spPr bwMode="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9C1F2-E745-44A5-AEA3-9DE0D69F2B15}"/>
                </a:ext>
              </a:extLst>
            </p:cNvPr>
            <p:cNvSpPr/>
            <p:nvPr/>
          </p:nvSpPr>
          <p:spPr bwMode="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3F7DB9B8-09EF-46A7-9839-EE0FA8E11651}"/>
                </a:ext>
              </a:extLst>
            </p:cNvPr>
            <p:cNvSpPr/>
            <p:nvPr/>
          </p:nvSpPr>
          <p:spPr bwMode="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59DC929-939A-40DF-96D2-82427AD8E191}"/>
                </a:ext>
              </a:extLst>
            </p:cNvPr>
            <p:cNvSpPr/>
            <p:nvPr/>
          </p:nvSpPr>
          <p:spPr bwMode="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1E475EA-3BCA-4BD2-9129-0A15F92784B0}"/>
                </a:ext>
              </a:extLst>
            </p:cNvPr>
            <p:cNvSpPr/>
            <p:nvPr/>
          </p:nvSpPr>
          <p:spPr bwMode="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58358D8-4286-4ED9-A0FF-82879D8C9183}"/>
                </a:ext>
              </a:extLst>
            </p:cNvPr>
            <p:cNvSpPr/>
            <p:nvPr/>
          </p:nvSpPr>
          <p:spPr bwMode="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7E8672D-5A21-4EE8-8FA5-FBB35E3AF6F8}"/>
                </a:ext>
              </a:extLst>
            </p:cNvPr>
            <p:cNvSpPr/>
            <p:nvPr/>
          </p:nvSpPr>
          <p:spPr bwMode="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A059A59-9BBE-4F86-862A-48E139D1EE64}"/>
                </a:ext>
              </a:extLst>
            </p:cNvPr>
            <p:cNvSpPr/>
            <p:nvPr userDrawn="1"/>
          </p:nvSpPr>
          <p:spPr bwMode="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5CF5402-4FC2-4420-ABC5-BBFA3EA9D203}"/>
                </a:ext>
              </a:extLst>
            </p:cNvPr>
            <p:cNvSpPr/>
            <p:nvPr userDrawn="1"/>
          </p:nvSpPr>
          <p:spPr bwMode="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0BB1258-8102-4E47-BE2F-816FBB6BA408}"/>
                </a:ext>
              </a:extLst>
            </p:cNvPr>
            <p:cNvSpPr/>
            <p:nvPr userDrawn="1"/>
          </p:nvSpPr>
          <p:spPr bwMode="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270BD53-6742-47F1-853C-FA770237F3FD}"/>
                </a:ext>
              </a:extLst>
            </p:cNvPr>
            <p:cNvSpPr/>
            <p:nvPr userDrawn="1"/>
          </p:nvSpPr>
          <p:spPr bwMode="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95B319-4702-4CD9-838C-C0612B6879BC}"/>
                </a:ext>
              </a:extLst>
            </p:cNvPr>
            <p:cNvSpPr/>
            <p:nvPr userDrawn="1"/>
          </p:nvSpPr>
          <p:spPr bwMode="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E5E70F1-247D-4F01-A473-C5A9226BCADC}"/>
                </a:ext>
              </a:extLst>
            </p:cNvPr>
            <p:cNvSpPr/>
            <p:nvPr userDrawn="1"/>
          </p:nvSpPr>
          <p:spPr bwMode="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32858E4-B133-4A91-9BCA-BF80F093194A}"/>
                </a:ext>
              </a:extLst>
            </p:cNvPr>
            <p:cNvSpPr/>
            <p:nvPr userDrawn="1"/>
          </p:nvSpPr>
          <p:spPr bwMode="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027DED92-EF7A-4687-A1A4-BDAA2F1EAF12}"/>
                </a:ext>
              </a:extLst>
            </p:cNvPr>
            <p:cNvSpPr/>
            <p:nvPr userDrawn="1"/>
          </p:nvSpPr>
          <p:spPr bwMode="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3D72483-35F2-49AC-989D-0E1BC8456803}"/>
                </a:ext>
              </a:extLst>
            </p:cNvPr>
            <p:cNvSpPr/>
            <p:nvPr userDrawn="1"/>
          </p:nvSpPr>
          <p:spPr bwMode="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DD2F54E-53A3-49F6-905E-B0F8E1348C8E}"/>
                </a:ext>
              </a:extLst>
            </p:cNvPr>
            <p:cNvSpPr/>
            <p:nvPr userDrawn="1"/>
          </p:nvSpPr>
          <p:spPr bwMode="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57A01EE-7FB2-4BA0-B35A-2F95546E4624}"/>
                </a:ext>
              </a:extLst>
            </p:cNvPr>
            <p:cNvCxnSpPr/>
            <p:nvPr userDrawn="1"/>
          </p:nvCxnSpPr>
          <p:spPr bwMode="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7FC1C45B-2B29-4A42-8D4B-721F68CA1348}"/>
                </a:ext>
              </a:extLst>
            </p:cNvPr>
            <p:cNvCxnSpPr/>
            <p:nvPr userDrawn="1"/>
          </p:nvCxnSpPr>
          <p:spPr bwMode="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1A27E92-9270-4990-A7E0-13762B5DCF31}"/>
                </a:ext>
              </a:extLst>
            </p:cNvPr>
            <p:cNvCxnSpPr/>
            <p:nvPr userDrawn="1"/>
          </p:nvCxnSpPr>
          <p:spPr bwMode="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9F46154D-791B-4F7D-8E1C-E15CD03A29AA}"/>
                </a:ext>
              </a:extLst>
            </p:cNvPr>
            <p:cNvCxnSpPr/>
            <p:nvPr userDrawn="1"/>
          </p:nvCxnSpPr>
          <p:spPr bwMode="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9B4B757-25C9-484E-A4FE-A49FBA3319A4}"/>
                </a:ext>
              </a:extLst>
            </p:cNvPr>
            <p:cNvCxnSpPr/>
            <p:nvPr userDrawn="1"/>
          </p:nvCxnSpPr>
          <p:spPr bwMode="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5535B4E-91AD-45A5-B3C9-3699892DFD15}"/>
                </a:ext>
              </a:extLst>
            </p:cNvPr>
            <p:cNvCxnSpPr/>
            <p:nvPr userDrawn="1"/>
          </p:nvCxnSpPr>
          <p:spPr bwMode="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BB8DA04A-5D80-45BB-8266-4A4ECB242742}"/>
                </a:ext>
              </a:extLst>
            </p:cNvPr>
            <p:cNvCxnSpPr/>
            <p:nvPr userDrawn="1"/>
          </p:nvCxnSpPr>
          <p:spPr bwMode="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E5E52966-F7BC-421A-9050-FFBE6C9FDFFC}"/>
                </a:ext>
              </a:extLst>
            </p:cNvPr>
            <p:cNvCxnSpPr/>
            <p:nvPr userDrawn="1"/>
          </p:nvCxnSpPr>
          <p:spPr bwMode="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27183FD6-ADDC-4DBA-AD69-7D5A08920C83}"/>
                </a:ext>
              </a:extLst>
            </p:cNvPr>
            <p:cNvCxnSpPr/>
            <p:nvPr userDrawn="1"/>
          </p:nvCxnSpPr>
          <p:spPr bwMode="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3B1C3B52-250A-482D-AE65-9AAC3A76868D}"/>
                </a:ext>
              </a:extLst>
            </p:cNvPr>
            <p:cNvCxnSpPr/>
            <p:nvPr userDrawn="1"/>
          </p:nvCxnSpPr>
          <p:spPr bwMode="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3AB6E369-DE4F-4AA3-9B2B-FD9286DC14EB}"/>
                </a:ext>
              </a:extLst>
            </p:cNvPr>
            <p:cNvCxnSpPr/>
            <p:nvPr userDrawn="1"/>
          </p:nvCxnSpPr>
          <p:spPr bwMode="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2D96B38-98DE-4984-BD84-08887A144206}"/>
                </a:ext>
              </a:extLst>
            </p:cNvPr>
            <p:cNvCxnSpPr/>
            <p:nvPr userDrawn="1"/>
          </p:nvCxnSpPr>
          <p:spPr bwMode="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A47B8B7-112A-4075-B20A-90A845CE256B}"/>
                </a:ext>
              </a:extLst>
            </p:cNvPr>
            <p:cNvCxnSpPr/>
            <p:nvPr userDrawn="1"/>
          </p:nvCxnSpPr>
          <p:spPr bwMode="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0FEBE3CB-E087-4212-96D5-920E5C903EF2}"/>
                </a:ext>
              </a:extLst>
            </p:cNvPr>
            <p:cNvCxnSpPr/>
            <p:nvPr userDrawn="1"/>
          </p:nvCxnSpPr>
          <p:spPr bwMode="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86B76C-7301-4C4A-B5BE-0AFF241FAEB0}"/>
                </a:ext>
              </a:extLst>
            </p:cNvPr>
            <p:cNvCxnSpPr/>
            <p:nvPr userDrawn="1"/>
          </p:nvCxnSpPr>
          <p:spPr bwMode="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B029B6E-808D-40CF-A2D1-AADA131A0D00}"/>
                </a:ext>
              </a:extLst>
            </p:cNvPr>
            <p:cNvCxnSpPr/>
            <p:nvPr userDrawn="1"/>
          </p:nvCxnSpPr>
          <p:spPr bwMode="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705E053-FBF3-4534-A74B-EC16CC92EE77}"/>
                </a:ext>
              </a:extLst>
            </p:cNvPr>
            <p:cNvCxnSpPr/>
            <p:nvPr userDrawn="1"/>
          </p:nvCxnSpPr>
          <p:spPr bwMode="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E0E44BE-C4B0-46A9-A59B-A43157B927C1}"/>
                </a:ext>
              </a:extLst>
            </p:cNvPr>
            <p:cNvCxnSpPr/>
            <p:nvPr userDrawn="1"/>
          </p:nvCxnSpPr>
          <p:spPr bwMode="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B09A95B-D404-461F-A093-7C895E3A741F}"/>
                </a:ext>
              </a:extLst>
            </p:cNvPr>
            <p:cNvCxnSpPr/>
            <p:nvPr userDrawn="1"/>
          </p:nvCxnSpPr>
          <p:spPr bwMode="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A79A7095-2656-44EB-B0A3-4271C7264720}"/>
                </a:ext>
              </a:extLst>
            </p:cNvPr>
            <p:cNvCxnSpPr/>
            <p:nvPr userDrawn="1"/>
          </p:nvCxnSpPr>
          <p:spPr bwMode="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BA4BC595-5B69-4C71-A5EC-2940C48186D2}"/>
                </a:ext>
              </a:extLst>
            </p:cNvPr>
            <p:cNvCxnSpPr/>
            <p:nvPr userDrawn="1"/>
          </p:nvCxnSpPr>
          <p:spPr bwMode="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7474A32-631C-4FA8-B250-D9C17610DA92}"/>
                </a:ext>
              </a:extLst>
            </p:cNvPr>
            <p:cNvCxnSpPr/>
            <p:nvPr userDrawn="1"/>
          </p:nvCxnSpPr>
          <p:spPr bwMode="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FA397D1-2FFD-4719-93E4-17828F08EC1D}"/>
                </a:ext>
              </a:extLst>
            </p:cNvPr>
            <p:cNvCxnSpPr/>
            <p:nvPr userDrawn="1"/>
          </p:nvCxnSpPr>
          <p:spPr bwMode="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2CDBCAF-60C0-40A4-97EA-7B190F17D13D}"/>
                </a:ext>
              </a:extLst>
            </p:cNvPr>
            <p:cNvCxnSpPr/>
            <p:nvPr userDrawn="1"/>
          </p:nvCxnSpPr>
          <p:spPr bwMode="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88614279-F6F1-4779-A908-BEF080C471AB}"/>
                </a:ext>
              </a:extLst>
            </p:cNvPr>
            <p:cNvCxnSpPr/>
            <p:nvPr userDrawn="1"/>
          </p:nvCxnSpPr>
          <p:spPr bwMode="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7A8DFC-FE4B-4B06-8AEF-607F9AEE764E}"/>
                </a:ext>
              </a:extLst>
            </p:cNvPr>
            <p:cNvCxnSpPr/>
            <p:nvPr userDrawn="1"/>
          </p:nvCxnSpPr>
          <p:spPr bwMode="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942E819A-5DA8-4032-B3EB-D10DC14D6C84}"/>
                </a:ext>
              </a:extLst>
            </p:cNvPr>
            <p:cNvCxnSpPr/>
            <p:nvPr userDrawn="1"/>
          </p:nvCxnSpPr>
          <p:spPr bwMode="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912236D-CA1F-4315-989A-12010EB46505}"/>
                </a:ext>
              </a:extLst>
            </p:cNvPr>
            <p:cNvCxnSpPr/>
            <p:nvPr userDrawn="1"/>
          </p:nvCxnSpPr>
          <p:spPr bwMode="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44ED2ACF-C68A-42CC-A632-CD03AB2544F3}"/>
                </a:ext>
              </a:extLst>
            </p:cNvPr>
            <p:cNvCxnSpPr/>
            <p:nvPr userDrawn="1"/>
          </p:nvCxnSpPr>
          <p:spPr bwMode="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A8F039F-D473-4D39-8AC6-81810B219B3E}"/>
                </a:ext>
              </a:extLst>
            </p:cNvPr>
            <p:cNvCxnSpPr/>
            <p:nvPr userDrawn="1"/>
          </p:nvCxnSpPr>
          <p:spPr bwMode="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A241E12-AAE1-45D8-9D67-A8007269A3E0}"/>
                </a:ext>
              </a:extLst>
            </p:cNvPr>
            <p:cNvCxnSpPr/>
            <p:nvPr userDrawn="1"/>
          </p:nvCxnSpPr>
          <p:spPr bwMode="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B3D829D9-0D54-4FB5-9FD5-512316CE5897}"/>
                </a:ext>
              </a:extLst>
            </p:cNvPr>
            <p:cNvCxnSpPr/>
            <p:nvPr userDrawn="1"/>
          </p:nvCxnSpPr>
          <p:spPr bwMode="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6DCAEE40-53ED-4281-A3F1-ACB0AA93B7BD}"/>
                </a:ext>
              </a:extLst>
            </p:cNvPr>
            <p:cNvCxnSpPr/>
            <p:nvPr userDrawn="1"/>
          </p:nvCxnSpPr>
          <p:spPr bwMode="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16D3477-104A-45EC-ABA6-46CC43BAB1CA}"/>
                </a:ext>
              </a:extLst>
            </p:cNvPr>
            <p:cNvCxnSpPr/>
            <p:nvPr userDrawn="1"/>
          </p:nvCxnSpPr>
          <p:spPr bwMode="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5EC7B04-40CF-4499-BF37-9874AB2E42BC}"/>
                </a:ext>
              </a:extLst>
            </p:cNvPr>
            <p:cNvCxnSpPr/>
            <p:nvPr userDrawn="1"/>
          </p:nvCxnSpPr>
          <p:spPr bwMode="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A1B7D422-DF11-439B-AA7B-5AE071A4C7DC}"/>
                </a:ext>
              </a:extLst>
            </p:cNvPr>
            <p:cNvCxnSpPr/>
            <p:nvPr userDrawn="1"/>
          </p:nvCxnSpPr>
          <p:spPr bwMode="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21103B97-22A5-4A41-A8B4-4FBC1AB3251F}"/>
                </a:ext>
              </a:extLst>
            </p:cNvPr>
            <p:cNvCxnSpPr/>
            <p:nvPr userDrawn="1"/>
          </p:nvCxnSpPr>
          <p:spPr bwMode="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06654E2-EE76-422E-8306-19CDD004E451}"/>
                </a:ext>
              </a:extLst>
            </p:cNvPr>
            <p:cNvCxnSpPr/>
            <p:nvPr userDrawn="1"/>
          </p:nvCxnSpPr>
          <p:spPr bwMode="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1A46DB1-E3F1-48B8-8CD6-686C08337E3D}"/>
                </a:ext>
              </a:extLst>
            </p:cNvPr>
            <p:cNvCxnSpPr/>
            <p:nvPr userDrawn="1"/>
          </p:nvCxnSpPr>
          <p:spPr bwMode="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7EB58E3-EE98-4C63-A5FA-31A1F31261BD}"/>
                </a:ext>
              </a:extLst>
            </p:cNvPr>
            <p:cNvCxnSpPr/>
            <p:nvPr userDrawn="1"/>
          </p:nvCxnSpPr>
          <p:spPr bwMode="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FDF83986-66A6-442D-9688-89B353D5848C}"/>
                </a:ext>
              </a:extLst>
            </p:cNvPr>
            <p:cNvCxnSpPr/>
            <p:nvPr userDrawn="1"/>
          </p:nvCxnSpPr>
          <p:spPr bwMode="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32EE19-D046-4DA8-83C8-C7090C2032B7}"/>
                </a:ext>
              </a:extLst>
            </p:cNvPr>
            <p:cNvCxnSpPr/>
            <p:nvPr userDrawn="1"/>
          </p:nvCxnSpPr>
          <p:spPr bwMode="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E9073FA-D009-4B43-AE1C-76B2371EDB72}"/>
                </a:ext>
              </a:extLst>
            </p:cNvPr>
            <p:cNvCxnSpPr/>
            <p:nvPr userDrawn="1"/>
          </p:nvCxnSpPr>
          <p:spPr bwMode="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37EEEBC-9035-46B4-859D-8637EB5F71E7}"/>
                </a:ext>
              </a:extLst>
            </p:cNvPr>
            <p:cNvCxnSpPr/>
            <p:nvPr userDrawn="1"/>
          </p:nvCxnSpPr>
          <p:spPr bwMode="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main body box">
              <a:extLst>
                <a:ext uri="{FF2B5EF4-FFF2-40B4-BE49-F238E27FC236}">
                  <a16:creationId xmlns:a16="http://schemas.microsoft.com/office/drawing/2014/main" id="{5A4E68D2-98C2-4107-A058-DD36C69DD1BD}"/>
                </a:ext>
              </a:extLst>
            </p:cNvPr>
            <p:cNvSpPr/>
            <p:nvPr userDrawn="1"/>
          </p:nvSpPr>
          <p:spPr bwMode="gray">
            <a:xfrm>
              <a:off x="554736" y="1405610"/>
              <a:ext cx="11082528" cy="481231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D320E2E-9A90-4FBD-95ED-547D38976E3C}"/>
                </a:ext>
              </a:extLst>
            </p:cNvPr>
            <p:cNvCxnSpPr/>
            <p:nvPr userDrawn="1"/>
          </p:nvCxnSpPr>
          <p:spPr bwMode="gray">
            <a:xfrm>
              <a:off x="554736" y="186537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70454B89-8DFA-4EF3-83A9-38CF648F4CD1}"/>
                </a:ext>
              </a:extLst>
            </p:cNvPr>
            <p:cNvCxnSpPr/>
            <p:nvPr userDrawn="1"/>
          </p:nvCxnSpPr>
          <p:spPr bwMode="gray">
            <a:xfrm>
              <a:off x="554736" y="1408557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553972" y="6278401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72213"/>
            <a:ext cx="11082528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987739" y="2170801"/>
            <a:ext cx="3049253" cy="569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1600">
                <a:latin typeface="+mn-lt"/>
                <a:ea typeface="+mn-ea"/>
                <a:cs typeface="+mn-cs"/>
                <a:sym typeface="Arial" panose="020B0604020202020204" pitchFamily="34" charset="0"/>
              </a:rPr>
              <a:t>Above Chart Exhibit Title</a:t>
            </a:r>
          </a:p>
          <a:p>
            <a:pPr lvl="0"/>
            <a:r>
              <a:rPr lang="en-US" sz="1600" b="0">
                <a:latin typeface="+mn-lt"/>
                <a:ea typeface="+mn-ea"/>
                <a:cs typeface="+mn-cs"/>
                <a:sym typeface="Arial" panose="020B0604020202020204" pitchFamily="34" charset="0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1"/>
            <a:ext cx="3310202" cy="14020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5" name="Sticker" hidden="1">
            <a:extLst>
              <a:ext uri="{FF2B5EF4-FFF2-40B4-BE49-F238E27FC236}">
                <a16:creationId xmlns:a16="http://schemas.microsoft.com/office/drawing/2014/main" id="{97ED2832-F2D3-4BBC-B741-D13502E9DAA9}"/>
              </a:ext>
            </a:extLst>
          </p:cNvPr>
          <p:cNvSpPr txBox="1"/>
          <p:nvPr userDrawn="1"/>
        </p:nvSpPr>
        <p:spPr>
          <a:xfrm>
            <a:off x="558489" y="964729"/>
            <a:ext cx="43441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 lvl="0">
              <a:spcBef>
                <a:spcPts val="300"/>
              </a:spcBef>
              <a:spcAft>
                <a:spcPts val="300"/>
              </a:spcAft>
              <a:buNone/>
              <a:defRPr sz="800" b="1" cap="all" baseline="0">
                <a:cs typeface="Arial" panose="020B0604020202020204" pitchFamily="34" charset="0"/>
              </a:defRPr>
            </a:lvl1pPr>
          </a:lstStyle>
          <a:p>
            <a:pPr lvl="0"/>
            <a:r>
              <a:rPr lang="en-US" sz="800">
                <a:latin typeface="+mn-lt"/>
                <a:ea typeface="+mn-ea"/>
                <a:cs typeface="+mn-cs"/>
                <a:sym typeface="Arial" panose="020B0604020202020204" pitchFamily="34" charset="0"/>
              </a:rPr>
              <a:t>STICKER</a:t>
            </a:r>
          </a:p>
        </p:txBody>
      </p:sp>
      <p:sp>
        <p:nvSpPr>
          <p:cNvPr id="46" name="Graphic 6">
            <a:extLst>
              <a:ext uri="{FF2B5EF4-FFF2-40B4-BE49-F238E27FC236}">
                <a16:creationId xmlns:a16="http://schemas.microsoft.com/office/drawing/2014/main" id="{AF98DDB4-2675-8EAF-4CA7-DB2961799826}"/>
              </a:ext>
            </a:extLst>
          </p:cNvPr>
          <p:cNvSpPr>
            <a:spLocks noChangeAspect="1"/>
          </p:cNvSpPr>
          <p:nvPr userDrawn="1"/>
        </p:nvSpPr>
        <p:spPr bwMode="ltGray">
          <a:xfrm>
            <a:off x="554736" y="6456407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accent1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000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" name="LegendLines" hidden="1">
            <a:extLst>
              <a:ext uri="{FF2B5EF4-FFF2-40B4-BE49-F238E27FC236}">
                <a16:creationId xmlns:a16="http://schemas.microsoft.com/office/drawing/2014/main" id="{63CA41C0-2498-B571-5ED1-798720B4A7B8}"/>
              </a:ext>
            </a:extLst>
          </p:cNvPr>
          <p:cNvGrpSpPr/>
          <p:nvPr userDrawn="1"/>
        </p:nvGrpSpPr>
        <p:grpSpPr>
          <a:xfrm>
            <a:off x="10317309" y="3355020"/>
            <a:ext cx="1311947" cy="958286"/>
            <a:chOff x="10162879" y="3243772"/>
            <a:chExt cx="1311946" cy="958287"/>
          </a:xfrm>
        </p:grpSpPr>
        <p:sp>
          <p:nvSpPr>
            <p:cNvPr id="47" name="Legend1" hidden="1">
              <a:extLst>
                <a:ext uri="{FF2B5EF4-FFF2-40B4-BE49-F238E27FC236}">
                  <a16:creationId xmlns:a16="http://schemas.microsoft.com/office/drawing/2014/main" id="{8211A1E1-12B6-4209-C76C-4A18FA5B1EF7}"/>
                </a:ext>
              </a:extLst>
            </p:cNvPr>
            <p:cNvSpPr txBox="1"/>
            <p:nvPr/>
          </p:nvSpPr>
          <p:spPr>
            <a:xfrm>
              <a:off x="10886522" y="324377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8" name="Legend2" hidden="1">
              <a:extLst>
                <a:ext uri="{FF2B5EF4-FFF2-40B4-BE49-F238E27FC236}">
                  <a16:creationId xmlns:a16="http://schemas.microsoft.com/office/drawing/2014/main" id="{5700D51C-DD3D-DCA1-6108-EBE531A5FD69}"/>
                </a:ext>
              </a:extLst>
            </p:cNvPr>
            <p:cNvSpPr txBox="1"/>
            <p:nvPr/>
          </p:nvSpPr>
          <p:spPr>
            <a:xfrm>
              <a:off x="10886522" y="361519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49" name="Legend3" hidden="1">
              <a:extLst>
                <a:ext uri="{FF2B5EF4-FFF2-40B4-BE49-F238E27FC236}">
                  <a16:creationId xmlns:a16="http://schemas.microsoft.com/office/drawing/2014/main" id="{B3C4292D-02EA-50AD-9C99-16A35B5EF22E}"/>
                </a:ext>
              </a:extLst>
            </p:cNvPr>
            <p:cNvSpPr txBox="1"/>
            <p:nvPr/>
          </p:nvSpPr>
          <p:spPr>
            <a:xfrm>
              <a:off x="10886522" y="3986615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0" name="LineLegend3" hidden="1">
              <a:extLst>
                <a:ext uri="{FF2B5EF4-FFF2-40B4-BE49-F238E27FC236}">
                  <a16:creationId xmlns:a16="http://schemas.microsoft.com/office/drawing/2014/main" id="{786AB51D-E26D-4431-AA41-B5F1DE2D500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1" name="LineLegend2" hidden="1">
              <a:extLst>
                <a:ext uri="{FF2B5EF4-FFF2-40B4-BE49-F238E27FC236}">
                  <a16:creationId xmlns:a16="http://schemas.microsoft.com/office/drawing/2014/main" id="{438FC66D-7C27-AD78-49E2-F80BCBE7F23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52" name="LineLegend1" hidden="1">
              <a:extLst>
                <a:ext uri="{FF2B5EF4-FFF2-40B4-BE49-F238E27FC236}">
                  <a16:creationId xmlns:a16="http://schemas.microsoft.com/office/drawing/2014/main" id="{33A85393-65DC-42BC-63FC-B1865DF4A4D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en-US" sz="1400" baseline="0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53" name="LegendMoons" hidden="1">
            <a:extLst>
              <a:ext uri="{FF2B5EF4-FFF2-40B4-BE49-F238E27FC236}">
                <a16:creationId xmlns:a16="http://schemas.microsoft.com/office/drawing/2014/main" id="{7839E89D-1CFE-701D-5556-68293E1B0BA6}"/>
              </a:ext>
            </a:extLst>
          </p:cNvPr>
          <p:cNvGrpSpPr/>
          <p:nvPr userDrawn="1"/>
        </p:nvGrpSpPr>
        <p:grpSpPr>
          <a:xfrm>
            <a:off x="10688318" y="1415984"/>
            <a:ext cx="940935" cy="1731859"/>
            <a:chOff x="7723680" y="1702457"/>
            <a:chExt cx="940935" cy="1731859"/>
          </a:xfrm>
        </p:grpSpPr>
        <p:sp>
          <p:nvSpPr>
            <p:cNvPr id="54" name="Legend1" hidden="1">
              <a:extLst>
                <a:ext uri="{FF2B5EF4-FFF2-40B4-BE49-F238E27FC236}">
                  <a16:creationId xmlns:a16="http://schemas.microsoft.com/office/drawing/2014/main" id="{2858A778-6F43-012B-31AC-41392C6404DE}"/>
                </a:ext>
              </a:extLst>
            </p:cNvPr>
            <p:cNvSpPr txBox="1"/>
            <p:nvPr/>
          </p:nvSpPr>
          <p:spPr>
            <a:xfrm>
              <a:off x="8076312" y="170981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5" name="Legend2" hidden="1">
              <a:extLst>
                <a:ext uri="{FF2B5EF4-FFF2-40B4-BE49-F238E27FC236}">
                  <a16:creationId xmlns:a16="http://schemas.microsoft.com/office/drawing/2014/main" id="{9C65AADA-646D-9413-2B8C-AEB229959FE6}"/>
                </a:ext>
              </a:extLst>
            </p:cNvPr>
            <p:cNvSpPr txBox="1"/>
            <p:nvPr/>
          </p:nvSpPr>
          <p:spPr>
            <a:xfrm>
              <a:off x="8076312" y="208527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6" name="Legend3" hidden="1">
              <a:extLst>
                <a:ext uri="{FF2B5EF4-FFF2-40B4-BE49-F238E27FC236}">
                  <a16:creationId xmlns:a16="http://schemas.microsoft.com/office/drawing/2014/main" id="{716C5385-0E31-0A8E-6801-0B8571DAE026}"/>
                </a:ext>
              </a:extLst>
            </p:cNvPr>
            <p:cNvSpPr txBox="1"/>
            <p:nvPr/>
          </p:nvSpPr>
          <p:spPr>
            <a:xfrm>
              <a:off x="8076312" y="246073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8" name="Legend4" hidden="1">
              <a:extLst>
                <a:ext uri="{FF2B5EF4-FFF2-40B4-BE49-F238E27FC236}">
                  <a16:creationId xmlns:a16="http://schemas.microsoft.com/office/drawing/2014/main" id="{0971ED1D-1162-9961-EC19-1A7FA815A2AF}"/>
                </a:ext>
              </a:extLst>
            </p:cNvPr>
            <p:cNvSpPr txBox="1"/>
            <p:nvPr/>
          </p:nvSpPr>
          <p:spPr>
            <a:xfrm>
              <a:off x="8076312" y="2836193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59" name="Legend5" hidden="1">
              <a:extLst>
                <a:ext uri="{FF2B5EF4-FFF2-40B4-BE49-F238E27FC236}">
                  <a16:creationId xmlns:a16="http://schemas.microsoft.com/office/drawing/2014/main" id="{F352890F-702B-7BFF-65F8-7C221FE4BAAB}"/>
                </a:ext>
              </a:extLst>
            </p:cNvPr>
            <p:cNvSpPr txBox="1"/>
            <p:nvPr/>
          </p:nvSpPr>
          <p:spPr>
            <a:xfrm>
              <a:off x="8076312" y="3211656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grpSp>
          <p:nvGrpSpPr>
            <p:cNvPr id="60" name="MoonLegend1" hidden="1">
              <a:extLst>
                <a:ext uri="{FF2B5EF4-FFF2-40B4-BE49-F238E27FC236}">
                  <a16:creationId xmlns:a16="http://schemas.microsoft.com/office/drawing/2014/main" id="{82E250EB-42ED-18E7-559B-E507AF80B751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7" name="Oval 136" hidden="1">
                <a:extLst>
                  <a:ext uri="{FF2B5EF4-FFF2-40B4-BE49-F238E27FC236}">
                    <a16:creationId xmlns:a16="http://schemas.microsoft.com/office/drawing/2014/main" id="{E4D9C8ED-7F5B-4D82-0735-6FF633BB0D5C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8" name="Arc 137" hidden="1">
                <a:extLst>
                  <a:ext uri="{FF2B5EF4-FFF2-40B4-BE49-F238E27FC236}">
                    <a16:creationId xmlns:a16="http://schemas.microsoft.com/office/drawing/2014/main" id="{4816EE76-D7F8-72EA-7675-3EDCF2F495B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1" name="MoonLegend2" hidden="1">
              <a:extLst>
                <a:ext uri="{FF2B5EF4-FFF2-40B4-BE49-F238E27FC236}">
                  <a16:creationId xmlns:a16="http://schemas.microsoft.com/office/drawing/2014/main" id="{49182E3F-BFB6-BB49-7451-B1FE22ABC133}"/>
                </a:ext>
              </a:extLst>
            </p:cNvPr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35" name="Oval 134" hidden="1">
                <a:extLst>
                  <a:ext uri="{FF2B5EF4-FFF2-40B4-BE49-F238E27FC236}">
                    <a16:creationId xmlns:a16="http://schemas.microsoft.com/office/drawing/2014/main" id="{3361F8AD-9871-398E-2878-B638EC60F580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6" name="Arc 135" hidden="1">
                <a:extLst>
                  <a:ext uri="{FF2B5EF4-FFF2-40B4-BE49-F238E27FC236}">
                    <a16:creationId xmlns:a16="http://schemas.microsoft.com/office/drawing/2014/main" id="{6A48B4CE-FF96-7C9B-5B3B-6A62E5008CED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2" name="MoonLegend3" hidden="1">
              <a:extLst>
                <a:ext uri="{FF2B5EF4-FFF2-40B4-BE49-F238E27FC236}">
                  <a16:creationId xmlns:a16="http://schemas.microsoft.com/office/drawing/2014/main" id="{389C2AFD-FA5D-3CB6-7EC8-7EC6FCED17D1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33" name="Oval 132" hidden="1">
                <a:extLst>
                  <a:ext uri="{FF2B5EF4-FFF2-40B4-BE49-F238E27FC236}">
                    <a16:creationId xmlns:a16="http://schemas.microsoft.com/office/drawing/2014/main" id="{613D7478-0486-9D2B-619C-771946F613A5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4" name="Arc 133" hidden="1">
                <a:extLst>
                  <a:ext uri="{FF2B5EF4-FFF2-40B4-BE49-F238E27FC236}">
                    <a16:creationId xmlns:a16="http://schemas.microsoft.com/office/drawing/2014/main" id="{17206685-1929-DF5A-B4A8-815F1A6A503B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63" name="MoonLegend4" hidden="1">
              <a:extLst>
                <a:ext uri="{FF2B5EF4-FFF2-40B4-BE49-F238E27FC236}">
                  <a16:creationId xmlns:a16="http://schemas.microsoft.com/office/drawing/2014/main" id="{F41138FA-8FF2-C95B-9324-8DE8DB940DBB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31" name="Oval 130" hidden="1">
                <a:extLst>
                  <a:ext uri="{FF2B5EF4-FFF2-40B4-BE49-F238E27FC236}">
                    <a16:creationId xmlns:a16="http://schemas.microsoft.com/office/drawing/2014/main" id="{AFE4BDAB-EC0D-6F8A-7AB5-5EEB1569BB76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2" name="Arc 131" hidden="1">
                <a:extLst>
                  <a:ext uri="{FF2B5EF4-FFF2-40B4-BE49-F238E27FC236}">
                    <a16:creationId xmlns:a16="http://schemas.microsoft.com/office/drawing/2014/main" id="{E4418AC0-3DD1-5988-2D61-5B5B4BC0A859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8" name="MoonLegend5" hidden="1">
              <a:extLst>
                <a:ext uri="{FF2B5EF4-FFF2-40B4-BE49-F238E27FC236}">
                  <a16:creationId xmlns:a16="http://schemas.microsoft.com/office/drawing/2014/main" id="{BAF3E7D4-C7C5-EB6B-46AE-0574CE6F7810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9" name="Oval 128" hidden="1">
                <a:extLst>
                  <a:ext uri="{FF2B5EF4-FFF2-40B4-BE49-F238E27FC236}">
                    <a16:creationId xmlns:a16="http://schemas.microsoft.com/office/drawing/2014/main" id="{0DF6734C-6DD0-192D-7C1C-607FA17E194D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30" name="Arc 129" hidden="1">
                <a:extLst>
                  <a:ext uri="{FF2B5EF4-FFF2-40B4-BE49-F238E27FC236}">
                    <a16:creationId xmlns:a16="http://schemas.microsoft.com/office/drawing/2014/main" id="{7374B356-78D3-D4A9-E18F-3F320B0F4E03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39" name="LegendBoxes" hidden="1">
            <a:extLst>
              <a:ext uri="{FF2B5EF4-FFF2-40B4-BE49-F238E27FC236}">
                <a16:creationId xmlns:a16="http://schemas.microsoft.com/office/drawing/2014/main" id="{7F2D78C1-A096-ACF2-297A-3374C19D638A}"/>
              </a:ext>
            </a:extLst>
          </p:cNvPr>
          <p:cNvGrpSpPr/>
          <p:nvPr userDrawn="1"/>
        </p:nvGrpSpPr>
        <p:grpSpPr>
          <a:xfrm>
            <a:off x="10714806" y="4520488"/>
            <a:ext cx="914449" cy="1717281"/>
            <a:chOff x="10652400" y="4322824"/>
            <a:chExt cx="914449" cy="1717282"/>
          </a:xfrm>
        </p:grpSpPr>
        <p:sp>
          <p:nvSpPr>
            <p:cNvPr id="140" name="RectangleLegend1" hidden="1">
              <a:extLst>
                <a:ext uri="{FF2B5EF4-FFF2-40B4-BE49-F238E27FC236}">
                  <a16:creationId xmlns:a16="http://schemas.microsoft.com/office/drawing/2014/main" id="{AC6E0428-0654-00DA-C3CA-D5112D2BB876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1" name="RectangleLegend2" hidden="1">
              <a:extLst>
                <a:ext uri="{FF2B5EF4-FFF2-40B4-BE49-F238E27FC236}">
                  <a16:creationId xmlns:a16="http://schemas.microsoft.com/office/drawing/2014/main" id="{4A8EAB1C-3886-25C8-5CDB-7593C4A79BC0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2" name="RectangleLegend3" hidden="1">
              <a:extLst>
                <a:ext uri="{FF2B5EF4-FFF2-40B4-BE49-F238E27FC236}">
                  <a16:creationId xmlns:a16="http://schemas.microsoft.com/office/drawing/2014/main" id="{673F16A8-02BD-E486-1789-E96CFB3D3830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3" name="RectangleLegend4" hidden="1">
              <a:extLst>
                <a:ext uri="{FF2B5EF4-FFF2-40B4-BE49-F238E27FC236}">
                  <a16:creationId xmlns:a16="http://schemas.microsoft.com/office/drawing/2014/main" id="{B4B5F173-0CE5-D683-B6F5-57CE1112E125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4" name="RectangleLegend5" hidden="1">
              <a:extLst>
                <a:ext uri="{FF2B5EF4-FFF2-40B4-BE49-F238E27FC236}">
                  <a16:creationId xmlns:a16="http://schemas.microsoft.com/office/drawing/2014/main" id="{015C570C-B3A8-19E1-732E-AA14C8FEC593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5" name="Legend1" hidden="1">
              <a:extLst>
                <a:ext uri="{FF2B5EF4-FFF2-40B4-BE49-F238E27FC236}">
                  <a16:creationId xmlns:a16="http://schemas.microsoft.com/office/drawing/2014/main" id="{CFFFF425-E256-56B8-7362-B7B6E3076B03}"/>
                </a:ext>
              </a:extLst>
            </p:cNvPr>
            <p:cNvSpPr txBox="1"/>
            <p:nvPr/>
          </p:nvSpPr>
          <p:spPr>
            <a:xfrm>
              <a:off x="10978546" y="4322824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6" name="Legend2" hidden="1">
              <a:extLst>
                <a:ext uri="{FF2B5EF4-FFF2-40B4-BE49-F238E27FC236}">
                  <a16:creationId xmlns:a16="http://schemas.microsoft.com/office/drawing/2014/main" id="{D0E725D3-35B7-4107-C900-E258891288E2}"/>
                </a:ext>
              </a:extLst>
            </p:cNvPr>
            <p:cNvSpPr txBox="1"/>
            <p:nvPr/>
          </p:nvSpPr>
          <p:spPr>
            <a:xfrm>
              <a:off x="10978546" y="470232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7" name="Legend3" hidden="1">
              <a:extLst>
                <a:ext uri="{FF2B5EF4-FFF2-40B4-BE49-F238E27FC236}">
                  <a16:creationId xmlns:a16="http://schemas.microsoft.com/office/drawing/2014/main" id="{05C0D6C4-56D3-952E-D290-C74F0347A211}"/>
                </a:ext>
              </a:extLst>
            </p:cNvPr>
            <p:cNvSpPr txBox="1"/>
            <p:nvPr/>
          </p:nvSpPr>
          <p:spPr>
            <a:xfrm>
              <a:off x="10978546" y="5081820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8" name="Legend4" hidden="1">
              <a:extLst>
                <a:ext uri="{FF2B5EF4-FFF2-40B4-BE49-F238E27FC236}">
                  <a16:creationId xmlns:a16="http://schemas.microsoft.com/office/drawing/2014/main" id="{2E97B226-1B82-7230-A19E-6FFCBBF47D51}"/>
                </a:ext>
              </a:extLst>
            </p:cNvPr>
            <p:cNvSpPr txBox="1"/>
            <p:nvPr/>
          </p:nvSpPr>
          <p:spPr>
            <a:xfrm>
              <a:off x="10978546" y="5453241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  <p:sp>
          <p:nvSpPr>
            <p:cNvPr id="149" name="Legend5" hidden="1">
              <a:extLst>
                <a:ext uri="{FF2B5EF4-FFF2-40B4-BE49-F238E27FC236}">
                  <a16:creationId xmlns:a16="http://schemas.microsoft.com/office/drawing/2014/main" id="{08161116-89F0-BDF9-0587-B408C4950F86}"/>
                </a:ext>
              </a:extLst>
            </p:cNvPr>
            <p:cNvSpPr txBox="1"/>
            <p:nvPr/>
          </p:nvSpPr>
          <p:spPr>
            <a:xfrm>
              <a:off x="10978545" y="5824662"/>
              <a:ext cx="588303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8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</p:sldLayoutIdLst>
  <p:hf hdr="0" ftr="0" dt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  <a:sym typeface="Arial" panose="020B0604020202020204" pitchFamily="34" charset="0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230387" indent="-230387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439176" indent="-208788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593966" indent="-1547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813554" indent="-147592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07" indent="-171443" algn="l" defTabSz="914363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890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5781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384" y="1822450"/>
            <a:ext cx="11610516" cy="4448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6875" y="6415710"/>
            <a:ext cx="4754563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4874" y="6415710"/>
            <a:ext cx="837741" cy="153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sp>
        <p:nvSpPr>
          <p:cNvPr id="4" name="Graphic 6">
            <a:extLst>
              <a:ext uri="{FF2B5EF4-FFF2-40B4-BE49-F238E27FC236}">
                <a16:creationId xmlns:a16="http://schemas.microsoft.com/office/drawing/2014/main" id="{32861293-B672-0F2F-9A0D-9D3AC42C07E7}"/>
              </a:ext>
            </a:extLst>
          </p:cNvPr>
          <p:cNvSpPr>
            <a:spLocks noChangeAspect="1"/>
          </p:cNvSpPr>
          <p:nvPr userDrawn="1"/>
        </p:nvSpPr>
        <p:spPr>
          <a:xfrm>
            <a:off x="288303" y="6416713"/>
            <a:ext cx="2102687" cy="147600"/>
          </a:xfrm>
          <a:custGeom>
            <a:avLst/>
            <a:gdLst>
              <a:gd name="connsiteX0" fmla="*/ 4672481 w 11413077"/>
              <a:gd name="connsiteY0" fmla="*/ 236351 h 801151"/>
              <a:gd name="connsiteX1" fmla="*/ 4578324 w 11413077"/>
              <a:gd name="connsiteY1" fmla="*/ 236351 h 801151"/>
              <a:gd name="connsiteX2" fmla="*/ 4436614 w 11413077"/>
              <a:gd name="connsiteY2" fmla="*/ 678512 h 801151"/>
              <a:gd name="connsiteX3" fmla="*/ 4293794 w 11413077"/>
              <a:gd name="connsiteY3" fmla="*/ 236351 h 801151"/>
              <a:gd name="connsiteX4" fmla="*/ 4196308 w 11413077"/>
              <a:gd name="connsiteY4" fmla="*/ 236351 h 801151"/>
              <a:gd name="connsiteX5" fmla="*/ 4376855 w 11413077"/>
              <a:gd name="connsiteY5" fmla="*/ 783609 h 801151"/>
              <a:gd name="connsiteX6" fmla="*/ 4492093 w 11413077"/>
              <a:gd name="connsiteY6" fmla="*/ 783609 h 801151"/>
              <a:gd name="connsiteX7" fmla="*/ 4672481 w 11413077"/>
              <a:gd name="connsiteY7" fmla="*/ 236351 h 801151"/>
              <a:gd name="connsiteX8" fmla="*/ 5829624 w 11413077"/>
              <a:gd name="connsiteY8" fmla="*/ 236351 h 801151"/>
              <a:gd name="connsiteX9" fmla="*/ 5737687 w 11413077"/>
              <a:gd name="connsiteY9" fmla="*/ 236351 h 801151"/>
              <a:gd name="connsiteX10" fmla="*/ 5737687 w 11413077"/>
              <a:gd name="connsiteY10" fmla="*/ 783609 h 801151"/>
              <a:gd name="connsiteX11" fmla="*/ 5829624 w 11413077"/>
              <a:gd name="connsiteY11" fmla="*/ 783609 h 801151"/>
              <a:gd name="connsiteX12" fmla="*/ 5829624 w 11413077"/>
              <a:gd name="connsiteY12" fmla="*/ 236351 h 801151"/>
              <a:gd name="connsiteX13" fmla="*/ 6394405 w 11413077"/>
              <a:gd name="connsiteY13" fmla="*/ 236351 h 801151"/>
              <a:gd name="connsiteX14" fmla="*/ 6300249 w 11413077"/>
              <a:gd name="connsiteY14" fmla="*/ 236351 h 801151"/>
              <a:gd name="connsiteX15" fmla="*/ 6158538 w 11413077"/>
              <a:gd name="connsiteY15" fmla="*/ 678512 h 801151"/>
              <a:gd name="connsiteX16" fmla="*/ 6015718 w 11413077"/>
              <a:gd name="connsiteY16" fmla="*/ 236351 h 801151"/>
              <a:gd name="connsiteX17" fmla="*/ 5918233 w 11413077"/>
              <a:gd name="connsiteY17" fmla="*/ 236351 h 801151"/>
              <a:gd name="connsiteX18" fmla="*/ 6098779 w 11413077"/>
              <a:gd name="connsiteY18" fmla="*/ 783609 h 801151"/>
              <a:gd name="connsiteX19" fmla="*/ 6214018 w 11413077"/>
              <a:gd name="connsiteY19" fmla="*/ 783609 h 801151"/>
              <a:gd name="connsiteX20" fmla="*/ 6394405 w 11413077"/>
              <a:gd name="connsiteY20" fmla="*/ 236351 h 801151"/>
              <a:gd name="connsiteX21" fmla="*/ 9473991 w 11413077"/>
              <a:gd name="connsiteY21" fmla="*/ 236351 h 801151"/>
              <a:gd name="connsiteX22" fmla="*/ 9382053 w 11413077"/>
              <a:gd name="connsiteY22" fmla="*/ 236351 h 801151"/>
              <a:gd name="connsiteX23" fmla="*/ 9382053 w 11413077"/>
              <a:gd name="connsiteY23" fmla="*/ 783609 h 801151"/>
              <a:gd name="connsiteX24" fmla="*/ 9473991 w 11413077"/>
              <a:gd name="connsiteY24" fmla="*/ 783609 h 801151"/>
              <a:gd name="connsiteX25" fmla="*/ 9473991 w 11413077"/>
              <a:gd name="connsiteY25" fmla="*/ 236351 h 801151"/>
              <a:gd name="connsiteX26" fmla="*/ 10264494 w 11413077"/>
              <a:gd name="connsiteY26" fmla="*/ 236351 h 801151"/>
              <a:gd name="connsiteX27" fmla="*/ 10172556 w 11413077"/>
              <a:gd name="connsiteY27" fmla="*/ 236351 h 801151"/>
              <a:gd name="connsiteX28" fmla="*/ 10172556 w 11413077"/>
              <a:gd name="connsiteY28" fmla="*/ 783609 h 801151"/>
              <a:gd name="connsiteX29" fmla="*/ 10264494 w 11413077"/>
              <a:gd name="connsiteY29" fmla="*/ 783609 h 801151"/>
              <a:gd name="connsiteX30" fmla="*/ 10264494 w 11413077"/>
              <a:gd name="connsiteY30" fmla="*/ 236351 h 801151"/>
              <a:gd name="connsiteX31" fmla="*/ 2788874 w 11413077"/>
              <a:gd name="connsiteY31" fmla="*/ 225387 h 801151"/>
              <a:gd name="connsiteX32" fmla="*/ 2633848 w 11413077"/>
              <a:gd name="connsiteY32" fmla="*/ 320617 h 801151"/>
              <a:gd name="connsiteX33" fmla="*/ 2633848 w 11413077"/>
              <a:gd name="connsiteY33" fmla="*/ 236351 h 801151"/>
              <a:gd name="connsiteX34" fmla="*/ 2541911 w 11413077"/>
              <a:gd name="connsiteY34" fmla="*/ 236351 h 801151"/>
              <a:gd name="connsiteX35" fmla="*/ 2541911 w 11413077"/>
              <a:gd name="connsiteY35" fmla="*/ 783609 h 801151"/>
              <a:gd name="connsiteX36" fmla="*/ 2633848 w 11413077"/>
              <a:gd name="connsiteY36" fmla="*/ 783609 h 801151"/>
              <a:gd name="connsiteX37" fmla="*/ 2633848 w 11413077"/>
              <a:gd name="connsiteY37" fmla="*/ 423522 h 801151"/>
              <a:gd name="connsiteX38" fmla="*/ 2754635 w 11413077"/>
              <a:gd name="connsiteY38" fmla="*/ 295557 h 801151"/>
              <a:gd name="connsiteX39" fmla="*/ 2874312 w 11413077"/>
              <a:gd name="connsiteY39" fmla="*/ 423522 h 801151"/>
              <a:gd name="connsiteX40" fmla="*/ 2874312 w 11413077"/>
              <a:gd name="connsiteY40" fmla="*/ 783609 h 801151"/>
              <a:gd name="connsiteX41" fmla="*/ 2966249 w 11413077"/>
              <a:gd name="connsiteY41" fmla="*/ 783609 h 801151"/>
              <a:gd name="connsiteX42" fmla="*/ 2966249 w 11413077"/>
              <a:gd name="connsiteY42" fmla="*/ 404883 h 801151"/>
              <a:gd name="connsiteX43" fmla="*/ 2788874 w 11413077"/>
              <a:gd name="connsiteY43" fmla="*/ 225387 h 801151"/>
              <a:gd name="connsiteX44" fmla="*/ 3345887 w 11413077"/>
              <a:gd name="connsiteY44" fmla="*/ 225387 h 801151"/>
              <a:gd name="connsiteX45" fmla="*/ 3190862 w 11413077"/>
              <a:gd name="connsiteY45" fmla="*/ 320617 h 801151"/>
              <a:gd name="connsiteX46" fmla="*/ 3190862 w 11413077"/>
              <a:gd name="connsiteY46" fmla="*/ 236351 h 801151"/>
              <a:gd name="connsiteX47" fmla="*/ 3098925 w 11413077"/>
              <a:gd name="connsiteY47" fmla="*/ 236351 h 801151"/>
              <a:gd name="connsiteX48" fmla="*/ 3098925 w 11413077"/>
              <a:gd name="connsiteY48" fmla="*/ 783609 h 801151"/>
              <a:gd name="connsiteX49" fmla="*/ 3190862 w 11413077"/>
              <a:gd name="connsiteY49" fmla="*/ 783609 h 801151"/>
              <a:gd name="connsiteX50" fmla="*/ 3190862 w 11413077"/>
              <a:gd name="connsiteY50" fmla="*/ 423522 h 801151"/>
              <a:gd name="connsiteX51" fmla="*/ 3311649 w 11413077"/>
              <a:gd name="connsiteY51" fmla="*/ 295557 h 801151"/>
              <a:gd name="connsiteX52" fmla="*/ 3431326 w 11413077"/>
              <a:gd name="connsiteY52" fmla="*/ 423522 h 801151"/>
              <a:gd name="connsiteX53" fmla="*/ 3431326 w 11413077"/>
              <a:gd name="connsiteY53" fmla="*/ 783609 h 801151"/>
              <a:gd name="connsiteX54" fmla="*/ 3523263 w 11413077"/>
              <a:gd name="connsiteY54" fmla="*/ 783609 h 801151"/>
              <a:gd name="connsiteX55" fmla="*/ 3523263 w 11413077"/>
              <a:gd name="connsiteY55" fmla="*/ 404883 h 801151"/>
              <a:gd name="connsiteX56" fmla="*/ 3345887 w 11413077"/>
              <a:gd name="connsiteY56" fmla="*/ 225387 h 801151"/>
              <a:gd name="connsiteX57" fmla="*/ 3892915 w 11413077"/>
              <a:gd name="connsiteY57" fmla="*/ 716729 h 801151"/>
              <a:gd name="connsiteX58" fmla="*/ 3735671 w 11413077"/>
              <a:gd name="connsiteY58" fmla="*/ 509823 h 801151"/>
              <a:gd name="connsiteX59" fmla="*/ 3892915 w 11413077"/>
              <a:gd name="connsiteY59" fmla="*/ 302918 h 801151"/>
              <a:gd name="connsiteX60" fmla="*/ 4050160 w 11413077"/>
              <a:gd name="connsiteY60" fmla="*/ 509823 h 801151"/>
              <a:gd name="connsiteX61" fmla="*/ 3892915 w 11413077"/>
              <a:gd name="connsiteY61" fmla="*/ 716729 h 801151"/>
              <a:gd name="connsiteX62" fmla="*/ 3897195 w 11413077"/>
              <a:gd name="connsiteY62" fmla="*/ 225387 h 801151"/>
              <a:gd name="connsiteX63" fmla="*/ 3639136 w 11413077"/>
              <a:gd name="connsiteY63" fmla="*/ 516558 h 801151"/>
              <a:gd name="connsiteX64" fmla="*/ 3888318 w 11413077"/>
              <a:gd name="connsiteY64" fmla="*/ 794573 h 801151"/>
              <a:gd name="connsiteX65" fmla="*/ 4146377 w 11413077"/>
              <a:gd name="connsiteY65" fmla="*/ 503402 h 801151"/>
              <a:gd name="connsiteX66" fmla="*/ 3897195 w 11413077"/>
              <a:gd name="connsiteY66" fmla="*/ 225387 h 801151"/>
              <a:gd name="connsiteX67" fmla="*/ 4953682 w 11413077"/>
              <a:gd name="connsiteY67" fmla="*/ 728789 h 801151"/>
              <a:gd name="connsiteX68" fmla="*/ 4847321 w 11413077"/>
              <a:gd name="connsiteY68" fmla="*/ 632463 h 801151"/>
              <a:gd name="connsiteX69" fmla="*/ 4940367 w 11413077"/>
              <a:gd name="connsiteY69" fmla="*/ 540522 h 801151"/>
              <a:gd name="connsiteX70" fmla="*/ 5007894 w 11413077"/>
              <a:gd name="connsiteY70" fmla="*/ 524077 h 801151"/>
              <a:gd name="connsiteX71" fmla="*/ 5082078 w 11413077"/>
              <a:gd name="connsiteY71" fmla="*/ 499956 h 801151"/>
              <a:gd name="connsiteX72" fmla="*/ 5082078 w 11413077"/>
              <a:gd name="connsiteY72" fmla="*/ 606150 h 801151"/>
              <a:gd name="connsiteX73" fmla="*/ 4953682 w 11413077"/>
              <a:gd name="connsiteY73" fmla="*/ 728789 h 801151"/>
              <a:gd name="connsiteX74" fmla="*/ 4982532 w 11413077"/>
              <a:gd name="connsiteY74" fmla="*/ 225387 h 801151"/>
              <a:gd name="connsiteX75" fmla="*/ 4758871 w 11413077"/>
              <a:gd name="connsiteY75" fmla="*/ 400497 h 801151"/>
              <a:gd name="connsiteX76" fmla="*/ 4844151 w 11413077"/>
              <a:gd name="connsiteY76" fmla="*/ 418040 h 801151"/>
              <a:gd name="connsiteX77" fmla="*/ 4975875 w 11413077"/>
              <a:gd name="connsiteY77" fmla="*/ 295400 h 801151"/>
              <a:gd name="connsiteX78" fmla="*/ 5082237 w 11413077"/>
              <a:gd name="connsiteY78" fmla="*/ 397208 h 801151"/>
              <a:gd name="connsiteX79" fmla="*/ 5082237 w 11413077"/>
              <a:gd name="connsiteY79" fmla="*/ 400497 h 801151"/>
              <a:gd name="connsiteX80" fmla="*/ 5050058 w 11413077"/>
              <a:gd name="connsiteY80" fmla="*/ 444196 h 801151"/>
              <a:gd name="connsiteX81" fmla="*/ 4890595 w 11413077"/>
              <a:gd name="connsiteY81" fmla="*/ 483667 h 801151"/>
              <a:gd name="connsiteX82" fmla="*/ 4755541 w 11413077"/>
              <a:gd name="connsiteY82" fmla="*/ 639041 h 801151"/>
              <a:gd name="connsiteX83" fmla="*/ 4928321 w 11413077"/>
              <a:gd name="connsiteY83" fmla="*/ 794416 h 801151"/>
              <a:gd name="connsiteX84" fmla="*/ 5082237 w 11413077"/>
              <a:gd name="connsiteY84" fmla="*/ 700283 h 801151"/>
              <a:gd name="connsiteX85" fmla="*/ 5093333 w 11413077"/>
              <a:gd name="connsiteY85" fmla="*/ 783452 h 801151"/>
              <a:gd name="connsiteX86" fmla="*/ 5187489 w 11413077"/>
              <a:gd name="connsiteY86" fmla="*/ 783452 h 801151"/>
              <a:gd name="connsiteX87" fmla="*/ 5173065 w 11413077"/>
              <a:gd name="connsiteY87" fmla="*/ 669584 h 801151"/>
              <a:gd name="connsiteX88" fmla="*/ 5173065 w 11413077"/>
              <a:gd name="connsiteY88" fmla="*/ 391726 h 801151"/>
              <a:gd name="connsiteX89" fmla="*/ 4982532 w 11413077"/>
              <a:gd name="connsiteY89" fmla="*/ 225387 h 801151"/>
              <a:gd name="connsiteX90" fmla="*/ 6542773 w 11413077"/>
              <a:gd name="connsiteY90" fmla="*/ 450775 h 801151"/>
              <a:gd name="connsiteX91" fmla="*/ 6692251 w 11413077"/>
              <a:gd name="connsiteY91" fmla="*/ 299786 h 801151"/>
              <a:gd name="connsiteX92" fmla="*/ 6826194 w 11413077"/>
              <a:gd name="connsiteY92" fmla="*/ 450775 h 801151"/>
              <a:gd name="connsiteX93" fmla="*/ 6542773 w 11413077"/>
              <a:gd name="connsiteY93" fmla="*/ 450775 h 801151"/>
              <a:gd name="connsiteX94" fmla="*/ 6692251 w 11413077"/>
              <a:gd name="connsiteY94" fmla="*/ 225387 h 801151"/>
              <a:gd name="connsiteX95" fmla="*/ 6444178 w 11413077"/>
              <a:gd name="connsiteY95" fmla="*/ 514366 h 801151"/>
              <a:gd name="connsiteX96" fmla="*/ 6692251 w 11413077"/>
              <a:gd name="connsiteY96" fmla="*/ 794573 h 801151"/>
              <a:gd name="connsiteX97" fmla="*/ 6918131 w 11413077"/>
              <a:gd name="connsiteY97" fmla="*/ 616174 h 801151"/>
              <a:gd name="connsiteX98" fmla="*/ 6833961 w 11413077"/>
              <a:gd name="connsiteY98" fmla="*/ 594246 h 801151"/>
              <a:gd name="connsiteX99" fmla="*/ 6701127 w 11413077"/>
              <a:gd name="connsiteY99" fmla="*/ 717825 h 801151"/>
              <a:gd name="connsiteX100" fmla="*/ 6539444 w 11413077"/>
              <a:gd name="connsiteY100" fmla="*/ 515305 h 801151"/>
              <a:gd name="connsiteX101" fmla="*/ 6919399 w 11413077"/>
              <a:gd name="connsiteY101" fmla="*/ 515305 h 801151"/>
              <a:gd name="connsiteX102" fmla="*/ 6919399 w 11413077"/>
              <a:gd name="connsiteY102" fmla="*/ 484606 h 801151"/>
              <a:gd name="connsiteX103" fmla="*/ 6692251 w 11413077"/>
              <a:gd name="connsiteY103" fmla="*/ 225387 h 801151"/>
              <a:gd name="connsiteX104" fmla="*/ 8290217 w 11413077"/>
              <a:gd name="connsiteY104" fmla="*/ 450775 h 801151"/>
              <a:gd name="connsiteX105" fmla="*/ 8439696 w 11413077"/>
              <a:gd name="connsiteY105" fmla="*/ 299786 h 801151"/>
              <a:gd name="connsiteX106" fmla="*/ 8573638 w 11413077"/>
              <a:gd name="connsiteY106" fmla="*/ 450775 h 801151"/>
              <a:gd name="connsiteX107" fmla="*/ 8290217 w 11413077"/>
              <a:gd name="connsiteY107" fmla="*/ 450775 h 801151"/>
              <a:gd name="connsiteX108" fmla="*/ 8439696 w 11413077"/>
              <a:gd name="connsiteY108" fmla="*/ 225387 h 801151"/>
              <a:gd name="connsiteX109" fmla="*/ 8191623 w 11413077"/>
              <a:gd name="connsiteY109" fmla="*/ 514366 h 801151"/>
              <a:gd name="connsiteX110" fmla="*/ 8439696 w 11413077"/>
              <a:gd name="connsiteY110" fmla="*/ 794573 h 801151"/>
              <a:gd name="connsiteX111" fmla="*/ 8665576 w 11413077"/>
              <a:gd name="connsiteY111" fmla="*/ 616174 h 801151"/>
              <a:gd name="connsiteX112" fmla="*/ 8581405 w 11413077"/>
              <a:gd name="connsiteY112" fmla="*/ 594246 h 801151"/>
              <a:gd name="connsiteX113" fmla="*/ 8448572 w 11413077"/>
              <a:gd name="connsiteY113" fmla="*/ 717825 h 801151"/>
              <a:gd name="connsiteX114" fmla="*/ 8286889 w 11413077"/>
              <a:gd name="connsiteY114" fmla="*/ 515305 h 801151"/>
              <a:gd name="connsiteX115" fmla="*/ 8666844 w 11413077"/>
              <a:gd name="connsiteY115" fmla="*/ 515305 h 801151"/>
              <a:gd name="connsiteX116" fmla="*/ 8666844 w 11413077"/>
              <a:gd name="connsiteY116" fmla="*/ 484606 h 801151"/>
              <a:gd name="connsiteX117" fmla="*/ 8439696 w 11413077"/>
              <a:gd name="connsiteY117" fmla="*/ 225387 h 801151"/>
              <a:gd name="connsiteX118" fmla="*/ 9844911 w 11413077"/>
              <a:gd name="connsiteY118" fmla="*/ 225387 h 801151"/>
              <a:gd name="connsiteX119" fmla="*/ 9590181 w 11413077"/>
              <a:gd name="connsiteY119" fmla="*/ 515462 h 801151"/>
              <a:gd name="connsiteX120" fmla="*/ 9840473 w 11413077"/>
              <a:gd name="connsiteY120" fmla="*/ 794573 h 801151"/>
              <a:gd name="connsiteX121" fmla="*/ 10067462 w 11413077"/>
              <a:gd name="connsiteY121" fmla="*/ 599728 h 801151"/>
              <a:gd name="connsiteX122" fmla="*/ 9979964 w 11413077"/>
              <a:gd name="connsiteY122" fmla="*/ 578896 h 801151"/>
              <a:gd name="connsiteX123" fmla="*/ 9847130 w 11413077"/>
              <a:gd name="connsiteY123" fmla="*/ 716729 h 801151"/>
              <a:gd name="connsiteX124" fmla="*/ 9686557 w 11413077"/>
              <a:gd name="connsiteY124" fmla="*/ 508727 h 801151"/>
              <a:gd name="connsiteX125" fmla="*/ 9842691 w 11413077"/>
              <a:gd name="connsiteY125" fmla="*/ 302918 h 801151"/>
              <a:gd name="connsiteX126" fmla="*/ 9979964 w 11413077"/>
              <a:gd name="connsiteY126" fmla="*/ 434172 h 801151"/>
              <a:gd name="connsiteX127" fmla="*/ 10067462 w 11413077"/>
              <a:gd name="connsiteY127" fmla="*/ 413341 h 801151"/>
              <a:gd name="connsiteX128" fmla="*/ 9844911 w 11413077"/>
              <a:gd name="connsiteY128" fmla="*/ 225387 h 801151"/>
              <a:gd name="connsiteX129" fmla="*/ 10644449 w 11413077"/>
              <a:gd name="connsiteY129" fmla="*/ 225387 h 801151"/>
              <a:gd name="connsiteX130" fmla="*/ 10489424 w 11413077"/>
              <a:gd name="connsiteY130" fmla="*/ 320617 h 801151"/>
              <a:gd name="connsiteX131" fmla="*/ 10489424 w 11413077"/>
              <a:gd name="connsiteY131" fmla="*/ 236351 h 801151"/>
              <a:gd name="connsiteX132" fmla="*/ 10397486 w 11413077"/>
              <a:gd name="connsiteY132" fmla="*/ 236351 h 801151"/>
              <a:gd name="connsiteX133" fmla="*/ 10397486 w 11413077"/>
              <a:gd name="connsiteY133" fmla="*/ 783609 h 801151"/>
              <a:gd name="connsiteX134" fmla="*/ 10489424 w 11413077"/>
              <a:gd name="connsiteY134" fmla="*/ 783609 h 801151"/>
              <a:gd name="connsiteX135" fmla="*/ 10489424 w 11413077"/>
              <a:gd name="connsiteY135" fmla="*/ 423522 h 801151"/>
              <a:gd name="connsiteX136" fmla="*/ 10610211 w 11413077"/>
              <a:gd name="connsiteY136" fmla="*/ 295557 h 801151"/>
              <a:gd name="connsiteX137" fmla="*/ 10729888 w 11413077"/>
              <a:gd name="connsiteY137" fmla="*/ 423522 h 801151"/>
              <a:gd name="connsiteX138" fmla="*/ 10729888 w 11413077"/>
              <a:gd name="connsiteY138" fmla="*/ 783609 h 801151"/>
              <a:gd name="connsiteX139" fmla="*/ 10821825 w 11413077"/>
              <a:gd name="connsiteY139" fmla="*/ 783609 h 801151"/>
              <a:gd name="connsiteX140" fmla="*/ 10821825 w 11413077"/>
              <a:gd name="connsiteY140" fmla="*/ 404883 h 801151"/>
              <a:gd name="connsiteX141" fmla="*/ 10644449 w 11413077"/>
              <a:gd name="connsiteY141" fmla="*/ 225387 h 801151"/>
              <a:gd name="connsiteX142" fmla="*/ 11036293 w 11413077"/>
              <a:gd name="connsiteY142" fmla="*/ 450775 h 801151"/>
              <a:gd name="connsiteX143" fmla="*/ 11185771 w 11413077"/>
              <a:gd name="connsiteY143" fmla="*/ 299786 h 801151"/>
              <a:gd name="connsiteX144" fmla="*/ 11319713 w 11413077"/>
              <a:gd name="connsiteY144" fmla="*/ 450775 h 801151"/>
              <a:gd name="connsiteX145" fmla="*/ 11036293 w 11413077"/>
              <a:gd name="connsiteY145" fmla="*/ 450775 h 801151"/>
              <a:gd name="connsiteX146" fmla="*/ 11185929 w 11413077"/>
              <a:gd name="connsiteY146" fmla="*/ 225387 h 801151"/>
              <a:gd name="connsiteX147" fmla="*/ 10937856 w 11413077"/>
              <a:gd name="connsiteY147" fmla="*/ 514366 h 801151"/>
              <a:gd name="connsiteX148" fmla="*/ 11185929 w 11413077"/>
              <a:gd name="connsiteY148" fmla="*/ 794573 h 801151"/>
              <a:gd name="connsiteX149" fmla="*/ 11411810 w 11413077"/>
              <a:gd name="connsiteY149" fmla="*/ 616174 h 801151"/>
              <a:gd name="connsiteX150" fmla="*/ 11327639 w 11413077"/>
              <a:gd name="connsiteY150" fmla="*/ 594246 h 801151"/>
              <a:gd name="connsiteX151" fmla="*/ 11194806 w 11413077"/>
              <a:gd name="connsiteY151" fmla="*/ 717825 h 801151"/>
              <a:gd name="connsiteX152" fmla="*/ 11033123 w 11413077"/>
              <a:gd name="connsiteY152" fmla="*/ 515305 h 801151"/>
              <a:gd name="connsiteX153" fmla="*/ 11413077 w 11413077"/>
              <a:gd name="connsiteY153" fmla="*/ 515305 h 801151"/>
              <a:gd name="connsiteX154" fmla="*/ 11413077 w 11413077"/>
              <a:gd name="connsiteY154" fmla="*/ 484606 h 801151"/>
              <a:gd name="connsiteX155" fmla="*/ 11185929 w 11413077"/>
              <a:gd name="connsiteY155" fmla="*/ 225387 h 801151"/>
              <a:gd name="connsiteX156" fmla="*/ 5470751 w 11413077"/>
              <a:gd name="connsiteY156" fmla="*/ 83169 h 801151"/>
              <a:gd name="connsiteX157" fmla="*/ 5378814 w 11413077"/>
              <a:gd name="connsiteY157" fmla="*/ 105097 h 801151"/>
              <a:gd name="connsiteX158" fmla="*/ 5378814 w 11413077"/>
              <a:gd name="connsiteY158" fmla="*/ 236351 h 801151"/>
              <a:gd name="connsiteX159" fmla="*/ 5272452 w 11413077"/>
              <a:gd name="connsiteY159" fmla="*/ 236351 h 801151"/>
              <a:gd name="connsiteX160" fmla="*/ 5272452 w 11413077"/>
              <a:gd name="connsiteY160" fmla="*/ 306364 h 801151"/>
              <a:gd name="connsiteX161" fmla="*/ 5378814 w 11413077"/>
              <a:gd name="connsiteY161" fmla="*/ 306364 h 801151"/>
              <a:gd name="connsiteX162" fmla="*/ 5378814 w 11413077"/>
              <a:gd name="connsiteY162" fmla="*/ 641234 h 801151"/>
              <a:gd name="connsiteX163" fmla="*/ 5530511 w 11413077"/>
              <a:gd name="connsiteY163" fmla="*/ 794416 h 801151"/>
              <a:gd name="connsiteX164" fmla="*/ 5649078 w 11413077"/>
              <a:gd name="connsiteY164" fmla="*/ 760428 h 801151"/>
              <a:gd name="connsiteX165" fmla="*/ 5623558 w 11413077"/>
              <a:gd name="connsiteY165" fmla="*/ 694801 h 801151"/>
              <a:gd name="connsiteX166" fmla="*/ 5542716 w 11413077"/>
              <a:gd name="connsiteY166" fmla="*/ 717825 h 801151"/>
              <a:gd name="connsiteX167" fmla="*/ 5470751 w 11413077"/>
              <a:gd name="connsiteY167" fmla="*/ 626981 h 801151"/>
              <a:gd name="connsiteX168" fmla="*/ 5470751 w 11413077"/>
              <a:gd name="connsiteY168" fmla="*/ 306364 h 801151"/>
              <a:gd name="connsiteX169" fmla="*/ 5634654 w 11413077"/>
              <a:gd name="connsiteY169" fmla="*/ 306364 h 801151"/>
              <a:gd name="connsiteX170" fmla="*/ 5634654 w 11413077"/>
              <a:gd name="connsiteY170" fmla="*/ 236351 h 801151"/>
              <a:gd name="connsiteX171" fmla="*/ 5470751 w 11413077"/>
              <a:gd name="connsiteY171" fmla="*/ 236351 h 801151"/>
              <a:gd name="connsiteX172" fmla="*/ 5470751 w 11413077"/>
              <a:gd name="connsiteY172" fmla="*/ 83169 h 801151"/>
              <a:gd name="connsiteX173" fmla="*/ 2397823 w 11413077"/>
              <a:gd name="connsiteY173" fmla="*/ 17386 h 801151"/>
              <a:gd name="connsiteX174" fmla="*/ 2301447 w 11413077"/>
              <a:gd name="connsiteY174" fmla="*/ 17386 h 801151"/>
              <a:gd name="connsiteX175" fmla="*/ 2301447 w 11413077"/>
              <a:gd name="connsiteY175" fmla="*/ 783452 h 801151"/>
              <a:gd name="connsiteX176" fmla="*/ 2397823 w 11413077"/>
              <a:gd name="connsiteY176" fmla="*/ 783452 h 801151"/>
              <a:gd name="connsiteX177" fmla="*/ 2397823 w 11413077"/>
              <a:gd name="connsiteY177" fmla="*/ 17386 h 801151"/>
              <a:gd name="connsiteX178" fmla="*/ 8064337 w 11413077"/>
              <a:gd name="connsiteY178" fmla="*/ 17386 h 801151"/>
              <a:gd name="connsiteX179" fmla="*/ 7918188 w 11413077"/>
              <a:gd name="connsiteY179" fmla="*/ 17386 h 801151"/>
              <a:gd name="connsiteX180" fmla="*/ 7688979 w 11413077"/>
              <a:gd name="connsiteY180" fmla="*/ 634656 h 801151"/>
              <a:gd name="connsiteX181" fmla="*/ 7458501 w 11413077"/>
              <a:gd name="connsiteY181" fmla="*/ 17386 h 801151"/>
              <a:gd name="connsiteX182" fmla="*/ 7305695 w 11413077"/>
              <a:gd name="connsiteY182" fmla="*/ 17386 h 801151"/>
              <a:gd name="connsiteX183" fmla="*/ 7305695 w 11413077"/>
              <a:gd name="connsiteY183" fmla="*/ 783452 h 801151"/>
              <a:gd name="connsiteX184" fmla="*/ 7402071 w 11413077"/>
              <a:gd name="connsiteY184" fmla="*/ 783452 h 801151"/>
              <a:gd name="connsiteX185" fmla="*/ 7402071 w 11413077"/>
              <a:gd name="connsiteY185" fmla="*/ 123579 h 801151"/>
              <a:gd name="connsiteX186" fmla="*/ 7649034 w 11413077"/>
              <a:gd name="connsiteY186" fmla="*/ 783452 h 801151"/>
              <a:gd name="connsiteX187" fmla="*/ 7723217 w 11413077"/>
              <a:gd name="connsiteY187" fmla="*/ 783452 h 801151"/>
              <a:gd name="connsiteX188" fmla="*/ 7967961 w 11413077"/>
              <a:gd name="connsiteY188" fmla="*/ 122483 h 801151"/>
              <a:gd name="connsiteX189" fmla="*/ 7967961 w 11413077"/>
              <a:gd name="connsiteY189" fmla="*/ 783452 h 801151"/>
              <a:gd name="connsiteX190" fmla="*/ 8064337 w 11413077"/>
              <a:gd name="connsiteY190" fmla="*/ 783452 h 801151"/>
              <a:gd name="connsiteX191" fmla="*/ 8064337 w 11413077"/>
              <a:gd name="connsiteY191" fmla="*/ 17386 h 801151"/>
              <a:gd name="connsiteX192" fmla="*/ 9007646 w 11413077"/>
              <a:gd name="connsiteY192" fmla="*/ 716729 h 801151"/>
              <a:gd name="connsiteX193" fmla="*/ 8855949 w 11413077"/>
              <a:gd name="connsiteY193" fmla="*/ 509823 h 801151"/>
              <a:gd name="connsiteX194" fmla="*/ 9007646 w 11413077"/>
              <a:gd name="connsiteY194" fmla="*/ 302918 h 801151"/>
              <a:gd name="connsiteX195" fmla="*/ 9159343 w 11413077"/>
              <a:gd name="connsiteY195" fmla="*/ 509823 h 801151"/>
              <a:gd name="connsiteX196" fmla="*/ 9007646 w 11413077"/>
              <a:gd name="connsiteY196" fmla="*/ 716729 h 801151"/>
              <a:gd name="connsiteX197" fmla="*/ 9249219 w 11413077"/>
              <a:gd name="connsiteY197" fmla="*/ 17386 h 801151"/>
              <a:gd name="connsiteX198" fmla="*/ 9157282 w 11413077"/>
              <a:gd name="connsiteY198" fmla="*/ 17386 h 801151"/>
              <a:gd name="connsiteX199" fmla="*/ 9157282 w 11413077"/>
              <a:gd name="connsiteY199" fmla="*/ 341292 h 801151"/>
              <a:gd name="connsiteX200" fmla="*/ 8992271 w 11413077"/>
              <a:gd name="connsiteY200" fmla="*/ 225231 h 801151"/>
              <a:gd name="connsiteX201" fmla="*/ 8759732 w 11413077"/>
              <a:gd name="connsiteY201" fmla="*/ 513113 h 801151"/>
              <a:gd name="connsiteX202" fmla="*/ 8984504 w 11413077"/>
              <a:gd name="connsiteY202" fmla="*/ 794416 h 801151"/>
              <a:gd name="connsiteX203" fmla="*/ 9157282 w 11413077"/>
              <a:gd name="connsiteY203" fmla="*/ 672873 h 801151"/>
              <a:gd name="connsiteX204" fmla="*/ 9157282 w 11413077"/>
              <a:gd name="connsiteY204" fmla="*/ 714536 h 801151"/>
              <a:gd name="connsiteX205" fmla="*/ 9162831 w 11413077"/>
              <a:gd name="connsiteY205" fmla="*/ 783452 h 801151"/>
              <a:gd name="connsiteX206" fmla="*/ 9255878 w 11413077"/>
              <a:gd name="connsiteY206" fmla="*/ 783452 h 801151"/>
              <a:gd name="connsiteX207" fmla="*/ 9249219 w 11413077"/>
              <a:gd name="connsiteY207" fmla="*/ 669584 h 801151"/>
              <a:gd name="connsiteX208" fmla="*/ 9249219 w 11413077"/>
              <a:gd name="connsiteY208" fmla="*/ 17386 h 801151"/>
              <a:gd name="connsiteX209" fmla="*/ 5784131 w 11413077"/>
              <a:gd name="connsiteY209" fmla="*/ 1096 h 801151"/>
              <a:gd name="connsiteX210" fmla="*/ 5718824 w 11413077"/>
              <a:gd name="connsiteY210" fmla="*/ 65627 h 801151"/>
              <a:gd name="connsiteX211" fmla="*/ 5784131 w 11413077"/>
              <a:gd name="connsiteY211" fmla="*/ 129061 h 801151"/>
              <a:gd name="connsiteX212" fmla="*/ 5848329 w 11413077"/>
              <a:gd name="connsiteY212" fmla="*/ 65627 h 801151"/>
              <a:gd name="connsiteX213" fmla="*/ 5784131 w 11413077"/>
              <a:gd name="connsiteY213" fmla="*/ 1096 h 801151"/>
              <a:gd name="connsiteX214" fmla="*/ 9428497 w 11413077"/>
              <a:gd name="connsiteY214" fmla="*/ 1096 h 801151"/>
              <a:gd name="connsiteX215" fmla="*/ 9363190 w 11413077"/>
              <a:gd name="connsiteY215" fmla="*/ 65627 h 801151"/>
              <a:gd name="connsiteX216" fmla="*/ 9428497 w 11413077"/>
              <a:gd name="connsiteY216" fmla="*/ 129061 h 801151"/>
              <a:gd name="connsiteX217" fmla="*/ 9492696 w 11413077"/>
              <a:gd name="connsiteY217" fmla="*/ 65627 h 801151"/>
              <a:gd name="connsiteX218" fmla="*/ 9428497 w 11413077"/>
              <a:gd name="connsiteY218" fmla="*/ 1096 h 801151"/>
              <a:gd name="connsiteX219" fmla="*/ 10219159 w 11413077"/>
              <a:gd name="connsiteY219" fmla="*/ 1096 h 801151"/>
              <a:gd name="connsiteX220" fmla="*/ 10153852 w 11413077"/>
              <a:gd name="connsiteY220" fmla="*/ 65627 h 801151"/>
              <a:gd name="connsiteX221" fmla="*/ 10219159 w 11413077"/>
              <a:gd name="connsiteY221" fmla="*/ 129061 h 801151"/>
              <a:gd name="connsiteX222" fmla="*/ 10283358 w 11413077"/>
              <a:gd name="connsiteY222" fmla="*/ 65627 h 801151"/>
              <a:gd name="connsiteX223" fmla="*/ 10219159 w 11413077"/>
              <a:gd name="connsiteY223" fmla="*/ 1096 h 801151"/>
              <a:gd name="connsiteX224" fmla="*/ 1651545 w 11413077"/>
              <a:gd name="connsiteY224" fmla="*/ 800994 h 801151"/>
              <a:gd name="connsiteX225" fmla="*/ 1908494 w 11413077"/>
              <a:gd name="connsiteY225" fmla="*/ 548197 h 801151"/>
              <a:gd name="connsiteX226" fmla="*/ 1908494 w 11413077"/>
              <a:gd name="connsiteY226" fmla="*/ 17542 h 801151"/>
              <a:gd name="connsiteX227" fmla="*/ 1771222 w 11413077"/>
              <a:gd name="connsiteY227" fmla="*/ 17542 h 801151"/>
              <a:gd name="connsiteX228" fmla="*/ 1771222 w 11413077"/>
              <a:gd name="connsiteY228" fmla="*/ 583282 h 801151"/>
              <a:gd name="connsiteX229" fmla="*/ 1651545 w 11413077"/>
              <a:gd name="connsiteY229" fmla="*/ 729885 h 801151"/>
              <a:gd name="connsiteX230" fmla="*/ 1531867 w 11413077"/>
              <a:gd name="connsiteY230" fmla="*/ 572318 h 801151"/>
              <a:gd name="connsiteX231" fmla="*/ 1531867 w 11413077"/>
              <a:gd name="connsiteY231" fmla="*/ 467221 h 801151"/>
              <a:gd name="connsiteX232" fmla="*/ 1394595 w 11413077"/>
              <a:gd name="connsiteY232" fmla="*/ 501209 h 801151"/>
              <a:gd name="connsiteX233" fmla="*/ 1394595 w 11413077"/>
              <a:gd name="connsiteY233" fmla="*/ 548197 h 801151"/>
              <a:gd name="connsiteX234" fmla="*/ 1651545 w 11413077"/>
              <a:gd name="connsiteY234" fmla="*/ 800994 h 801151"/>
              <a:gd name="connsiteX235" fmla="*/ 920642 w 11413077"/>
              <a:gd name="connsiteY235" fmla="*/ 721114 h 801151"/>
              <a:gd name="connsiteX236" fmla="*/ 748973 w 11413077"/>
              <a:gd name="connsiteY236" fmla="*/ 544908 h 801151"/>
              <a:gd name="connsiteX237" fmla="*/ 816499 w 11413077"/>
              <a:gd name="connsiteY237" fmla="*/ 405979 h 801151"/>
              <a:gd name="connsiteX238" fmla="*/ 1066791 w 11413077"/>
              <a:gd name="connsiteY238" fmla="*/ 676319 h 801151"/>
              <a:gd name="connsiteX239" fmla="*/ 920642 w 11413077"/>
              <a:gd name="connsiteY239" fmla="*/ 721114 h 801151"/>
              <a:gd name="connsiteX240" fmla="*/ 1054585 w 11413077"/>
              <a:gd name="connsiteY240" fmla="*/ 329388 h 801151"/>
              <a:gd name="connsiteX241" fmla="*/ 1199625 w 11413077"/>
              <a:gd name="connsiteY241" fmla="*/ 469413 h 801151"/>
              <a:gd name="connsiteX242" fmla="*/ 1164118 w 11413077"/>
              <a:gd name="connsiteY242" fmla="*/ 586571 h 801151"/>
              <a:gd name="connsiteX243" fmla="*/ 947114 w 11413077"/>
              <a:gd name="connsiteY243" fmla="*/ 350220 h 801151"/>
              <a:gd name="connsiteX244" fmla="*/ 1054585 w 11413077"/>
              <a:gd name="connsiteY244" fmla="*/ 329388 h 801151"/>
              <a:gd name="connsiteX245" fmla="*/ 920642 w 11413077"/>
              <a:gd name="connsiteY245" fmla="*/ 57952 h 801151"/>
              <a:gd name="connsiteX246" fmla="*/ 1024785 w 11413077"/>
              <a:gd name="connsiteY246" fmla="*/ 163050 h 801151"/>
              <a:gd name="connsiteX247" fmla="*/ 917313 w 11413077"/>
              <a:gd name="connsiteY247" fmla="*/ 318424 h 801151"/>
              <a:gd name="connsiteX248" fmla="*/ 869760 w 11413077"/>
              <a:gd name="connsiteY248" fmla="*/ 265954 h 801151"/>
              <a:gd name="connsiteX249" fmla="*/ 815548 w 11413077"/>
              <a:gd name="connsiteY249" fmla="*/ 157568 h 801151"/>
              <a:gd name="connsiteX250" fmla="*/ 920642 w 11413077"/>
              <a:gd name="connsiteY250" fmla="*/ 57952 h 801151"/>
              <a:gd name="connsiteX251" fmla="*/ 1198515 w 11413077"/>
              <a:gd name="connsiteY251" fmla="*/ 623692 h 801151"/>
              <a:gd name="connsiteX252" fmla="*/ 1292672 w 11413077"/>
              <a:gd name="connsiteY252" fmla="*/ 410208 h 801151"/>
              <a:gd name="connsiteX253" fmla="*/ 1147632 w 11413077"/>
              <a:gd name="connsiteY253" fmla="*/ 271279 h 801151"/>
              <a:gd name="connsiteX254" fmla="*/ 1014799 w 11413077"/>
              <a:gd name="connsiteY254" fmla="*/ 297593 h 801151"/>
              <a:gd name="connsiteX255" fmla="*/ 1012580 w 11413077"/>
              <a:gd name="connsiteY255" fmla="*/ 293207 h 801151"/>
              <a:gd name="connsiteX256" fmla="*/ 1132257 w 11413077"/>
              <a:gd name="connsiteY256" fmla="*/ 148796 h 801151"/>
              <a:gd name="connsiteX257" fmla="*/ 923971 w 11413077"/>
              <a:gd name="connsiteY257" fmla="*/ 0 h 801151"/>
              <a:gd name="connsiteX258" fmla="*/ 695871 w 11413077"/>
              <a:gd name="connsiteY258" fmla="*/ 189363 h 801151"/>
              <a:gd name="connsiteX259" fmla="*/ 784480 w 11413077"/>
              <a:gd name="connsiteY259" fmla="*/ 372148 h 801151"/>
              <a:gd name="connsiteX260" fmla="*/ 785589 w 11413077"/>
              <a:gd name="connsiteY260" fmla="*/ 374340 h 801151"/>
              <a:gd name="connsiteX261" fmla="*/ 627235 w 11413077"/>
              <a:gd name="connsiteY261" fmla="*/ 594246 h 801151"/>
              <a:gd name="connsiteX262" fmla="*/ 849787 w 11413077"/>
              <a:gd name="connsiteY262" fmla="*/ 801151 h 801151"/>
              <a:gd name="connsiteX263" fmla="*/ 1100079 w 11413077"/>
              <a:gd name="connsiteY263" fmla="*/ 712500 h 801151"/>
              <a:gd name="connsiteX264" fmla="*/ 1166496 w 11413077"/>
              <a:gd name="connsiteY264" fmla="*/ 783609 h 801151"/>
              <a:gd name="connsiteX265" fmla="*/ 1340384 w 11413077"/>
              <a:gd name="connsiteY265" fmla="*/ 783609 h 801151"/>
              <a:gd name="connsiteX266" fmla="*/ 1340384 w 11413077"/>
              <a:gd name="connsiteY266" fmla="*/ 778127 h 801151"/>
              <a:gd name="connsiteX267" fmla="*/ 1198515 w 11413077"/>
              <a:gd name="connsiteY267" fmla="*/ 623692 h 801151"/>
              <a:gd name="connsiteX268" fmla="*/ 256949 w 11413077"/>
              <a:gd name="connsiteY268" fmla="*/ 800994 h 801151"/>
              <a:gd name="connsiteX269" fmla="*/ 513898 w 11413077"/>
              <a:gd name="connsiteY269" fmla="*/ 548197 h 801151"/>
              <a:gd name="connsiteX270" fmla="*/ 513898 w 11413077"/>
              <a:gd name="connsiteY270" fmla="*/ 17542 h 801151"/>
              <a:gd name="connsiteX271" fmla="*/ 376626 w 11413077"/>
              <a:gd name="connsiteY271" fmla="*/ 17542 h 801151"/>
              <a:gd name="connsiteX272" fmla="*/ 376626 w 11413077"/>
              <a:gd name="connsiteY272" fmla="*/ 583282 h 801151"/>
              <a:gd name="connsiteX273" fmla="*/ 256949 w 11413077"/>
              <a:gd name="connsiteY273" fmla="*/ 729885 h 801151"/>
              <a:gd name="connsiteX274" fmla="*/ 137272 w 11413077"/>
              <a:gd name="connsiteY274" fmla="*/ 572318 h 801151"/>
              <a:gd name="connsiteX275" fmla="*/ 137272 w 11413077"/>
              <a:gd name="connsiteY275" fmla="*/ 467221 h 801151"/>
              <a:gd name="connsiteX276" fmla="*/ 0 w 11413077"/>
              <a:gd name="connsiteY276" fmla="*/ 501209 h 801151"/>
              <a:gd name="connsiteX277" fmla="*/ 0 w 11413077"/>
              <a:gd name="connsiteY277" fmla="*/ 548197 h 801151"/>
              <a:gd name="connsiteX278" fmla="*/ 256949 w 11413077"/>
              <a:gd name="connsiteY278" fmla="*/ 800994 h 80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</a:cxnLst>
            <a:rect l="l" t="t" r="r" b="b"/>
            <a:pathLst>
              <a:path w="11413077" h="801151">
                <a:moveTo>
                  <a:pt x="4672481" y="236351"/>
                </a:moveTo>
                <a:lnTo>
                  <a:pt x="4578324" y="236351"/>
                </a:lnTo>
                <a:lnTo>
                  <a:pt x="4436614" y="678512"/>
                </a:lnTo>
                <a:lnTo>
                  <a:pt x="4293794" y="236351"/>
                </a:lnTo>
                <a:lnTo>
                  <a:pt x="4196308" y="236351"/>
                </a:lnTo>
                <a:lnTo>
                  <a:pt x="4376855" y="783609"/>
                </a:lnTo>
                <a:lnTo>
                  <a:pt x="4492093" y="783609"/>
                </a:lnTo>
                <a:lnTo>
                  <a:pt x="4672481" y="236351"/>
                </a:lnTo>
                <a:moveTo>
                  <a:pt x="5829624" y="236351"/>
                </a:moveTo>
                <a:lnTo>
                  <a:pt x="5737687" y="236351"/>
                </a:lnTo>
                <a:lnTo>
                  <a:pt x="5737687" y="783609"/>
                </a:lnTo>
                <a:lnTo>
                  <a:pt x="5829624" y="783609"/>
                </a:lnTo>
                <a:lnTo>
                  <a:pt x="5829624" y="236351"/>
                </a:lnTo>
                <a:close/>
                <a:moveTo>
                  <a:pt x="6394405" y="236351"/>
                </a:moveTo>
                <a:lnTo>
                  <a:pt x="6300249" y="236351"/>
                </a:lnTo>
                <a:lnTo>
                  <a:pt x="6158538" y="678512"/>
                </a:lnTo>
                <a:lnTo>
                  <a:pt x="6015718" y="236351"/>
                </a:lnTo>
                <a:lnTo>
                  <a:pt x="5918233" y="236351"/>
                </a:lnTo>
                <a:lnTo>
                  <a:pt x="6098779" y="783609"/>
                </a:lnTo>
                <a:lnTo>
                  <a:pt x="6214018" y="783609"/>
                </a:lnTo>
                <a:lnTo>
                  <a:pt x="6394405" y="236351"/>
                </a:lnTo>
                <a:moveTo>
                  <a:pt x="9473991" y="236351"/>
                </a:moveTo>
                <a:lnTo>
                  <a:pt x="9382053" y="236351"/>
                </a:lnTo>
                <a:lnTo>
                  <a:pt x="9382053" y="783609"/>
                </a:lnTo>
                <a:lnTo>
                  <a:pt x="9473991" y="783609"/>
                </a:lnTo>
                <a:lnTo>
                  <a:pt x="9473991" y="236351"/>
                </a:lnTo>
                <a:close/>
                <a:moveTo>
                  <a:pt x="10264494" y="236351"/>
                </a:moveTo>
                <a:lnTo>
                  <a:pt x="10172556" y="236351"/>
                </a:lnTo>
                <a:lnTo>
                  <a:pt x="10172556" y="783609"/>
                </a:lnTo>
                <a:lnTo>
                  <a:pt x="10264494" y="783609"/>
                </a:lnTo>
                <a:lnTo>
                  <a:pt x="10264494" y="236351"/>
                </a:lnTo>
                <a:close/>
                <a:moveTo>
                  <a:pt x="2788874" y="225387"/>
                </a:moveTo>
                <a:cubicBezTo>
                  <a:pt x="2710251" y="225387"/>
                  <a:pt x="2656040" y="262665"/>
                  <a:pt x="2633848" y="320617"/>
                </a:cubicBezTo>
                <a:lnTo>
                  <a:pt x="2633848" y="236351"/>
                </a:lnTo>
                <a:lnTo>
                  <a:pt x="2541911" y="236351"/>
                </a:lnTo>
                <a:lnTo>
                  <a:pt x="2541911" y="783609"/>
                </a:lnTo>
                <a:lnTo>
                  <a:pt x="2633848" y="783609"/>
                </a:lnTo>
                <a:lnTo>
                  <a:pt x="2633848" y="423522"/>
                </a:lnTo>
                <a:cubicBezTo>
                  <a:pt x="2633848" y="346931"/>
                  <a:pt x="2672684" y="295557"/>
                  <a:pt x="2754635" y="295557"/>
                </a:cubicBezTo>
                <a:cubicBezTo>
                  <a:pt x="2835476" y="295557"/>
                  <a:pt x="2874312" y="346931"/>
                  <a:pt x="2874312" y="423522"/>
                </a:cubicBezTo>
                <a:lnTo>
                  <a:pt x="2874312" y="783609"/>
                </a:lnTo>
                <a:lnTo>
                  <a:pt x="2966249" y="783609"/>
                </a:lnTo>
                <a:lnTo>
                  <a:pt x="2966249" y="404883"/>
                </a:lnTo>
                <a:cubicBezTo>
                  <a:pt x="2966091" y="301978"/>
                  <a:pt x="2900625" y="225387"/>
                  <a:pt x="2788874" y="225387"/>
                </a:cubicBezTo>
                <a:moveTo>
                  <a:pt x="3345887" y="225387"/>
                </a:moveTo>
                <a:cubicBezTo>
                  <a:pt x="3267265" y="225387"/>
                  <a:pt x="3213054" y="262665"/>
                  <a:pt x="3190862" y="320617"/>
                </a:cubicBezTo>
                <a:lnTo>
                  <a:pt x="3190862" y="236351"/>
                </a:lnTo>
                <a:lnTo>
                  <a:pt x="3098925" y="236351"/>
                </a:lnTo>
                <a:lnTo>
                  <a:pt x="3098925" y="783609"/>
                </a:lnTo>
                <a:lnTo>
                  <a:pt x="3190862" y="783609"/>
                </a:lnTo>
                <a:lnTo>
                  <a:pt x="3190862" y="423522"/>
                </a:lnTo>
                <a:cubicBezTo>
                  <a:pt x="3190862" y="346931"/>
                  <a:pt x="3229698" y="295557"/>
                  <a:pt x="3311649" y="295557"/>
                </a:cubicBezTo>
                <a:cubicBezTo>
                  <a:pt x="3392490" y="295557"/>
                  <a:pt x="3431326" y="346931"/>
                  <a:pt x="3431326" y="423522"/>
                </a:cubicBezTo>
                <a:lnTo>
                  <a:pt x="3431326" y="783609"/>
                </a:lnTo>
                <a:lnTo>
                  <a:pt x="3523263" y="783609"/>
                </a:lnTo>
                <a:lnTo>
                  <a:pt x="3523263" y="404883"/>
                </a:lnTo>
                <a:cubicBezTo>
                  <a:pt x="3523105" y="301978"/>
                  <a:pt x="3457639" y="225387"/>
                  <a:pt x="3345887" y="225387"/>
                </a:cubicBezTo>
                <a:moveTo>
                  <a:pt x="3892915" y="716729"/>
                </a:moveTo>
                <a:cubicBezTo>
                  <a:pt x="3799868" y="716729"/>
                  <a:pt x="3735671" y="651102"/>
                  <a:pt x="3735671" y="509823"/>
                </a:cubicBezTo>
                <a:cubicBezTo>
                  <a:pt x="3735671" y="367605"/>
                  <a:pt x="3798759" y="302918"/>
                  <a:pt x="3892915" y="302918"/>
                </a:cubicBezTo>
                <a:cubicBezTo>
                  <a:pt x="3985962" y="302918"/>
                  <a:pt x="4050160" y="367449"/>
                  <a:pt x="4050160" y="509823"/>
                </a:cubicBezTo>
                <a:cubicBezTo>
                  <a:pt x="4050160" y="651102"/>
                  <a:pt x="3988023" y="716729"/>
                  <a:pt x="3892915" y="716729"/>
                </a:cubicBezTo>
                <a:moveTo>
                  <a:pt x="3897195" y="225387"/>
                </a:moveTo>
                <a:cubicBezTo>
                  <a:pt x="3731074" y="225387"/>
                  <a:pt x="3639136" y="345834"/>
                  <a:pt x="3639136" y="516558"/>
                </a:cubicBezTo>
                <a:cubicBezTo>
                  <a:pt x="3639136" y="689476"/>
                  <a:pt x="3733293" y="794573"/>
                  <a:pt x="3888318" y="794573"/>
                </a:cubicBezTo>
                <a:cubicBezTo>
                  <a:pt x="4055549" y="794573"/>
                  <a:pt x="4146377" y="674126"/>
                  <a:pt x="4146377" y="503402"/>
                </a:cubicBezTo>
                <a:cubicBezTo>
                  <a:pt x="4146536" y="330485"/>
                  <a:pt x="4053489" y="225387"/>
                  <a:pt x="3897195" y="225387"/>
                </a:cubicBezTo>
                <a:moveTo>
                  <a:pt x="4953682" y="728789"/>
                </a:moveTo>
                <a:cubicBezTo>
                  <a:pt x="4890595" y="728789"/>
                  <a:pt x="4847321" y="693704"/>
                  <a:pt x="4847321" y="632463"/>
                </a:cubicBezTo>
                <a:cubicBezTo>
                  <a:pt x="4847321" y="581089"/>
                  <a:pt x="4877280" y="555872"/>
                  <a:pt x="4940367" y="540522"/>
                </a:cubicBezTo>
                <a:lnTo>
                  <a:pt x="5007894" y="524077"/>
                </a:lnTo>
                <a:cubicBezTo>
                  <a:pt x="5050058" y="514209"/>
                  <a:pt x="5073201" y="507631"/>
                  <a:pt x="5082078" y="499956"/>
                </a:cubicBezTo>
                <a:lnTo>
                  <a:pt x="5082078" y="606150"/>
                </a:lnTo>
                <a:cubicBezTo>
                  <a:pt x="5082237" y="687283"/>
                  <a:pt x="5025647" y="728789"/>
                  <a:pt x="4953682" y="728789"/>
                </a:cubicBezTo>
                <a:moveTo>
                  <a:pt x="4982532" y="225387"/>
                </a:moveTo>
                <a:cubicBezTo>
                  <a:pt x="4848589" y="225387"/>
                  <a:pt x="4765528" y="305268"/>
                  <a:pt x="4758871" y="400497"/>
                </a:cubicBezTo>
                <a:lnTo>
                  <a:pt x="4844151" y="418040"/>
                </a:lnTo>
                <a:cubicBezTo>
                  <a:pt x="4848589" y="348027"/>
                  <a:pt x="4891704" y="295400"/>
                  <a:pt x="4975875" y="295400"/>
                </a:cubicBezTo>
                <a:cubicBezTo>
                  <a:pt x="5046730" y="295400"/>
                  <a:pt x="5082237" y="333774"/>
                  <a:pt x="5082237" y="397208"/>
                </a:cubicBezTo>
                <a:lnTo>
                  <a:pt x="5082237" y="400497"/>
                </a:lnTo>
                <a:cubicBezTo>
                  <a:pt x="5082237" y="426811"/>
                  <a:pt x="5074470" y="437775"/>
                  <a:pt x="5050058" y="444196"/>
                </a:cubicBezTo>
                <a:lnTo>
                  <a:pt x="4890595" y="483667"/>
                </a:lnTo>
                <a:cubicBezTo>
                  <a:pt x="4805315" y="505594"/>
                  <a:pt x="4755541" y="561354"/>
                  <a:pt x="4755541" y="639041"/>
                </a:cubicBezTo>
                <a:cubicBezTo>
                  <a:pt x="4755541" y="737560"/>
                  <a:pt x="4829726" y="794416"/>
                  <a:pt x="4928321" y="794416"/>
                </a:cubicBezTo>
                <a:cubicBezTo>
                  <a:pt x="5011381" y="794416"/>
                  <a:pt x="5066702" y="754946"/>
                  <a:pt x="5082237" y="700283"/>
                </a:cubicBezTo>
                <a:cubicBezTo>
                  <a:pt x="5084455" y="751657"/>
                  <a:pt x="5088894" y="773585"/>
                  <a:pt x="5093333" y="783452"/>
                </a:cubicBezTo>
                <a:lnTo>
                  <a:pt x="5187489" y="783452"/>
                </a:lnTo>
                <a:cubicBezTo>
                  <a:pt x="5177503" y="754946"/>
                  <a:pt x="5173065" y="715632"/>
                  <a:pt x="5173065" y="669584"/>
                </a:cubicBezTo>
                <a:lnTo>
                  <a:pt x="5173065" y="391726"/>
                </a:lnTo>
                <a:cubicBezTo>
                  <a:pt x="5173065" y="288822"/>
                  <a:pt x="5100941" y="225387"/>
                  <a:pt x="4982532" y="225387"/>
                </a:cubicBezTo>
                <a:moveTo>
                  <a:pt x="6542773" y="450775"/>
                </a:moveTo>
                <a:cubicBezTo>
                  <a:pt x="6554979" y="354449"/>
                  <a:pt x="6604751" y="299786"/>
                  <a:pt x="6692251" y="299786"/>
                </a:cubicBezTo>
                <a:cubicBezTo>
                  <a:pt x="6775311" y="299786"/>
                  <a:pt x="6823975" y="349123"/>
                  <a:pt x="6826194" y="450775"/>
                </a:cubicBezTo>
                <a:lnTo>
                  <a:pt x="6542773" y="450775"/>
                </a:lnTo>
                <a:moveTo>
                  <a:pt x="6692251" y="225387"/>
                </a:moveTo>
                <a:cubicBezTo>
                  <a:pt x="6546102" y="225387"/>
                  <a:pt x="6444178" y="327195"/>
                  <a:pt x="6444178" y="514366"/>
                </a:cubicBezTo>
                <a:cubicBezTo>
                  <a:pt x="6444178" y="693861"/>
                  <a:pt x="6538335" y="794573"/>
                  <a:pt x="6692251" y="794573"/>
                </a:cubicBezTo>
                <a:cubicBezTo>
                  <a:pt x="6818585" y="794573"/>
                  <a:pt x="6898317" y="723464"/>
                  <a:pt x="6918131" y="616174"/>
                </a:cubicBezTo>
                <a:lnTo>
                  <a:pt x="6833961" y="594246"/>
                </a:lnTo>
                <a:cubicBezTo>
                  <a:pt x="6819537" y="686186"/>
                  <a:pt x="6769763" y="717825"/>
                  <a:pt x="6701127" y="717825"/>
                </a:cubicBezTo>
                <a:cubicBezTo>
                  <a:pt x="6591436" y="717825"/>
                  <a:pt x="6542773" y="637945"/>
                  <a:pt x="6539444" y="515305"/>
                </a:cubicBezTo>
                <a:lnTo>
                  <a:pt x="6919399" y="515305"/>
                </a:lnTo>
                <a:lnTo>
                  <a:pt x="6919399" y="484606"/>
                </a:lnTo>
                <a:cubicBezTo>
                  <a:pt x="6919241" y="293207"/>
                  <a:pt x="6814147" y="225387"/>
                  <a:pt x="6692251" y="225387"/>
                </a:cubicBezTo>
                <a:moveTo>
                  <a:pt x="8290217" y="450775"/>
                </a:moveTo>
                <a:cubicBezTo>
                  <a:pt x="8302423" y="354449"/>
                  <a:pt x="8352196" y="299786"/>
                  <a:pt x="8439696" y="299786"/>
                </a:cubicBezTo>
                <a:cubicBezTo>
                  <a:pt x="8522756" y="299786"/>
                  <a:pt x="8571420" y="349123"/>
                  <a:pt x="8573638" y="450775"/>
                </a:cubicBezTo>
                <a:lnTo>
                  <a:pt x="8290217" y="450775"/>
                </a:lnTo>
                <a:moveTo>
                  <a:pt x="8439696" y="225387"/>
                </a:moveTo>
                <a:cubicBezTo>
                  <a:pt x="8293547" y="225387"/>
                  <a:pt x="8191623" y="327195"/>
                  <a:pt x="8191623" y="514366"/>
                </a:cubicBezTo>
                <a:cubicBezTo>
                  <a:pt x="8191623" y="693861"/>
                  <a:pt x="8285780" y="794573"/>
                  <a:pt x="8439696" y="794573"/>
                </a:cubicBezTo>
                <a:cubicBezTo>
                  <a:pt x="8566030" y="794573"/>
                  <a:pt x="8645762" y="723464"/>
                  <a:pt x="8665576" y="616174"/>
                </a:cubicBezTo>
                <a:lnTo>
                  <a:pt x="8581405" y="594246"/>
                </a:lnTo>
                <a:cubicBezTo>
                  <a:pt x="8566981" y="686186"/>
                  <a:pt x="8517208" y="717825"/>
                  <a:pt x="8448572" y="717825"/>
                </a:cubicBezTo>
                <a:cubicBezTo>
                  <a:pt x="8338881" y="717825"/>
                  <a:pt x="8290217" y="637945"/>
                  <a:pt x="8286889" y="515305"/>
                </a:cubicBezTo>
                <a:lnTo>
                  <a:pt x="8666844" y="515305"/>
                </a:lnTo>
                <a:lnTo>
                  <a:pt x="8666844" y="484606"/>
                </a:lnTo>
                <a:cubicBezTo>
                  <a:pt x="8666685" y="293207"/>
                  <a:pt x="8561433" y="225387"/>
                  <a:pt x="8439696" y="225387"/>
                </a:cubicBezTo>
                <a:moveTo>
                  <a:pt x="9844911" y="225387"/>
                </a:moveTo>
                <a:cubicBezTo>
                  <a:pt x="9693214" y="225387"/>
                  <a:pt x="9590181" y="330485"/>
                  <a:pt x="9590181" y="515462"/>
                </a:cubicBezTo>
                <a:cubicBezTo>
                  <a:pt x="9590181" y="697150"/>
                  <a:pt x="9690994" y="794573"/>
                  <a:pt x="9840473" y="794573"/>
                </a:cubicBezTo>
                <a:cubicBezTo>
                  <a:pt x="9975525" y="794573"/>
                  <a:pt x="10052087" y="712500"/>
                  <a:pt x="10067462" y="599728"/>
                </a:cubicBezTo>
                <a:lnTo>
                  <a:pt x="9979964" y="578896"/>
                </a:lnTo>
                <a:cubicBezTo>
                  <a:pt x="9964429" y="681801"/>
                  <a:pt x="9920204" y="716729"/>
                  <a:pt x="9847130" y="716729"/>
                </a:cubicBezTo>
                <a:cubicBezTo>
                  <a:pt x="9740768" y="716729"/>
                  <a:pt x="9686557" y="640138"/>
                  <a:pt x="9686557" y="508727"/>
                </a:cubicBezTo>
                <a:cubicBezTo>
                  <a:pt x="9686557" y="371991"/>
                  <a:pt x="9744097" y="302918"/>
                  <a:pt x="9842691" y="302918"/>
                </a:cubicBezTo>
                <a:cubicBezTo>
                  <a:pt x="9912437" y="302918"/>
                  <a:pt x="9963478" y="336906"/>
                  <a:pt x="9979964" y="434172"/>
                </a:cubicBezTo>
                <a:lnTo>
                  <a:pt x="10067462" y="413341"/>
                </a:lnTo>
                <a:cubicBezTo>
                  <a:pt x="10051928" y="301978"/>
                  <a:pt x="9975525" y="225387"/>
                  <a:pt x="9844911" y="225387"/>
                </a:cubicBezTo>
                <a:moveTo>
                  <a:pt x="10644449" y="225387"/>
                </a:moveTo>
                <a:cubicBezTo>
                  <a:pt x="10565826" y="225387"/>
                  <a:pt x="10511615" y="262665"/>
                  <a:pt x="10489424" y="320617"/>
                </a:cubicBezTo>
                <a:lnTo>
                  <a:pt x="10489424" y="236351"/>
                </a:lnTo>
                <a:lnTo>
                  <a:pt x="10397486" y="236351"/>
                </a:lnTo>
                <a:lnTo>
                  <a:pt x="10397486" y="783609"/>
                </a:lnTo>
                <a:lnTo>
                  <a:pt x="10489424" y="783609"/>
                </a:lnTo>
                <a:lnTo>
                  <a:pt x="10489424" y="423522"/>
                </a:lnTo>
                <a:cubicBezTo>
                  <a:pt x="10489424" y="346931"/>
                  <a:pt x="10528259" y="295557"/>
                  <a:pt x="10610211" y="295557"/>
                </a:cubicBezTo>
                <a:cubicBezTo>
                  <a:pt x="10691052" y="295557"/>
                  <a:pt x="10729888" y="346931"/>
                  <a:pt x="10729888" y="423522"/>
                </a:cubicBezTo>
                <a:lnTo>
                  <a:pt x="10729888" y="783609"/>
                </a:lnTo>
                <a:lnTo>
                  <a:pt x="10821825" y="783609"/>
                </a:lnTo>
                <a:lnTo>
                  <a:pt x="10821825" y="404883"/>
                </a:lnTo>
                <a:cubicBezTo>
                  <a:pt x="10821666" y="301978"/>
                  <a:pt x="10756200" y="225387"/>
                  <a:pt x="10644449" y="225387"/>
                </a:cubicBezTo>
                <a:moveTo>
                  <a:pt x="11036293" y="450775"/>
                </a:moveTo>
                <a:cubicBezTo>
                  <a:pt x="11048498" y="354449"/>
                  <a:pt x="11098271" y="299786"/>
                  <a:pt x="11185771" y="299786"/>
                </a:cubicBezTo>
                <a:cubicBezTo>
                  <a:pt x="11268831" y="299786"/>
                  <a:pt x="11317495" y="349123"/>
                  <a:pt x="11319713" y="450775"/>
                </a:cubicBezTo>
                <a:lnTo>
                  <a:pt x="11036293" y="450775"/>
                </a:lnTo>
                <a:moveTo>
                  <a:pt x="11185929" y="225387"/>
                </a:moveTo>
                <a:cubicBezTo>
                  <a:pt x="11039780" y="225387"/>
                  <a:pt x="10937856" y="327195"/>
                  <a:pt x="10937856" y="514366"/>
                </a:cubicBezTo>
                <a:cubicBezTo>
                  <a:pt x="10937856" y="693861"/>
                  <a:pt x="11032013" y="794573"/>
                  <a:pt x="11185929" y="794573"/>
                </a:cubicBezTo>
                <a:cubicBezTo>
                  <a:pt x="11312263" y="794573"/>
                  <a:pt x="11391996" y="723464"/>
                  <a:pt x="11411810" y="616174"/>
                </a:cubicBezTo>
                <a:lnTo>
                  <a:pt x="11327639" y="594246"/>
                </a:lnTo>
                <a:cubicBezTo>
                  <a:pt x="11313214" y="686186"/>
                  <a:pt x="11263441" y="717825"/>
                  <a:pt x="11194806" y="717825"/>
                </a:cubicBezTo>
                <a:cubicBezTo>
                  <a:pt x="11085114" y="717825"/>
                  <a:pt x="11036451" y="637945"/>
                  <a:pt x="11033123" y="515305"/>
                </a:cubicBezTo>
                <a:lnTo>
                  <a:pt x="11413077" y="515305"/>
                </a:lnTo>
                <a:lnTo>
                  <a:pt x="11413077" y="484606"/>
                </a:lnTo>
                <a:cubicBezTo>
                  <a:pt x="11412919" y="293207"/>
                  <a:pt x="11307667" y="225387"/>
                  <a:pt x="11185929" y="225387"/>
                </a:cubicBezTo>
                <a:moveTo>
                  <a:pt x="5470751" y="83169"/>
                </a:moveTo>
                <a:lnTo>
                  <a:pt x="5378814" y="105097"/>
                </a:lnTo>
                <a:lnTo>
                  <a:pt x="5378814" y="236351"/>
                </a:lnTo>
                <a:lnTo>
                  <a:pt x="5272452" y="236351"/>
                </a:lnTo>
                <a:lnTo>
                  <a:pt x="5272452" y="306364"/>
                </a:lnTo>
                <a:lnTo>
                  <a:pt x="5378814" y="306364"/>
                </a:lnTo>
                <a:lnTo>
                  <a:pt x="5378814" y="641234"/>
                </a:lnTo>
                <a:cubicBezTo>
                  <a:pt x="5378814" y="730982"/>
                  <a:pt x="5421929" y="794416"/>
                  <a:pt x="5530511" y="794416"/>
                </a:cubicBezTo>
                <a:cubicBezTo>
                  <a:pt x="5584722" y="794416"/>
                  <a:pt x="5631325" y="776874"/>
                  <a:pt x="5649078" y="760428"/>
                </a:cubicBezTo>
                <a:lnTo>
                  <a:pt x="5623558" y="694801"/>
                </a:lnTo>
                <a:cubicBezTo>
                  <a:pt x="5623558" y="694801"/>
                  <a:pt x="5590270" y="717825"/>
                  <a:pt x="5542716" y="717825"/>
                </a:cubicBezTo>
                <a:cubicBezTo>
                  <a:pt x="5492784" y="717825"/>
                  <a:pt x="5470751" y="688222"/>
                  <a:pt x="5470751" y="626981"/>
                </a:cubicBezTo>
                <a:lnTo>
                  <a:pt x="5470751" y="306364"/>
                </a:lnTo>
                <a:lnTo>
                  <a:pt x="5634654" y="306364"/>
                </a:lnTo>
                <a:lnTo>
                  <a:pt x="5634654" y="236351"/>
                </a:lnTo>
                <a:lnTo>
                  <a:pt x="5470751" y="236351"/>
                </a:lnTo>
                <a:lnTo>
                  <a:pt x="5470751" y="83169"/>
                </a:lnTo>
                <a:moveTo>
                  <a:pt x="2397823" y="17386"/>
                </a:moveTo>
                <a:lnTo>
                  <a:pt x="2301447" y="17386"/>
                </a:lnTo>
                <a:lnTo>
                  <a:pt x="2301447" y="783452"/>
                </a:lnTo>
                <a:lnTo>
                  <a:pt x="2397823" y="783452"/>
                </a:lnTo>
                <a:lnTo>
                  <a:pt x="2397823" y="17386"/>
                </a:lnTo>
                <a:close/>
                <a:moveTo>
                  <a:pt x="8064337" y="17386"/>
                </a:moveTo>
                <a:lnTo>
                  <a:pt x="7918188" y="17386"/>
                </a:lnTo>
                <a:lnTo>
                  <a:pt x="7688979" y="634656"/>
                </a:lnTo>
                <a:lnTo>
                  <a:pt x="7458501" y="17386"/>
                </a:lnTo>
                <a:lnTo>
                  <a:pt x="7305695" y="17386"/>
                </a:lnTo>
                <a:lnTo>
                  <a:pt x="7305695" y="783452"/>
                </a:lnTo>
                <a:lnTo>
                  <a:pt x="7402071" y="783452"/>
                </a:lnTo>
                <a:lnTo>
                  <a:pt x="7402071" y="123579"/>
                </a:lnTo>
                <a:lnTo>
                  <a:pt x="7649034" y="783452"/>
                </a:lnTo>
                <a:lnTo>
                  <a:pt x="7723217" y="783452"/>
                </a:lnTo>
                <a:lnTo>
                  <a:pt x="7967961" y="122483"/>
                </a:lnTo>
                <a:lnTo>
                  <a:pt x="7967961" y="783452"/>
                </a:lnTo>
                <a:lnTo>
                  <a:pt x="8064337" y="783452"/>
                </a:lnTo>
                <a:lnTo>
                  <a:pt x="8064337" y="17386"/>
                </a:lnTo>
                <a:moveTo>
                  <a:pt x="9007646" y="716729"/>
                </a:moveTo>
                <a:cubicBezTo>
                  <a:pt x="8916819" y="716729"/>
                  <a:pt x="8855949" y="652198"/>
                  <a:pt x="8855949" y="509823"/>
                </a:cubicBezTo>
                <a:cubicBezTo>
                  <a:pt x="8855949" y="366509"/>
                  <a:pt x="8916819" y="302918"/>
                  <a:pt x="9007646" y="302918"/>
                </a:cubicBezTo>
                <a:cubicBezTo>
                  <a:pt x="9098475" y="302918"/>
                  <a:pt x="9159343" y="366352"/>
                  <a:pt x="9159343" y="509823"/>
                </a:cubicBezTo>
                <a:cubicBezTo>
                  <a:pt x="9159502" y="652198"/>
                  <a:pt x="9098475" y="716729"/>
                  <a:pt x="9007646" y="716729"/>
                </a:cubicBezTo>
                <a:moveTo>
                  <a:pt x="9249219" y="17386"/>
                </a:moveTo>
                <a:lnTo>
                  <a:pt x="9157282" y="17386"/>
                </a:lnTo>
                <a:lnTo>
                  <a:pt x="9157282" y="341292"/>
                </a:lnTo>
                <a:cubicBezTo>
                  <a:pt x="9137309" y="281147"/>
                  <a:pt x="9088646" y="225231"/>
                  <a:pt x="8992271" y="225231"/>
                </a:cubicBezTo>
                <a:cubicBezTo>
                  <a:pt x="8868155" y="225231"/>
                  <a:pt x="8759732" y="321557"/>
                  <a:pt x="8759732" y="513113"/>
                </a:cubicBezTo>
                <a:cubicBezTo>
                  <a:pt x="8759732" y="706861"/>
                  <a:pt x="8868314" y="794416"/>
                  <a:pt x="8984504" y="794416"/>
                </a:cubicBezTo>
                <a:cubicBezTo>
                  <a:pt x="9072002" y="794416"/>
                  <a:pt x="9136200" y="744139"/>
                  <a:pt x="9157282" y="672873"/>
                </a:cubicBezTo>
                <a:lnTo>
                  <a:pt x="9157282" y="714536"/>
                </a:lnTo>
                <a:cubicBezTo>
                  <a:pt x="9157282" y="739753"/>
                  <a:pt x="9159502" y="767006"/>
                  <a:pt x="9162831" y="783452"/>
                </a:cubicBezTo>
                <a:lnTo>
                  <a:pt x="9255878" y="783452"/>
                </a:lnTo>
                <a:cubicBezTo>
                  <a:pt x="9251439" y="757139"/>
                  <a:pt x="9249219" y="718922"/>
                  <a:pt x="9249219" y="669584"/>
                </a:cubicBezTo>
                <a:lnTo>
                  <a:pt x="9249219" y="17386"/>
                </a:lnTo>
                <a:moveTo>
                  <a:pt x="5784131" y="1096"/>
                </a:moveTo>
                <a:cubicBezTo>
                  <a:pt x="5747515" y="1096"/>
                  <a:pt x="5718824" y="29603"/>
                  <a:pt x="5718824" y="65627"/>
                </a:cubicBezTo>
                <a:cubicBezTo>
                  <a:pt x="5718824" y="101808"/>
                  <a:pt x="5747673" y="129061"/>
                  <a:pt x="5784131" y="129061"/>
                </a:cubicBezTo>
                <a:cubicBezTo>
                  <a:pt x="5820747" y="129061"/>
                  <a:pt x="5848329" y="101651"/>
                  <a:pt x="5848329" y="65627"/>
                </a:cubicBezTo>
                <a:cubicBezTo>
                  <a:pt x="5848487" y="29446"/>
                  <a:pt x="5820747" y="1096"/>
                  <a:pt x="5784131" y="1096"/>
                </a:cubicBezTo>
                <a:moveTo>
                  <a:pt x="9428497" y="1096"/>
                </a:moveTo>
                <a:cubicBezTo>
                  <a:pt x="9391881" y="1096"/>
                  <a:pt x="9363190" y="29603"/>
                  <a:pt x="9363190" y="65627"/>
                </a:cubicBezTo>
                <a:cubicBezTo>
                  <a:pt x="9363190" y="101808"/>
                  <a:pt x="9392040" y="129061"/>
                  <a:pt x="9428497" y="129061"/>
                </a:cubicBezTo>
                <a:cubicBezTo>
                  <a:pt x="9465114" y="129061"/>
                  <a:pt x="9492696" y="101651"/>
                  <a:pt x="9492696" y="65627"/>
                </a:cubicBezTo>
                <a:cubicBezTo>
                  <a:pt x="9492696" y="29446"/>
                  <a:pt x="9465114" y="1096"/>
                  <a:pt x="9428497" y="1096"/>
                </a:cubicBezTo>
                <a:moveTo>
                  <a:pt x="10219159" y="1096"/>
                </a:moveTo>
                <a:cubicBezTo>
                  <a:pt x="10182543" y="1096"/>
                  <a:pt x="10153852" y="29603"/>
                  <a:pt x="10153852" y="65627"/>
                </a:cubicBezTo>
                <a:cubicBezTo>
                  <a:pt x="10153852" y="101808"/>
                  <a:pt x="10182701" y="129061"/>
                  <a:pt x="10219159" y="129061"/>
                </a:cubicBezTo>
                <a:cubicBezTo>
                  <a:pt x="10255775" y="129061"/>
                  <a:pt x="10283358" y="101651"/>
                  <a:pt x="10283358" y="65627"/>
                </a:cubicBezTo>
                <a:cubicBezTo>
                  <a:pt x="10283358" y="29446"/>
                  <a:pt x="10255618" y="1096"/>
                  <a:pt x="10219159" y="1096"/>
                </a:cubicBezTo>
                <a:moveTo>
                  <a:pt x="1651545" y="800994"/>
                </a:moveTo>
                <a:cubicBezTo>
                  <a:pt x="1836529" y="800994"/>
                  <a:pt x="1908494" y="691512"/>
                  <a:pt x="1908494" y="548197"/>
                </a:cubicBezTo>
                <a:lnTo>
                  <a:pt x="1908494" y="17542"/>
                </a:lnTo>
                <a:lnTo>
                  <a:pt x="1771222" y="17542"/>
                </a:lnTo>
                <a:lnTo>
                  <a:pt x="1771222" y="583282"/>
                </a:lnTo>
                <a:cubicBezTo>
                  <a:pt x="1771222" y="675222"/>
                  <a:pt x="1735715" y="729885"/>
                  <a:pt x="1651545" y="729885"/>
                </a:cubicBezTo>
                <a:cubicBezTo>
                  <a:pt x="1568484" y="729885"/>
                  <a:pt x="1531867" y="671933"/>
                  <a:pt x="1531867" y="572318"/>
                </a:cubicBezTo>
                <a:lnTo>
                  <a:pt x="1531867" y="467221"/>
                </a:lnTo>
                <a:lnTo>
                  <a:pt x="1394595" y="501209"/>
                </a:lnTo>
                <a:lnTo>
                  <a:pt x="1394595" y="548197"/>
                </a:lnTo>
                <a:cubicBezTo>
                  <a:pt x="1394595" y="691668"/>
                  <a:pt x="1466560" y="800994"/>
                  <a:pt x="1651545" y="800994"/>
                </a:cubicBezTo>
                <a:moveTo>
                  <a:pt x="920642" y="721114"/>
                </a:moveTo>
                <a:cubicBezTo>
                  <a:pt x="814280" y="721114"/>
                  <a:pt x="748973" y="635752"/>
                  <a:pt x="748973" y="544908"/>
                </a:cubicBezTo>
                <a:cubicBezTo>
                  <a:pt x="748973" y="488052"/>
                  <a:pt x="774493" y="435425"/>
                  <a:pt x="816499" y="405979"/>
                </a:cubicBezTo>
                <a:lnTo>
                  <a:pt x="1066791" y="676319"/>
                </a:lnTo>
                <a:cubicBezTo>
                  <a:pt x="1020188" y="703572"/>
                  <a:pt x="968196" y="721114"/>
                  <a:pt x="920642" y="721114"/>
                </a:cubicBezTo>
                <a:moveTo>
                  <a:pt x="1054585" y="329388"/>
                </a:moveTo>
                <a:cubicBezTo>
                  <a:pt x="1144304" y="329388"/>
                  <a:pt x="1199625" y="380762"/>
                  <a:pt x="1199625" y="469413"/>
                </a:cubicBezTo>
                <a:cubicBezTo>
                  <a:pt x="1199625" y="508884"/>
                  <a:pt x="1188529" y="549294"/>
                  <a:pt x="1164118" y="586571"/>
                </a:cubicBezTo>
                <a:lnTo>
                  <a:pt x="947114" y="350220"/>
                </a:lnTo>
                <a:cubicBezTo>
                  <a:pt x="985949" y="334870"/>
                  <a:pt x="1023517" y="329388"/>
                  <a:pt x="1054585" y="329388"/>
                </a:cubicBezTo>
                <a:moveTo>
                  <a:pt x="920642" y="57952"/>
                </a:moveTo>
                <a:cubicBezTo>
                  <a:pt x="985949" y="57952"/>
                  <a:pt x="1024785" y="95230"/>
                  <a:pt x="1024785" y="163050"/>
                </a:cubicBezTo>
                <a:cubicBezTo>
                  <a:pt x="1024785" y="225387"/>
                  <a:pt x="993717" y="284593"/>
                  <a:pt x="917313" y="318424"/>
                </a:cubicBezTo>
                <a:lnTo>
                  <a:pt x="869760" y="265954"/>
                </a:lnTo>
                <a:cubicBezTo>
                  <a:pt x="827595" y="220062"/>
                  <a:pt x="815548" y="191556"/>
                  <a:pt x="815548" y="157568"/>
                </a:cubicBezTo>
                <a:cubicBezTo>
                  <a:pt x="815390" y="94133"/>
                  <a:pt x="856286" y="57952"/>
                  <a:pt x="920642" y="57952"/>
                </a:cubicBezTo>
                <a:moveTo>
                  <a:pt x="1198515" y="623692"/>
                </a:moveTo>
                <a:cubicBezTo>
                  <a:pt x="1258274" y="553679"/>
                  <a:pt x="1292672" y="477088"/>
                  <a:pt x="1292672" y="410208"/>
                </a:cubicBezTo>
                <a:cubicBezTo>
                  <a:pt x="1292672" y="327039"/>
                  <a:pt x="1236241" y="271279"/>
                  <a:pt x="1147632" y="271279"/>
                </a:cubicBezTo>
                <a:cubicBezTo>
                  <a:pt x="1101188" y="271279"/>
                  <a:pt x="1049038" y="284436"/>
                  <a:pt x="1014799" y="297593"/>
                </a:cubicBezTo>
                <a:lnTo>
                  <a:pt x="1012580" y="293207"/>
                </a:lnTo>
                <a:cubicBezTo>
                  <a:pt x="1096750" y="248412"/>
                  <a:pt x="1132257" y="206749"/>
                  <a:pt x="1132257" y="148796"/>
                </a:cubicBezTo>
                <a:cubicBezTo>
                  <a:pt x="1132257" y="65627"/>
                  <a:pt x="1056963" y="0"/>
                  <a:pt x="923971" y="0"/>
                </a:cubicBezTo>
                <a:cubicBezTo>
                  <a:pt x="771165" y="0"/>
                  <a:pt x="695871" y="84266"/>
                  <a:pt x="695871" y="189363"/>
                </a:cubicBezTo>
                <a:cubicBezTo>
                  <a:pt x="695871" y="246219"/>
                  <a:pt x="720282" y="303231"/>
                  <a:pt x="784480" y="372148"/>
                </a:cubicBezTo>
                <a:lnTo>
                  <a:pt x="785589" y="374340"/>
                </a:lnTo>
                <a:cubicBezTo>
                  <a:pt x="677008" y="425714"/>
                  <a:pt x="627235" y="508884"/>
                  <a:pt x="627235" y="594246"/>
                </a:cubicBezTo>
                <a:cubicBezTo>
                  <a:pt x="627235" y="707018"/>
                  <a:pt x="714734" y="801151"/>
                  <a:pt x="849787" y="801151"/>
                </a:cubicBezTo>
                <a:cubicBezTo>
                  <a:pt x="927300" y="801151"/>
                  <a:pt x="1018128" y="769356"/>
                  <a:pt x="1100079" y="712500"/>
                </a:cubicBezTo>
                <a:lnTo>
                  <a:pt x="1166496" y="783609"/>
                </a:lnTo>
                <a:lnTo>
                  <a:pt x="1340384" y="783609"/>
                </a:lnTo>
                <a:lnTo>
                  <a:pt x="1340384" y="778127"/>
                </a:lnTo>
                <a:lnTo>
                  <a:pt x="1198515" y="623692"/>
                </a:lnTo>
                <a:close/>
                <a:moveTo>
                  <a:pt x="256949" y="800994"/>
                </a:moveTo>
                <a:cubicBezTo>
                  <a:pt x="441934" y="800994"/>
                  <a:pt x="513898" y="691512"/>
                  <a:pt x="513898" y="548197"/>
                </a:cubicBezTo>
                <a:lnTo>
                  <a:pt x="513898" y="17542"/>
                </a:lnTo>
                <a:lnTo>
                  <a:pt x="376626" y="17542"/>
                </a:lnTo>
                <a:lnTo>
                  <a:pt x="376626" y="583282"/>
                </a:lnTo>
                <a:cubicBezTo>
                  <a:pt x="376626" y="675222"/>
                  <a:pt x="341120" y="729885"/>
                  <a:pt x="256949" y="729885"/>
                </a:cubicBezTo>
                <a:cubicBezTo>
                  <a:pt x="173889" y="729885"/>
                  <a:pt x="137272" y="671933"/>
                  <a:pt x="137272" y="572318"/>
                </a:cubicBezTo>
                <a:lnTo>
                  <a:pt x="137272" y="467221"/>
                </a:lnTo>
                <a:lnTo>
                  <a:pt x="0" y="501209"/>
                </a:lnTo>
                <a:lnTo>
                  <a:pt x="0" y="548197"/>
                </a:lnTo>
                <a:cubicBezTo>
                  <a:pt x="0" y="691668"/>
                  <a:pt x="71965" y="800994"/>
                  <a:pt x="256949" y="800994"/>
                </a:cubicBezTo>
              </a:path>
            </a:pathLst>
          </a:custGeom>
          <a:solidFill>
            <a:schemeClr val="tx2"/>
          </a:solidFill>
          <a:ln w="158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8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2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  <p:sldLayoutId id="2147484173" r:id="rId12"/>
    <p:sldLayoutId id="2147484174" r:id="rId13"/>
    <p:sldLayoutId id="2147484175" r:id="rId14"/>
    <p:sldLayoutId id="2147484176" r:id="rId15"/>
    <p:sldLayoutId id="2147484177" r:id="rId16"/>
    <p:sldLayoutId id="2147484178" r:id="rId17"/>
    <p:sldLayoutId id="2147484179" r:id="rId18"/>
    <p:sldLayoutId id="2147484180" r:id="rId19"/>
    <p:sldLayoutId id="2147484181" r:id="rId20"/>
    <p:sldLayoutId id="2147484182" r:id="rId21"/>
    <p:sldLayoutId id="2147484183" r:id="rId22"/>
    <p:sldLayoutId id="2147484184" r:id="rId23"/>
    <p:sldLayoutId id="2147484185" r:id="rId24"/>
    <p:sldLayoutId id="2147484186" r:id="rId25"/>
    <p:sldLayoutId id="2147484187" r:id="rId26"/>
    <p:sldLayoutId id="2147484188" r:id="rId27"/>
    <p:sldLayoutId id="2147484189" r:id="rId28"/>
    <p:sldLayoutId id="2147484190" r:id="rId29"/>
    <p:sldLayoutId id="2147484191" r:id="rId30"/>
    <p:sldLayoutId id="2147484192" r:id="rId31"/>
    <p:sldLayoutId id="2147484193" r:id="rId32"/>
    <p:sldLayoutId id="2147484194" r:id="rId33"/>
    <p:sldLayoutId id="2147484195" r:id="rId34"/>
    <p:sldLayoutId id="2147484196" r:id="rId35"/>
    <p:sldLayoutId id="2147484197" r:id="rId36"/>
    <p:sldLayoutId id="2147484198" r:id="rId37"/>
    <p:sldLayoutId id="2147484199" r:id="rId38"/>
    <p:sldLayoutId id="2147484200" r:id="rId39"/>
    <p:sldLayoutId id="2147484201" r:id="rId40"/>
    <p:sldLayoutId id="2147484202" r:id="rId41"/>
    <p:sldLayoutId id="2147484203" r:id="rId42"/>
    <p:sldLayoutId id="2147484204" r:id="rId43"/>
    <p:sldLayoutId id="2147484205" r:id="rId44"/>
    <p:sldLayoutId id="2147484206" r:id="rId45"/>
    <p:sldLayoutId id="2147484207" r:id="rId46"/>
    <p:sldLayoutId id="2147484208" r:id="rId4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ts val="600"/>
        </a:spcBef>
        <a:spcAft>
          <a:spcPts val="600"/>
        </a:spcAft>
        <a:buNone/>
        <a:defRPr sz="3500" b="0" i="0" kern="12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tabLst/>
        <a:defRPr sz="7400" b="0" i="0" kern="1200">
          <a:solidFill>
            <a:schemeClr val="tx2"/>
          </a:solidFill>
          <a:latin typeface="+mj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GB" sz="18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>
          <p15:clr>
            <a:srgbClr val="F26B43"/>
          </p15:clr>
        </p15:guide>
        <p15:guide id="2" pos="181">
          <p15:clr>
            <a:srgbClr val="F26B43"/>
          </p15:clr>
        </p15:guide>
        <p15:guide id="3" pos="708">
          <p15:clr>
            <a:srgbClr val="F26B43"/>
          </p15:clr>
        </p15:guide>
        <p15:guide id="4" pos="798">
          <p15:clr>
            <a:srgbClr val="F26B43"/>
          </p15:clr>
        </p15:guide>
        <p15:guide id="5" pos="1325">
          <p15:clr>
            <a:srgbClr val="F26B43"/>
          </p15:clr>
        </p15:guide>
        <p15:guide id="6" pos="1415">
          <p15:clr>
            <a:srgbClr val="F26B43"/>
          </p15:clr>
        </p15:guide>
        <p15:guide id="7" pos="1942">
          <p15:clr>
            <a:srgbClr val="F26B43"/>
          </p15:clr>
        </p15:guide>
        <p15:guide id="8" pos="2032">
          <p15:clr>
            <a:srgbClr val="F26B43"/>
          </p15:clr>
        </p15:guide>
        <p15:guide id="9" pos="2559">
          <p15:clr>
            <a:srgbClr val="F26B43"/>
          </p15:clr>
        </p15:guide>
        <p15:guide id="10" pos="2650">
          <p15:clr>
            <a:srgbClr val="F26B43"/>
          </p15:clr>
        </p15:guide>
        <p15:guide id="11" pos="3176">
          <p15:clr>
            <a:srgbClr val="F26B43"/>
          </p15:clr>
        </p15:guide>
        <p15:guide id="12" pos="3267">
          <p15:clr>
            <a:srgbClr val="F26B43"/>
          </p15:clr>
        </p15:guide>
        <p15:guide id="13" pos="3793">
          <p15:clr>
            <a:srgbClr val="F26B43"/>
          </p15:clr>
        </p15:guide>
        <p15:guide id="14" pos="3884">
          <p15:clr>
            <a:srgbClr val="F26B43"/>
          </p15:clr>
        </p15:guide>
        <p15:guide id="15" pos="4411">
          <p15:clr>
            <a:srgbClr val="F26B43"/>
          </p15:clr>
        </p15:guide>
        <p15:guide id="16" pos="4501">
          <p15:clr>
            <a:srgbClr val="F26B43"/>
          </p15:clr>
        </p15:guide>
        <p15:guide id="17" pos="5028">
          <p15:clr>
            <a:srgbClr val="F26B43"/>
          </p15:clr>
        </p15:guide>
        <p15:guide id="18" pos="5118">
          <p15:clr>
            <a:srgbClr val="F26B43"/>
          </p15:clr>
        </p15:guide>
        <p15:guide id="19" pos="5645">
          <p15:clr>
            <a:srgbClr val="F26B43"/>
          </p15:clr>
        </p15:guide>
        <p15:guide id="20" pos="5735">
          <p15:clr>
            <a:srgbClr val="F26B43"/>
          </p15:clr>
        </p15:guide>
        <p15:guide id="21" pos="6262">
          <p15:clr>
            <a:srgbClr val="F26B43"/>
          </p15:clr>
        </p15:guide>
        <p15:guide id="22" pos="6352">
          <p15:clr>
            <a:srgbClr val="F26B43"/>
          </p15:clr>
        </p15:guide>
        <p15:guide id="23" pos="6879">
          <p15:clr>
            <a:srgbClr val="F26B43"/>
          </p15:clr>
        </p15:guide>
        <p15:guide id="24" pos="6970">
          <p15:clr>
            <a:srgbClr val="F26B43"/>
          </p15:clr>
        </p15:guide>
        <p15:guide id="25" pos="7496">
          <p15:clr>
            <a:srgbClr val="F26B43"/>
          </p15:clr>
        </p15:guide>
        <p15:guide id="28" orient="horz" pos="1382">
          <p15:clr>
            <a:srgbClr val="F26B43"/>
          </p15:clr>
        </p15:guide>
        <p15:guide id="29" orient="horz" pos="1473">
          <p15:clr>
            <a:srgbClr val="F26B43"/>
          </p15:clr>
        </p15:guide>
        <p15:guide id="30" orient="horz" pos="2024">
          <p15:clr>
            <a:srgbClr val="F26B43"/>
          </p15:clr>
        </p15:guide>
        <p15:guide id="31" orient="horz" pos="2115">
          <p15:clr>
            <a:srgbClr val="F26B43"/>
          </p15:clr>
        </p15:guide>
        <p15:guide id="32" orient="horz" pos="2666">
          <p15:clr>
            <a:srgbClr val="F26B43"/>
          </p15:clr>
        </p15:guide>
        <p15:guide id="33" orient="horz" pos="2757">
          <p15:clr>
            <a:srgbClr val="F26B43"/>
          </p15:clr>
        </p15:guide>
        <p15:guide id="34" orient="horz" pos="3308">
          <p15:clr>
            <a:srgbClr val="F26B43"/>
          </p15:clr>
        </p15:guide>
        <p15:guide id="35" orient="horz" pos="3398">
          <p15:clr>
            <a:srgbClr val="F26B43"/>
          </p15:clr>
        </p15:guide>
        <p15:guide id="36" orient="horz" pos="3954">
          <p15:clr>
            <a:srgbClr val="F26B43"/>
          </p15:clr>
        </p15:guide>
        <p15:guide id="37" orient="horz" pos="4044">
          <p15:clr>
            <a:srgbClr val="F26B43"/>
          </p15:clr>
        </p15:guide>
        <p15:guide id="38" orient="horz" pos="4131">
          <p15:clr>
            <a:srgbClr val="F26B43"/>
          </p15:clr>
        </p15:guide>
        <p15:guide id="39" orient="horz" pos="738">
          <p15:clr>
            <a:srgbClr val="F26B43"/>
          </p15:clr>
        </p15:guide>
        <p15:guide id="40" orient="horz" pos="828">
          <p15:clr>
            <a:srgbClr val="F26B43"/>
          </p15:clr>
        </p15:guide>
        <p15:guide id="41" orient="horz" pos="1060">
          <p15:clr>
            <a:srgbClr val="F26B43"/>
          </p15:clr>
        </p15:guide>
        <p15:guide id="42" orient="horz" pos="1148">
          <p15:clr>
            <a:srgbClr val="F26B43"/>
          </p15:clr>
        </p15:guide>
        <p15:guide id="43" orient="horz" pos="1702">
          <p15:clr>
            <a:srgbClr val="F26B43"/>
          </p15:clr>
        </p15:guide>
        <p15:guide id="44" orient="horz" pos="1794">
          <p15:clr>
            <a:srgbClr val="F26B43"/>
          </p15:clr>
        </p15:guide>
        <p15:guide id="45" orient="horz" pos="2346">
          <p15:clr>
            <a:srgbClr val="F26B43"/>
          </p15:clr>
        </p15:guide>
        <p15:guide id="46" orient="horz" pos="2436">
          <p15:clr>
            <a:srgbClr val="F26B43"/>
          </p15:clr>
        </p15:guide>
        <p15:guide id="47" orient="horz" pos="2990">
          <p15:clr>
            <a:srgbClr val="F26B43"/>
          </p15:clr>
        </p15:guide>
        <p15:guide id="48" orient="horz" pos="3080">
          <p15:clr>
            <a:srgbClr val="F26B43"/>
          </p15:clr>
        </p15:guide>
        <p15:guide id="49" orient="horz" pos="3632">
          <p15:clr>
            <a:srgbClr val="F26B43"/>
          </p15:clr>
        </p15:guide>
        <p15:guide id="50" orient="horz" pos="3722">
          <p15:clr>
            <a:srgbClr val="F26B43"/>
          </p15:clr>
        </p15:guide>
        <p15:guide id="51" orient="horz" pos="3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6CA17-84BA-99C8-EDB8-A7D953AB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805" y="262670"/>
            <a:ext cx="9656119" cy="3877985"/>
          </a:xfrm>
        </p:spPr>
        <p:txBody>
          <a:bodyPr/>
          <a:lstStyle/>
          <a:p>
            <a:r>
              <a:rPr lang="en-US" dirty="0"/>
              <a:t>Agentic Consulting Workflow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692139F-A65C-5EC2-1E23-80DF7F021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F2B186-7C74-6AE1-75EE-DFE47ECD11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97EDD-739E-8624-C23A-6114F26436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37438" y="6415088"/>
            <a:ext cx="4754562" cy="15398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E0D2B4-314A-0A1B-F8B3-CE010B0D69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415088"/>
            <a:ext cx="838200" cy="15398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194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" y="91440"/>
            <a:ext cx="1182319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800" b="1" dirty="0">
                <a:solidFill>
                  <a:srgbClr val="FF0000"/>
                </a:solidFill>
                <a:latin typeface="Johnson Display"/>
              </a:rPr>
              <a:t>Agentic Workflow</a:t>
            </a:r>
            <a:r>
              <a:rPr sz="1800" b="1" dirty="0">
                <a:solidFill>
                  <a:srgbClr val="FF0000"/>
                </a:solidFill>
                <a:latin typeface="Johnson Display"/>
              </a:rPr>
              <a:t>: From Context to </a:t>
            </a:r>
            <a:r>
              <a:rPr lang="en-US" sz="1800" b="1" dirty="0">
                <a:solidFill>
                  <a:srgbClr val="FF0000"/>
                </a:solidFill>
                <a:latin typeface="Johnson Display"/>
              </a:rPr>
              <a:t>Hypotheses to Slides</a:t>
            </a:r>
            <a:endParaRPr sz="1800" b="1" dirty="0">
              <a:solidFill>
                <a:srgbClr val="FF0000"/>
              </a:solidFill>
              <a:latin typeface="Johnson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863840" y="91440"/>
            <a:ext cx="432511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>
                <a:solidFill>
                  <a:srgbClr val="505050"/>
                </a:solidFill>
                <a:latin typeface="Johnson Display"/>
              </a:rPr>
              <a:t>Rybrevant SFEA  |  Analytics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640080"/>
            <a:ext cx="11914632" cy="1600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" y="749808"/>
            <a:ext cx="594360" cy="1380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STAGE 1</a:t>
            </a:r>
          </a:p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BUILD</a:t>
            </a:r>
          </a:p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768096"/>
            <a:ext cx="1755648" cy="512064"/>
          </a:xfrm>
          <a:prstGeom prst="rect">
            <a:avLst/>
          </a:prstGeom>
          <a:solidFill>
            <a:srgbClr val="FFF0B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PET, Project,</a:t>
            </a:r>
          </a:p>
          <a:p>
            <a:pPr algn="ctr"/>
            <a:r>
              <a:rPr sz="700" b="0" dirty="0" err="1">
                <a:solidFill>
                  <a:srgbClr val="303030"/>
                </a:solidFill>
                <a:latin typeface="Johnson Text"/>
              </a:rPr>
              <a:t>KBQ.odt</a:t>
            </a:r>
            <a:endParaRPr sz="700" b="0" dirty="0">
              <a:solidFill>
                <a:srgbClr val="303030"/>
              </a:solidFill>
              <a:latin typeface="Johnson Tex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0" y="768096"/>
            <a:ext cx="1755648" cy="512064"/>
          </a:xfrm>
          <a:prstGeom prst="rect">
            <a:avLst/>
          </a:prstGeom>
          <a:solidFill>
            <a:srgbClr val="FFF0B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700" b="0" dirty="0">
                <a:solidFill>
                  <a:srgbClr val="303030"/>
                </a:solidFill>
                <a:latin typeface="Johnson Text"/>
              </a:rPr>
              <a:t>Market context</a:t>
            </a:r>
            <a:endParaRPr sz="700" b="0" dirty="0">
              <a:solidFill>
                <a:srgbClr val="303030"/>
              </a:solidFill>
              <a:latin typeface="Johnson Tex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" y="1389888"/>
            <a:ext cx="1755648" cy="512064"/>
          </a:xfrm>
          <a:prstGeom prst="rect">
            <a:avLst/>
          </a:prstGeom>
          <a:solidFill>
            <a:srgbClr val="FFF0B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>
                <a:solidFill>
                  <a:srgbClr val="303030"/>
                </a:solidFill>
                <a:latin typeface="Johnson Text"/>
              </a:rPr>
              <a:t>Client Call</a:t>
            </a:r>
          </a:p>
          <a:p>
            <a:pPr algn="ctr"/>
            <a:r>
              <a:rPr sz="700" b="0">
                <a:solidFill>
                  <a:srgbClr val="303030"/>
                </a:solidFill>
                <a:latin typeface="Johnson Text"/>
              </a:rPr>
              <a:t>Notes.docx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89888"/>
            <a:ext cx="1755648" cy="512064"/>
          </a:xfrm>
          <a:prstGeom prst="rect">
            <a:avLst/>
          </a:prstGeom>
          <a:solidFill>
            <a:srgbClr val="FFF0B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Prior Wave ES</a:t>
            </a:r>
          </a:p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(user paste</a:t>
            </a:r>
          </a:p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at runtime)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53712" y="1440180"/>
            <a:ext cx="1828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 rot="5400000">
            <a:off x="4751222" y="1376172"/>
            <a:ext cx="102412" cy="128016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809244"/>
            <a:ext cx="2377440" cy="12618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ohnson Text"/>
              </a:rPr>
              <a:t>/build-project-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Johnson Text"/>
              </a:rPr>
              <a:t>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78624" y="1440180"/>
            <a:ext cx="18288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 rot="5400000">
            <a:off x="7311542" y="1376172"/>
            <a:ext cx="102412" cy="128016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809244"/>
            <a:ext cx="4617720" cy="1261872"/>
          </a:xfrm>
          <a:prstGeom prst="rect">
            <a:avLst/>
          </a:prstGeom>
          <a:solidFill>
            <a:srgbClr val="B3E6D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50" b="0">
                <a:solidFill>
                  <a:srgbClr val="303030"/>
                </a:solidFill>
                <a:latin typeface="Johnson Text"/>
              </a:rPr>
              <a:t>Project_Context.md</a:t>
            </a:r>
          </a:p>
          <a:p>
            <a:pPr algn="ctr"/>
            <a:r>
              <a:rPr sz="750" b="0">
                <a:solidFill>
                  <a:srgbClr val="303030"/>
                </a:solidFill>
                <a:latin typeface="Johnson Text"/>
              </a:rPr>
              <a:t>Study design · Field intelligence</a:t>
            </a:r>
          </a:p>
          <a:p>
            <a:pPr algn="ctr"/>
            <a:r>
              <a:rPr sz="750" b="0">
                <a:solidFill>
                  <a:srgbClr val="303030"/>
                </a:solidFill>
                <a:latin typeface="Johnson Text"/>
              </a:rPr>
              <a:t>Open action items · Wave changes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E0547DB-BD2D-636F-D8F8-3192D993DD94}"/>
              </a:ext>
            </a:extLst>
          </p:cNvPr>
          <p:cNvGrpSpPr/>
          <p:nvPr/>
        </p:nvGrpSpPr>
        <p:grpSpPr>
          <a:xfrm>
            <a:off x="137160" y="2359152"/>
            <a:ext cx="11914632" cy="1600200"/>
            <a:chOff x="137160" y="2359152"/>
            <a:chExt cx="11914632" cy="1600200"/>
          </a:xfrm>
        </p:grpSpPr>
        <p:sp>
          <p:nvSpPr>
            <p:cNvPr id="5" name="Rectangle 4"/>
            <p:cNvSpPr/>
            <p:nvPr/>
          </p:nvSpPr>
          <p:spPr>
            <a:xfrm>
              <a:off x="137160" y="2359152"/>
              <a:ext cx="11914632" cy="1600200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64592" y="2468880"/>
              <a:ext cx="594360" cy="1380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550" b="1">
                  <a:solidFill>
                    <a:srgbClr val="FF0000"/>
                  </a:solidFill>
                  <a:latin typeface="Johnson Text"/>
                </a:rPr>
                <a:t>STAGE 2</a:t>
              </a:r>
            </a:p>
            <a:p>
              <a:pPr algn="ctr"/>
              <a:r>
                <a:rPr sz="550" b="1">
                  <a:solidFill>
                    <a:srgbClr val="FF0000"/>
                  </a:solidFill>
                  <a:latin typeface="Johnson Text"/>
                </a:rPr>
                <a:t>GENERATE</a:t>
              </a:r>
            </a:p>
            <a:p>
              <a:pPr algn="ctr"/>
              <a:r>
                <a:rPr sz="550" b="1">
                  <a:solidFill>
                    <a:srgbClr val="FF0000"/>
                  </a:solidFill>
                  <a:latin typeface="Johnson Text"/>
                </a:rPr>
                <a:t>HYPOTHESES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2960" y="2487168"/>
              <a:ext cx="1755648" cy="512064"/>
            </a:xfrm>
            <a:prstGeom prst="rect">
              <a:avLst/>
            </a:prstGeom>
            <a:solidFill>
              <a:srgbClr val="B3D4F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Market</a:t>
              </a:r>
            </a:p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Context.md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743200" y="2487168"/>
              <a:ext cx="1755648" cy="512064"/>
            </a:xfrm>
            <a:prstGeom prst="rect">
              <a:avLst/>
            </a:prstGeom>
            <a:solidFill>
              <a:srgbClr val="B3E6D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>
                  <a:solidFill>
                    <a:srgbClr val="303030"/>
                  </a:solidFill>
                  <a:latin typeface="Johnson Text"/>
                </a:rPr>
                <a:t>Project_</a:t>
              </a:r>
            </a:p>
            <a:p>
              <a:pPr algn="ctr"/>
              <a:r>
                <a:rPr sz="700" b="0">
                  <a:solidFill>
                    <a:srgbClr val="303030"/>
                  </a:solidFill>
                  <a:latin typeface="Johnson Text"/>
                </a:rPr>
                <a:t>Context.md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22960" y="3108960"/>
              <a:ext cx="1755648" cy="512064"/>
            </a:xfrm>
            <a:prstGeom prst="rect">
              <a:avLst/>
            </a:prstGeom>
            <a:solidFill>
              <a:srgbClr val="B3D4F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>
                  <a:solidFill>
                    <a:srgbClr val="303030"/>
                  </a:solidFill>
                  <a:latin typeface="Johnson Text"/>
                </a:rPr>
                <a:t>KBQs.md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43200" y="3108960"/>
              <a:ext cx="1755648" cy="512064"/>
            </a:xfrm>
            <a:prstGeom prst="rect">
              <a:avLst/>
            </a:prstGeom>
            <a:solidFill>
              <a:srgbClr val="B3E6D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Survey_</a:t>
              </a:r>
            </a:p>
            <a:p>
              <a:pPr algn="ctr"/>
              <a:r>
                <a:rPr lang="en-US" sz="700" b="0" dirty="0">
                  <a:solidFill>
                    <a:srgbClr val="303030"/>
                  </a:solidFill>
                  <a:latin typeface="Johnson Text"/>
                </a:rPr>
                <a:t>questions</a:t>
              </a:r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.md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4553712" y="3159252"/>
              <a:ext cx="182880" cy="0"/>
            </a:xfrm>
            <a:prstGeom prst="line">
              <a:avLst/>
            </a:prstGeom>
            <a:ln w="19050">
              <a:solidFill>
                <a:srgbClr val="8080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 rot="5400000">
              <a:off x="4751222" y="3095244"/>
              <a:ext cx="102412" cy="128016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846320" y="2528316"/>
              <a:ext cx="2377440" cy="12618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Johnson Text"/>
                </a:rPr>
                <a:t>/hypotheses-v2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7278624" y="3159252"/>
              <a:ext cx="18288" cy="0"/>
            </a:xfrm>
            <a:prstGeom prst="line">
              <a:avLst/>
            </a:prstGeom>
            <a:ln w="19050">
              <a:solidFill>
                <a:srgbClr val="8080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 rot="5400000">
              <a:off x="7311542" y="3095244"/>
              <a:ext cx="102412" cy="128016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406640" y="2528316"/>
              <a:ext cx="4617720" cy="1261872"/>
            </a:xfrm>
            <a:prstGeom prst="rect">
              <a:avLst/>
            </a:prstGeom>
            <a:solidFill>
              <a:srgbClr val="D4C5ED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50" b="0" dirty="0">
                  <a:solidFill>
                    <a:srgbClr val="303030"/>
                  </a:solidFill>
                  <a:latin typeface="Johnson Text"/>
                </a:rPr>
                <a:t>Hypothesis_Bank_Q1_2026.md</a:t>
              </a:r>
            </a:p>
            <a:p>
              <a:pPr algn="ctr"/>
              <a:r>
                <a:rPr sz="750" b="0" dirty="0">
                  <a:solidFill>
                    <a:srgbClr val="303030"/>
                  </a:solidFill>
                  <a:latin typeface="Johnson Text"/>
                </a:rPr>
                <a:t>H1–H</a:t>
              </a:r>
              <a:r>
                <a:rPr lang="en-US" sz="750" b="0" dirty="0">
                  <a:solidFill>
                    <a:srgbClr val="303030"/>
                  </a:solidFill>
                  <a:latin typeface="Johnson Text"/>
                </a:rPr>
                <a:t>33</a:t>
              </a:r>
              <a:r>
                <a:rPr sz="750" b="0" dirty="0">
                  <a:solidFill>
                    <a:srgbClr val="303030"/>
                  </a:solidFill>
                  <a:latin typeface="Johnson Text"/>
                </a:rPr>
                <a:t> · Rationale · Question codes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743200" y="2487168"/>
              <a:ext cx="1755648" cy="118872"/>
            </a:xfrm>
            <a:prstGeom prst="rect">
              <a:avLst/>
            </a:prstGeom>
            <a:solidFill>
              <a:srgbClr val="B3E6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550" b="0">
                  <a:solidFill>
                    <a:srgbClr val="505050"/>
                  </a:solidFill>
                  <a:latin typeface="Johnson Text"/>
                </a:rPr>
                <a:t>▲ from Stage 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182880" y="5833872"/>
            <a:ext cx="146304" cy="146304"/>
          </a:xfrm>
          <a:prstGeom prst="rect">
            <a:avLst/>
          </a:prstGeom>
          <a:solidFill>
            <a:srgbClr val="FFF0B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Raw source 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92224" y="5833872"/>
            <a:ext cx="146304" cy="146304"/>
          </a:xfrm>
          <a:prstGeom prst="rect">
            <a:avLst/>
          </a:prstGeom>
          <a:solidFill>
            <a:srgbClr val="FFD9B3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975104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User input (runtime)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833872"/>
            <a:ext cx="146304" cy="146304"/>
          </a:xfrm>
          <a:prstGeom prst="rect">
            <a:avLst/>
          </a:prstGeom>
          <a:solidFill>
            <a:srgbClr val="B3D4F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584448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Stable / rarely updated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10912" y="5833872"/>
            <a:ext cx="146304" cy="146304"/>
          </a:xfrm>
          <a:prstGeom prst="rect">
            <a:avLst/>
          </a:prstGeom>
          <a:solidFill>
            <a:srgbClr val="B3E6D1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93792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Built each wave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0255" y="5833872"/>
            <a:ext cx="146304" cy="146304"/>
          </a:xfrm>
          <a:prstGeom prst="rect">
            <a:avLst/>
          </a:prstGeom>
          <a:solidFill>
            <a:srgbClr val="D4C5ED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803136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Generated each wave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833872"/>
            <a:ext cx="146304" cy="146304"/>
          </a:xfrm>
          <a:prstGeom prst="rect">
            <a:avLst/>
          </a:prstGeom>
          <a:solidFill>
            <a:srgbClr val="FF0000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412480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Skill / command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38944" y="5833872"/>
            <a:ext cx="146304" cy="146304"/>
          </a:xfrm>
          <a:prstGeom prst="rect">
            <a:avLst/>
          </a:prstGeom>
          <a:solidFill>
            <a:srgbClr val="C8E6C9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021824" y="5788152"/>
            <a:ext cx="1408176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rtlCol="0" anchor="ctr"/>
          <a:lstStyle/>
          <a:p>
            <a:pPr algn="l"/>
            <a:r>
              <a:rPr sz="600">
                <a:solidFill>
                  <a:srgbClr val="303030"/>
                </a:solidFill>
                <a:latin typeface="Johnson Text"/>
              </a:rPr>
              <a:t>Final deliverable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8684" y="4128516"/>
            <a:ext cx="11914632" cy="16002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66116" y="4238244"/>
            <a:ext cx="594360" cy="1380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STAGE 3</a:t>
            </a:r>
          </a:p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BUILD</a:t>
            </a:r>
          </a:p>
          <a:p>
            <a:pPr algn="ctr"/>
            <a:r>
              <a:rPr sz="550" b="1">
                <a:solidFill>
                  <a:srgbClr val="FF0000"/>
                </a:solidFill>
                <a:latin typeface="Johnson Text"/>
              </a:rPr>
              <a:t>SLIDE PLAN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4484" y="4256532"/>
            <a:ext cx="3675887" cy="411480"/>
          </a:xfrm>
          <a:prstGeom prst="rect">
            <a:avLst/>
          </a:prstGeom>
          <a:solidFill>
            <a:srgbClr val="D4C5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>
                <a:solidFill>
                  <a:srgbClr val="303030"/>
                </a:solidFill>
                <a:latin typeface="Johnson Text"/>
              </a:rPr>
              <a:t>Hypothesis_Bank_Q1_2026.md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4484" y="4777740"/>
            <a:ext cx="3675887" cy="411480"/>
          </a:xfrm>
          <a:prstGeom prst="rect">
            <a:avLst/>
          </a:prstGeom>
          <a:solidFill>
            <a:srgbClr val="B3D4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>
                <a:solidFill>
                  <a:srgbClr val="303030"/>
                </a:solidFill>
                <a:latin typeface="Johnson Text"/>
              </a:rPr>
              <a:t>KBQs.md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4484" y="5298948"/>
            <a:ext cx="3675887" cy="411480"/>
          </a:xfrm>
          <a:prstGeom prst="rect">
            <a:avLst/>
          </a:prstGeom>
          <a:solidFill>
            <a:srgbClr val="B3E6D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Survey_</a:t>
            </a:r>
            <a:r>
              <a:rPr lang="en-US" sz="700" b="0" dirty="0">
                <a:solidFill>
                  <a:srgbClr val="303030"/>
                </a:solidFill>
                <a:latin typeface="Johnson Text"/>
              </a:rPr>
              <a:t>questions</a:t>
            </a:r>
            <a:r>
              <a:rPr sz="700" b="0" dirty="0">
                <a:solidFill>
                  <a:srgbClr val="303030"/>
                </a:solidFill>
                <a:latin typeface="Johnson Text"/>
              </a:rPr>
              <a:t>.md</a:t>
            </a:r>
          </a:p>
        </p:txBody>
      </p:sp>
      <p:cxnSp>
        <p:nvCxnSpPr>
          <p:cNvPr id="90" name="Connector 32"/>
          <p:cNvCxnSpPr/>
          <p:nvPr/>
        </p:nvCxnSpPr>
        <p:spPr>
          <a:xfrm>
            <a:off x="4555236" y="4928616"/>
            <a:ext cx="18288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33"/>
          <p:cNvSpPr/>
          <p:nvPr/>
        </p:nvSpPr>
        <p:spPr>
          <a:xfrm rot="5400000">
            <a:off x="4752746" y="4864608"/>
            <a:ext cx="102412" cy="128016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847844" y="4297680"/>
            <a:ext cx="2377440" cy="12618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Johnson Text"/>
              </a:rPr>
              <a:t>/slide-plan</a:t>
            </a:r>
          </a:p>
        </p:txBody>
      </p:sp>
      <p:cxnSp>
        <p:nvCxnSpPr>
          <p:cNvPr id="93" name="Connector 35"/>
          <p:cNvCxnSpPr/>
          <p:nvPr/>
        </p:nvCxnSpPr>
        <p:spPr>
          <a:xfrm>
            <a:off x="7280148" y="4928616"/>
            <a:ext cx="18288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36"/>
          <p:cNvSpPr/>
          <p:nvPr/>
        </p:nvSpPr>
        <p:spPr>
          <a:xfrm rot="5400000">
            <a:off x="7313066" y="4864608"/>
            <a:ext cx="102412" cy="128016"/>
          </a:xfrm>
          <a:prstGeom prst="round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408164" y="4297680"/>
            <a:ext cx="4617720" cy="1261872"/>
          </a:xfrm>
          <a:prstGeom prst="rect">
            <a:avLst/>
          </a:prstGeom>
          <a:solidFill>
            <a:srgbClr val="C8E6C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50" b="0" dirty="0">
                <a:solidFill>
                  <a:srgbClr val="303030"/>
                </a:solidFill>
                <a:latin typeface="Johnson Text"/>
              </a:rPr>
              <a:t>Slide_Plan_Q1_2026.md  ★  FINAL OUTPUT</a:t>
            </a:r>
          </a:p>
          <a:p>
            <a:pPr algn="ctr"/>
            <a:r>
              <a:rPr sz="750" b="0" dirty="0">
                <a:solidFill>
                  <a:srgbClr val="303030"/>
                </a:solidFill>
                <a:latin typeface="Johnson Text"/>
              </a:rPr>
              <a:t>1</a:t>
            </a:r>
            <a:r>
              <a:rPr lang="en-US" sz="750" b="0" dirty="0">
                <a:solidFill>
                  <a:srgbClr val="303030"/>
                </a:solidFill>
                <a:latin typeface="Johnson Text"/>
              </a:rPr>
              <a:t>7</a:t>
            </a:r>
            <a:r>
              <a:rPr sz="750" b="0" dirty="0">
                <a:solidFill>
                  <a:srgbClr val="303030"/>
                </a:solidFill>
                <a:latin typeface="Johnson Text"/>
              </a:rPr>
              <a:t> slides · Chart types · Narrative arcs</a:t>
            </a:r>
          </a:p>
          <a:p>
            <a:pPr algn="ctr"/>
            <a:r>
              <a:rPr sz="750" b="0" dirty="0">
                <a:solidFill>
                  <a:srgbClr val="303030"/>
                </a:solidFill>
                <a:latin typeface="Johnson Text"/>
              </a:rPr>
              <a:t>Driving questions · Methodology flags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4484" y="4256532"/>
            <a:ext cx="3675887" cy="118872"/>
          </a:xfrm>
          <a:prstGeom prst="rect">
            <a:avLst/>
          </a:prstGeom>
          <a:solidFill>
            <a:srgbClr val="D4C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550" b="0">
                <a:solidFill>
                  <a:srgbClr val="505050"/>
                </a:solidFill>
                <a:latin typeface="Johnson Text"/>
              </a:rPr>
              <a:t>▲ from Stage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830554-67D0-85F7-8C0E-955CC832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t>Slide footer goes here if required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DCB3D0-5DD3-6F0F-4270-CE434290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AEC8D767-5246-2244-A4A3-B8AFB218393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Johnson Text"/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FB32CCC-C894-61F9-BE6F-E71762DD61CA}"/>
              </a:ext>
            </a:extLst>
          </p:cNvPr>
          <p:cNvGrpSpPr/>
          <p:nvPr/>
        </p:nvGrpSpPr>
        <p:grpSpPr>
          <a:xfrm>
            <a:off x="138684" y="550506"/>
            <a:ext cx="11914632" cy="1600200"/>
            <a:chOff x="137160" y="2359152"/>
            <a:chExt cx="11914632" cy="16002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36C01C8-82E3-1CFD-F5D5-51C8BBBF05D7}"/>
                </a:ext>
              </a:extLst>
            </p:cNvPr>
            <p:cNvSpPr/>
            <p:nvPr/>
          </p:nvSpPr>
          <p:spPr>
            <a:xfrm>
              <a:off x="137160" y="2359152"/>
              <a:ext cx="11914632" cy="1600200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E5D0963-8771-E22D-3DDB-154D021AE226}"/>
                </a:ext>
              </a:extLst>
            </p:cNvPr>
            <p:cNvSpPr/>
            <p:nvPr/>
          </p:nvSpPr>
          <p:spPr>
            <a:xfrm>
              <a:off x="164592" y="2468880"/>
              <a:ext cx="594360" cy="1380744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550" b="1" dirty="0">
                  <a:solidFill>
                    <a:srgbClr val="FF0000"/>
                  </a:solidFill>
                  <a:latin typeface="Johnson Text"/>
                </a:rPr>
                <a:t>STAGE </a:t>
              </a:r>
              <a:r>
                <a:rPr lang="en-US" sz="550" b="1" dirty="0">
                  <a:solidFill>
                    <a:srgbClr val="FF0000"/>
                  </a:solidFill>
                  <a:latin typeface="Johnson Text"/>
                </a:rPr>
                <a:t>4</a:t>
              </a:r>
              <a:endParaRPr sz="550" b="1" dirty="0">
                <a:solidFill>
                  <a:srgbClr val="FF0000"/>
                </a:solidFill>
                <a:latin typeface="Johnson Text"/>
              </a:endParaRPr>
            </a:p>
            <a:p>
              <a:pPr algn="ctr"/>
              <a:r>
                <a:rPr lang="en-US" sz="550" b="1" dirty="0">
                  <a:solidFill>
                    <a:srgbClr val="FF0000"/>
                  </a:solidFill>
                  <a:latin typeface="Johnson Text"/>
                </a:rPr>
                <a:t>INSIGHTS</a:t>
              </a:r>
            </a:p>
            <a:p>
              <a:pPr algn="ctr"/>
              <a:endParaRPr lang="en-US" sz="550" b="1" dirty="0">
                <a:solidFill>
                  <a:srgbClr val="FF0000"/>
                </a:solidFill>
                <a:latin typeface="Johnson Text"/>
              </a:endParaRPr>
            </a:p>
            <a:p>
              <a:pPr algn="ctr"/>
              <a:r>
                <a:rPr lang="en-US" sz="550" b="1" dirty="0">
                  <a:solidFill>
                    <a:srgbClr val="FF0000"/>
                  </a:solidFill>
                  <a:latin typeface="Johnson Text"/>
                </a:rPr>
                <a:t>(will be moved </a:t>
              </a:r>
              <a:r>
                <a:rPr lang="en-US" sz="550" b="1" dirty="0" err="1">
                  <a:solidFill>
                    <a:srgbClr val="FF0000"/>
                  </a:solidFill>
                  <a:latin typeface="Johnson Text"/>
                </a:rPr>
                <a:t>inbetween</a:t>
              </a:r>
              <a:r>
                <a:rPr lang="en-US" sz="550" b="1" dirty="0">
                  <a:solidFill>
                    <a:srgbClr val="FF0000"/>
                  </a:solidFill>
                  <a:latin typeface="Johnson Text"/>
                </a:rPr>
                <a:t> Hypotheses and slide plan stages)</a:t>
              </a:r>
              <a:endParaRPr sz="550" b="1" dirty="0">
                <a:solidFill>
                  <a:srgbClr val="FF0000"/>
                </a:solidFill>
                <a:latin typeface="Johnson Text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6195F99-D7BD-FD48-77D4-7C0A33F2A95E}"/>
                </a:ext>
              </a:extLst>
            </p:cNvPr>
            <p:cNvSpPr/>
            <p:nvPr/>
          </p:nvSpPr>
          <p:spPr>
            <a:xfrm>
              <a:off x="2743200" y="2487168"/>
              <a:ext cx="1755648" cy="512064"/>
            </a:xfrm>
            <a:prstGeom prst="rect">
              <a:avLst/>
            </a:prstGeom>
            <a:solidFill>
              <a:srgbClr val="B3E6D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Project</a:t>
              </a:r>
            </a:p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Context.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03583FB-66DB-D6A6-7F1B-50CAF099D73F}"/>
                </a:ext>
              </a:extLst>
            </p:cNvPr>
            <p:cNvSpPr/>
            <p:nvPr/>
          </p:nvSpPr>
          <p:spPr>
            <a:xfrm>
              <a:off x="822960" y="3108960"/>
              <a:ext cx="1755648" cy="512064"/>
            </a:xfrm>
            <a:prstGeom prst="rect">
              <a:avLst/>
            </a:prstGeom>
            <a:solidFill>
              <a:srgbClr val="B3D4F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lang="en-US" sz="700" b="0" dirty="0">
                  <a:solidFill>
                    <a:srgbClr val="303030"/>
                  </a:solidFill>
                  <a:latin typeface="Johnson Text"/>
                </a:rPr>
                <a:t>Hypothesis Bank Q1 2026</a:t>
              </a:r>
              <a:endParaRPr sz="700" b="0" dirty="0">
                <a:solidFill>
                  <a:srgbClr val="303030"/>
                </a:solidFill>
                <a:latin typeface="Johnson Text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CC703A9-DA1B-B178-1D53-8082F33C4379}"/>
                </a:ext>
              </a:extLst>
            </p:cNvPr>
            <p:cNvSpPr/>
            <p:nvPr/>
          </p:nvSpPr>
          <p:spPr>
            <a:xfrm>
              <a:off x="2743200" y="3108960"/>
              <a:ext cx="1755648" cy="512064"/>
            </a:xfrm>
            <a:prstGeom prst="rect">
              <a:avLst/>
            </a:prstGeom>
            <a:solidFill>
              <a:srgbClr val="B3E6D1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700" b="0" dirty="0">
                  <a:solidFill>
                    <a:srgbClr val="303030"/>
                  </a:solidFill>
                  <a:latin typeface="Johnson Text"/>
                </a:rPr>
                <a:t>Survey</a:t>
              </a:r>
            </a:p>
            <a:p>
              <a:pPr algn="ctr"/>
              <a:r>
                <a:rPr lang="en-US" sz="700" b="0" dirty="0">
                  <a:solidFill>
                    <a:srgbClr val="303030"/>
                  </a:solidFill>
                  <a:latin typeface="Johnson Text"/>
                </a:rPr>
                <a:t>Data.MD</a:t>
              </a:r>
              <a:endParaRPr sz="700" b="0" dirty="0">
                <a:solidFill>
                  <a:srgbClr val="303030"/>
                </a:solidFill>
                <a:latin typeface="Johnson Text"/>
              </a:endParaRPr>
            </a:p>
          </p:txBody>
        </p:sp>
        <p:cxnSp>
          <p:nvCxnSpPr>
            <p:cNvPr id="63" name="Connector 23">
              <a:extLst>
                <a:ext uri="{FF2B5EF4-FFF2-40B4-BE49-F238E27FC236}">
                  <a16:creationId xmlns:a16="http://schemas.microsoft.com/office/drawing/2014/main" id="{BCDE9B58-989E-9EB1-FAC8-BB4FD0CB39BE}"/>
                </a:ext>
              </a:extLst>
            </p:cNvPr>
            <p:cNvCxnSpPr/>
            <p:nvPr/>
          </p:nvCxnSpPr>
          <p:spPr>
            <a:xfrm>
              <a:off x="4553712" y="3159252"/>
              <a:ext cx="182880" cy="0"/>
            </a:xfrm>
            <a:prstGeom prst="line">
              <a:avLst/>
            </a:prstGeom>
            <a:ln w="19050">
              <a:solidFill>
                <a:srgbClr val="8080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24">
              <a:extLst>
                <a:ext uri="{FF2B5EF4-FFF2-40B4-BE49-F238E27FC236}">
                  <a16:creationId xmlns:a16="http://schemas.microsoft.com/office/drawing/2014/main" id="{644692B7-41E3-B933-4F7B-5ECC0C441B55}"/>
                </a:ext>
              </a:extLst>
            </p:cNvPr>
            <p:cNvSpPr/>
            <p:nvPr/>
          </p:nvSpPr>
          <p:spPr>
            <a:xfrm rot="5400000">
              <a:off x="4751222" y="3095244"/>
              <a:ext cx="102412" cy="128016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3C78865-D5C0-9D25-8272-6FE89AE3A0C3}"/>
                </a:ext>
              </a:extLst>
            </p:cNvPr>
            <p:cNvSpPr/>
            <p:nvPr/>
          </p:nvSpPr>
          <p:spPr>
            <a:xfrm>
              <a:off x="4846320" y="2528316"/>
              <a:ext cx="2377440" cy="126187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Johnson Text"/>
                </a:rPr>
                <a:t>/</a:t>
              </a:r>
              <a:r>
                <a:rPr lang="en-US" sz="900" b="1" dirty="0">
                  <a:solidFill>
                    <a:srgbClr val="FFFFFF"/>
                  </a:solidFill>
                  <a:latin typeface="Johnson Text"/>
                </a:rPr>
                <a:t>insights-ES-builder</a:t>
              </a:r>
              <a:endParaRPr sz="900" b="1" dirty="0">
                <a:solidFill>
                  <a:srgbClr val="FFFFFF"/>
                </a:solidFill>
                <a:latin typeface="Johnson Text"/>
              </a:endParaRPr>
            </a:p>
          </p:txBody>
        </p:sp>
        <p:cxnSp>
          <p:nvCxnSpPr>
            <p:cNvPr id="66" name="Connector 26">
              <a:extLst>
                <a:ext uri="{FF2B5EF4-FFF2-40B4-BE49-F238E27FC236}">
                  <a16:creationId xmlns:a16="http://schemas.microsoft.com/office/drawing/2014/main" id="{46918053-EE95-966B-004A-2FA4DAF6E904}"/>
                </a:ext>
              </a:extLst>
            </p:cNvPr>
            <p:cNvCxnSpPr/>
            <p:nvPr/>
          </p:nvCxnSpPr>
          <p:spPr>
            <a:xfrm>
              <a:off x="7278624" y="3159252"/>
              <a:ext cx="18288" cy="0"/>
            </a:xfrm>
            <a:prstGeom prst="line">
              <a:avLst/>
            </a:prstGeom>
            <a:ln w="19050">
              <a:solidFill>
                <a:srgbClr val="80808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ounded Rectangle 27">
              <a:extLst>
                <a:ext uri="{FF2B5EF4-FFF2-40B4-BE49-F238E27FC236}">
                  <a16:creationId xmlns:a16="http://schemas.microsoft.com/office/drawing/2014/main" id="{8845F832-1865-A542-6457-63FFB0D904B2}"/>
                </a:ext>
              </a:extLst>
            </p:cNvPr>
            <p:cNvSpPr/>
            <p:nvPr/>
          </p:nvSpPr>
          <p:spPr>
            <a:xfrm rot="5400000">
              <a:off x="7311542" y="3095244"/>
              <a:ext cx="102412" cy="128016"/>
            </a:xfrm>
            <a:prstGeom prst="round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C0874000-4665-D914-4773-19CEEC0A72A5}"/>
                </a:ext>
              </a:extLst>
            </p:cNvPr>
            <p:cNvSpPr/>
            <p:nvPr/>
          </p:nvSpPr>
          <p:spPr>
            <a:xfrm>
              <a:off x="7406640" y="2528316"/>
              <a:ext cx="4617720" cy="1261872"/>
            </a:xfrm>
            <a:prstGeom prst="rect">
              <a:avLst/>
            </a:prstGeom>
            <a:solidFill>
              <a:srgbClr val="D4C5ED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lang="en-US" sz="750" dirty="0">
                  <a:solidFill>
                    <a:srgbClr val="303030"/>
                  </a:solidFill>
                  <a:latin typeface="Johnson Text"/>
                </a:rPr>
                <a:t>Insights_ES_Q1_2026.docx</a:t>
              </a:r>
              <a:endParaRPr sz="750" b="0" dirty="0">
                <a:solidFill>
                  <a:srgbClr val="303030"/>
                </a:solidFill>
                <a:latin typeface="Johnson Text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8B831AF-F94A-E571-CA45-5D36220FDC35}"/>
                </a:ext>
              </a:extLst>
            </p:cNvPr>
            <p:cNvSpPr/>
            <p:nvPr/>
          </p:nvSpPr>
          <p:spPr>
            <a:xfrm>
              <a:off x="2743200" y="2487168"/>
              <a:ext cx="1755648" cy="118872"/>
            </a:xfrm>
            <a:prstGeom prst="rect">
              <a:avLst/>
            </a:prstGeom>
            <a:solidFill>
              <a:srgbClr val="B3E6D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550" b="0">
                  <a:solidFill>
                    <a:srgbClr val="505050"/>
                  </a:solidFill>
                  <a:latin typeface="Johnson Text"/>
                </a:rPr>
                <a:t>▲ from Stage 1</a:t>
              </a:r>
            </a:p>
          </p:txBody>
        </p: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0916AE7-03C3-F088-CA80-1E9C53DD9D9F}"/>
              </a:ext>
            </a:extLst>
          </p:cNvPr>
          <p:cNvSpPr/>
          <p:nvPr/>
        </p:nvSpPr>
        <p:spPr>
          <a:xfrm>
            <a:off x="824484" y="678522"/>
            <a:ext cx="1755648" cy="512064"/>
          </a:xfrm>
          <a:prstGeom prst="rect">
            <a:avLst/>
          </a:prstGeom>
          <a:solidFill>
            <a:srgbClr val="B3E6D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700" b="0" dirty="0">
                <a:solidFill>
                  <a:srgbClr val="303030"/>
                </a:solidFill>
                <a:latin typeface="Johnson Text"/>
              </a:rPr>
              <a:t>Survey_</a:t>
            </a:r>
          </a:p>
          <a:p>
            <a:pPr algn="ctr"/>
            <a:r>
              <a:rPr lang="en-US" sz="700" b="0" dirty="0">
                <a:solidFill>
                  <a:srgbClr val="303030"/>
                </a:solidFill>
                <a:latin typeface="Johnson Text"/>
              </a:rPr>
              <a:t>questions</a:t>
            </a:r>
            <a:r>
              <a:rPr sz="700" b="0" dirty="0">
                <a:solidFill>
                  <a:srgbClr val="303030"/>
                </a:solidFill>
                <a:latin typeface="Johnson Text"/>
              </a:rPr>
              <a:t>.md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BFEC1-54BE-67AD-EEB2-C8F37620B7F1}"/>
              </a:ext>
            </a:extLst>
          </p:cNvPr>
          <p:cNvSpPr/>
          <p:nvPr/>
        </p:nvSpPr>
        <p:spPr>
          <a:xfrm>
            <a:off x="182880" y="91440"/>
            <a:ext cx="1182319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800" b="1" dirty="0">
                <a:solidFill>
                  <a:srgbClr val="FF0000"/>
                </a:solidFill>
                <a:latin typeface="Johnson Display"/>
              </a:rPr>
              <a:t>Agentic Workflow</a:t>
            </a:r>
            <a:r>
              <a:rPr sz="1800" b="1" dirty="0">
                <a:solidFill>
                  <a:srgbClr val="FF0000"/>
                </a:solidFill>
                <a:latin typeface="Johnson Display"/>
              </a:rPr>
              <a:t>: From Context to </a:t>
            </a:r>
            <a:r>
              <a:rPr lang="en-US" sz="1800" b="1" dirty="0">
                <a:solidFill>
                  <a:srgbClr val="FF0000"/>
                </a:solidFill>
                <a:latin typeface="Johnson Display"/>
              </a:rPr>
              <a:t>Hypotheses to Slides</a:t>
            </a:r>
            <a:endParaRPr sz="1800" b="1" dirty="0">
              <a:solidFill>
                <a:srgbClr val="FF0000"/>
              </a:solidFill>
              <a:latin typeface="Johnson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0052823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ANALYSISID" val="579"/>
  <p:tag name="OLDDARWIN_PROJECT" val="623"/>
  <p:tag name="OLDDARWIN_SURVEY" val="73890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42skXLN5LV_OZEoDdPo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1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2.xml><?xml version="1.0" encoding="utf-8"?>
<a:theme xmlns:a="http://schemas.openxmlformats.org/drawingml/2006/main" name="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3.xml><?xml version="1.0" encoding="utf-8"?>
<a:theme xmlns:a="http://schemas.openxmlformats.org/drawingml/2006/main" name="2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JJ_PPT_InnovativeMedicine_Template_F.potx  -  Read-Only" id="{4848CCE4-4BF9-405D-9132-E330E2AE5796}" vid="{231837AC-97DA-4038-9167-93ADE5889A1C}"/>
    </a:ext>
  </a:extLst>
</a:theme>
</file>

<file path=ppt/theme/theme4.xml><?xml version="1.0" encoding="utf-8"?>
<a:theme xmlns:a="http://schemas.openxmlformats.org/drawingml/2006/main" name="3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5.xml><?xml version="1.0" encoding="utf-8"?>
<a:theme xmlns:a="http://schemas.openxmlformats.org/drawingml/2006/main" name="1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EB1700"/>
      </a:accent1>
      <a:accent2>
        <a:srgbClr val="000000"/>
      </a:accent2>
      <a:accent3>
        <a:srgbClr val="004686"/>
      </a:accent3>
      <a:accent4>
        <a:srgbClr val="68D2FF"/>
      </a:accent4>
      <a:accent5>
        <a:srgbClr val="541981"/>
      </a:accent5>
      <a:accent6>
        <a:srgbClr val="C4BDB6"/>
      </a:accent6>
      <a:hlink>
        <a:srgbClr val="0000FF"/>
      </a:hlink>
      <a:folHlink>
        <a:srgbClr val="800080"/>
      </a:folHlink>
    </a:clrScheme>
    <a:fontScheme name="Custom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EB1700"/>
        </a:accent1>
        <a:accent2>
          <a:srgbClr val="000000"/>
        </a:accent2>
        <a:accent3>
          <a:srgbClr val="004686"/>
        </a:accent3>
        <a:accent4>
          <a:srgbClr val="68D2FF"/>
        </a:accent4>
        <a:accent5>
          <a:srgbClr val="541981"/>
        </a:accent5>
        <a:accent6>
          <a:srgbClr val="C4BDB6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20240814_JJIM Launch Cockpit_Data Request Open Questions_v1" id="{805BD970-7DBF-44B0-986E-BD41591CAD98}" vid="{C111677A-E4FA-4660-8104-08F5B9DB419A}"/>
    </a:ext>
  </a:extLst>
</a:theme>
</file>

<file path=ppt/theme/theme6.xml><?xml version="1.0" encoding="utf-8"?>
<a:theme xmlns:a="http://schemas.openxmlformats.org/drawingml/2006/main" name="5_Johnson and Johnson">
  <a:themeElements>
    <a:clrScheme name="JNJ">
      <a:dk1>
        <a:srgbClr val="000000"/>
      </a:dk1>
      <a:lt1>
        <a:srgbClr val="FFFFFF"/>
      </a:lt1>
      <a:dk2>
        <a:srgbClr val="EB1700"/>
      </a:dk2>
      <a:lt2>
        <a:srgbClr val="564C47"/>
      </a:lt2>
      <a:accent1>
        <a:srgbClr val="EB1700"/>
      </a:accent1>
      <a:accent2>
        <a:srgbClr val="000000"/>
      </a:accent2>
      <a:accent3>
        <a:srgbClr val="C4BDB6"/>
      </a:accent3>
      <a:accent4>
        <a:srgbClr val="004686"/>
      </a:accent4>
      <a:accent5>
        <a:srgbClr val="68D2FF"/>
      </a:accent5>
      <a:accent6>
        <a:srgbClr val="541981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-InnovativeMedicine_R4_v4" id="{A8B257DD-B64D-5249-90B8-EAD6F145D408}" vid="{83F01571-67C4-E642-BABA-B54456E121F5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D39138238E3428482F9AC847CC3B1" ma:contentTypeVersion="26" ma:contentTypeDescription="Create a new document." ma:contentTypeScope="" ma:versionID="dd5192036d17513511aa768119511b92">
  <xsd:schema xmlns:xsd="http://www.w3.org/2001/XMLSchema" xmlns:xs="http://www.w3.org/2001/XMLSchema" xmlns:p="http://schemas.microsoft.com/office/2006/metadata/properties" xmlns:ns1="http://schemas.microsoft.com/sharepoint/v3" xmlns:ns2="457c7519-65f4-4311-98ff-710488d5099d" xmlns:ns3="4c31d0a7-7d65-4455-b0b7-66f65b242358" targetNamespace="http://schemas.microsoft.com/office/2006/metadata/properties" ma:root="true" ma:fieldsID="7f3f13722d454f803d093c8998983f6c" ns1:_="" ns2:_="" ns3:_="">
    <xsd:import namespace="http://schemas.microsoft.com/sharepoint/v3"/>
    <xsd:import namespace="457c7519-65f4-4311-98ff-710488d5099d"/>
    <xsd:import namespace="4c31d0a7-7d65-4455-b0b7-66f65b242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CR" minOccurs="0"/>
                <xsd:element ref="ns2:Link" minOccurs="0"/>
                <xsd:element ref="ns2:MediaServiceSearchProperties" minOccurs="0"/>
                <xsd:element ref="ns2:MediaServiceLocation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5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26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27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8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29" nillable="true" ma:displayName="Number of Likes" ma:internalName="LikesCount">
      <xsd:simpleType>
        <xsd:restriction base="dms:Unknown"/>
      </xsd:simpleType>
    </xsd:element>
    <xsd:element name="LikedBy" ma:index="30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7c7519-65f4-4311-98ff-710488d509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fdb820a-fbe5-49ec-8492-f23f1cc1e7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ink" ma:index="21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d0a7-7d65-4455-b0b7-66f65b242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4b33b4c-756c-484c-a535-e67165055b61}" ma:internalName="TaxCatchAll" ma:showField="CatchAllData" ma:web="4c31d0a7-7d65-4455-b0b7-66f65b242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d0a7-7d65-4455-b0b7-66f65b242358" xsi:nil="true"/>
    <lcf76f155ced4ddcb4097134ff3c332f xmlns="457c7519-65f4-4311-98ff-710488d5099d">
      <Terms xmlns="http://schemas.microsoft.com/office/infopath/2007/PartnerControls"/>
    </lcf76f155ced4ddcb4097134ff3c332f>
    <SharedWithUsers xmlns="4c31d0a7-7d65-4455-b0b7-66f65b242358">
      <UserInfo>
        <DisplayName/>
        <AccountId xsi:nil="true"/>
        <AccountType/>
      </UserInfo>
    </SharedWithUsers>
    <MediaLengthInSeconds xmlns="457c7519-65f4-4311-98ff-710488d5099d" xsi:nil="true"/>
    <Link xmlns="457c7519-65f4-4311-98ff-710488d5099d">
      <Url xsi:nil="true"/>
      <Description xsi:nil="true"/>
    </Link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A6926832-D345-496D-83B2-CBEDB7538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23C5DE-BB74-43CE-AD6C-9F45E108266A}">
  <ds:schemaRefs>
    <ds:schemaRef ds:uri="457c7519-65f4-4311-98ff-710488d5099d"/>
    <ds:schemaRef ds:uri="4c31d0a7-7d65-4455-b0b7-66f65b2423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EB0F3A4-7550-4FA8-A86E-371D8467D940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sharepoint/v3"/>
    <ds:schemaRef ds:uri="http://schemas.microsoft.com/office/2006/documentManagement/types"/>
    <ds:schemaRef ds:uri="http://purl.org/dc/elements/1.1/"/>
    <ds:schemaRef ds:uri="http://purl.org/dc/terms/"/>
    <ds:schemaRef ds:uri="4c31d0a7-7d65-4455-b0b7-66f65b242358"/>
    <ds:schemaRef ds:uri="457c7519-65f4-4311-98ff-710488d5099d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245</Words>
  <Application>Microsoft Office PowerPoint</Application>
  <PresentationFormat>Widescreen</PresentationFormat>
  <Paragraphs>70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Johnson Text</vt:lpstr>
      <vt:lpstr>Wingdings</vt:lpstr>
      <vt:lpstr>Johnson Display</vt:lpstr>
      <vt:lpstr>Arial</vt:lpstr>
      <vt:lpstr>Calibri</vt:lpstr>
      <vt:lpstr>Segoe UI</vt:lpstr>
      <vt:lpstr>1_Johnson and Johnson</vt:lpstr>
      <vt:lpstr>Johnson and Johnson</vt:lpstr>
      <vt:lpstr>2_Johnson and Johnson</vt:lpstr>
      <vt:lpstr>3_Johnson and Johnson</vt:lpstr>
      <vt:lpstr>1_White</vt:lpstr>
      <vt:lpstr>5_Johnson and Johnson</vt:lpstr>
      <vt:lpstr>think-cell Slide</vt:lpstr>
      <vt:lpstr>Agentic Consulting Workflow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Austino Paul</dc:creator>
  <cp:lastModifiedBy>Vinoth Rajapandian</cp:lastModifiedBy>
  <cp:revision>15</cp:revision>
  <dcterms:created xsi:type="dcterms:W3CDTF">2023-12-26T05:16:55Z</dcterms:created>
  <dcterms:modified xsi:type="dcterms:W3CDTF">2026-03-23T15:29:09Z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0x0101000C5D39138238E3428482F9AC847CC3B1</vt:lpwstr>
  </property>
  <property fmtid="{D5CDD505-2E9C-101B-9397-08002B2CF9AE}" pid="3" name="MediaServiceImageTags">
    <vt:lpwstr/>
  </property>
  <property fmtid="{D5CDD505-2E9C-101B-9397-08002B2CF9AE}" pid="4" name="Order">
    <vt:r8>66100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